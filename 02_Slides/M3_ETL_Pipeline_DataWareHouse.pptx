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5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12192000" cy="6858000"/>
  <p:embeddedFontLst>
    <p:embeddedFont>
      <p:font typeface="Helvetica Neue" panose="02000503000000020004" pitchFamily="2" charset="0"/>
      <p:regular r:id=""/>
      <p:bold r:id=""/>
      <p:italic r:id=""/>
      <p:boldItalic r:id=""/>
    </p:embeddedFont>
    <p:embeddedFont>
      <p:font typeface="Play" pitchFamily="2" charset="0"/>
      <p:regular r:id=""/>
      <p:bold r:id=""/>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63" roundtripDataSignature="AMtx7mip39FDFzEIzsJ7iRV+splsiDP2I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57ED20-4991-45EE-9FB8-3A1AC6616911}">
  <a:tblStyle styleId="{1D57ED20-4991-45EE-9FB8-3A1AC6616911}" styleName="Table_0">
    <a:wholeTbl>
      <a:tcTxStyle b="off" i="off">
        <a:font>
          <a:latin typeface="Aptos"/>
          <a:ea typeface="Aptos"/>
          <a:cs typeface="Aptos"/>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dk1">
              <a:alpha val="20000"/>
            </a:schemeClr>
          </a:solidFill>
        </a:fill>
      </a:tcStyle>
    </a:band1H>
    <a:band2H>
      <a:tcTxStyle b="off" i="off"/>
      <a:tcStyle>
        <a:tcBdr/>
      </a:tcStyle>
    </a:band2H>
    <a:band1V>
      <a:tcTxStyle b="off" i="off"/>
      <a:tcStyle>
        <a:tcBdr/>
        <a:fill>
          <a:solidFill>
            <a:schemeClr val="dk1">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chemeClr val="dk1"/>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chemeClr val="dk1"/>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796DAAF1-E123-4BCA-A91B-D135C520B6DC}" styleName="Table_1">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7490"/>
    <p:restoredTop sz="94324"/>
  </p:normalViewPr>
  <p:slideViewPr>
    <p:cSldViewPr snapToGrid="0">
      <p:cViewPr varScale="1">
        <p:scale>
          <a:sx n="78" d="100"/>
          <a:sy n="78" d="100"/>
        </p:scale>
        <p:origin x="200" y="408"/>
      </p:cViewPr>
      <p:guideLst>
        <p:guide orient="horz" pos="288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customschemas.google.com/relationships/presentationmetadata" Target="meta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66"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4" name="Google Shape;114;p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2" name="Google Shape;152;p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8" name="Google Shape;178;p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7" name="Google Shape;187;p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9" name="Google Shape;199;p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1" name="Google Shape;211;p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2" name="Google Shape;222;p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3" name="Google Shape;233;p1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6" name="Google Shape;246;p1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1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3" name="Google Shape;253;p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3" name="Google Shape;293;p1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1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07" name="Google Shape;307;p1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1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52" name="Google Shape;352;p1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63" name="Google Shape;363;p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0" name="Google Shape;370;p1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1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97" name="Google Shape;397;p1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1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6" name="Google Shape;426;p1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p2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35" name="Google Shape;435;p2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6" name="Google Shape;456;p2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2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94" name="Google Shape;494;p2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3a74fdaa6f7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7" name="Google Shape;507;g3a74fdaa6f7_0_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p2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0" name="Google Shape;520;p2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p2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28" name="Google Shape;528;p2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2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0" name="Google Shape;540;p2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0" name="Google Shape;570;p2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4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3" name="Google Shape;583;p45: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p4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9" name="Google Shape;589;p46:notes"/>
          <p:cNvSpPr>
            <a:spLocks noGrp="1" noRot="1" noChangeAspect="1"/>
          </p:cNvSpPr>
          <p:nvPr>
            <p:ph type="sldImg" idx="2"/>
          </p:nvPr>
        </p:nvSpPr>
        <p:spPr>
          <a:xfrm>
            <a:off x="2032400" y="514350"/>
            <a:ext cx="81284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p2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97" name="Google Shape;597;p2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9"/>
        <p:cNvGrpSpPr/>
        <p:nvPr/>
      </p:nvGrpSpPr>
      <p:grpSpPr>
        <a:xfrm>
          <a:off x="0" y="0"/>
          <a:ext cx="0" cy="0"/>
          <a:chOff x="0" y="0"/>
          <a:chExt cx="0" cy="0"/>
        </a:xfrm>
      </p:grpSpPr>
      <p:sp>
        <p:nvSpPr>
          <p:cNvPr id="620" name="Google Shape;620;p2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21" name="Google Shape;621;p2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29: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1" name="Google Shape;631;p29: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3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70" name="Google Shape;670;p3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31: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0" name="Google Shape;680;p31: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9"/>
        <p:cNvGrpSpPr/>
        <p:nvPr/>
      </p:nvGrpSpPr>
      <p:grpSpPr>
        <a:xfrm>
          <a:off x="0" y="0"/>
          <a:ext cx="0" cy="0"/>
          <a:chOff x="0" y="0"/>
          <a:chExt cx="0" cy="0"/>
        </a:xfrm>
      </p:grpSpPr>
      <p:sp>
        <p:nvSpPr>
          <p:cNvPr id="690" name="Google Shape;690;p3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91" name="Google Shape;691;p3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1"/>
        <p:cNvGrpSpPr/>
        <p:nvPr/>
      </p:nvGrpSpPr>
      <p:grpSpPr>
        <a:xfrm>
          <a:off x="0" y="0"/>
          <a:ext cx="0" cy="0"/>
          <a:chOff x="0" y="0"/>
          <a:chExt cx="0" cy="0"/>
        </a:xfrm>
      </p:grpSpPr>
      <p:sp>
        <p:nvSpPr>
          <p:cNvPr id="702" name="Google Shape;702;p33: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03" name="Google Shape;703;p33: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34: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0" name="Google Shape;710;p34: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5"/>
        <p:cNvGrpSpPr/>
        <p:nvPr/>
      </p:nvGrpSpPr>
      <p:grpSpPr>
        <a:xfrm>
          <a:off x="0" y="0"/>
          <a:ext cx="0" cy="0"/>
          <a:chOff x="0" y="0"/>
          <a:chExt cx="0" cy="0"/>
        </a:xfrm>
      </p:grpSpPr>
      <p:sp>
        <p:nvSpPr>
          <p:cNvPr id="716" name="Google Shape;716;p35: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17" name="Google Shape;717;p35: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3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39" name="Google Shape;739;p3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p37: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8" name="Google Shape;778;p37: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7"/>
        <p:cNvGrpSpPr/>
        <p:nvPr/>
      </p:nvGrpSpPr>
      <p:grpSpPr>
        <a:xfrm>
          <a:off x="0" y="0"/>
          <a:ext cx="0" cy="0"/>
          <a:chOff x="0" y="0"/>
          <a:chExt cx="0" cy="0"/>
        </a:xfrm>
      </p:grpSpPr>
      <p:sp>
        <p:nvSpPr>
          <p:cNvPr id="788" name="Google Shape;788;p38: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89" name="Google Shape;789;p38: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3d8db7b50a1_0_16: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6" name="Google Shape;796;g3d8db7b50a1_0_16: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3d8db7b50a1_0_0: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03" name="Google Shape;803;g3d8db7b50a1_0_0: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g3d8db7b50a1_0_12:notes"/>
          <p:cNvSpPr>
            <a:spLocks noGrp="1" noRot="1" noChangeAspect="1"/>
          </p:cNvSpPr>
          <p:nvPr>
            <p:ph type="sldImg" idx="2"/>
          </p:nvPr>
        </p:nvSpPr>
        <p:spPr>
          <a:xfrm>
            <a:off x="3810000" y="514350"/>
            <a:ext cx="4573588"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10" name="Google Shape;810;g3d8db7b50a1_0_12:notes"/>
          <p:cNvSpPr txBox="1">
            <a:spLocks noGrp="1"/>
          </p:cNvSpPr>
          <p:nvPr>
            <p:ph type="body" idx="1"/>
          </p:nvPr>
        </p:nvSpPr>
        <p:spPr>
          <a:xfrm>
            <a:off x="1219200" y="3257550"/>
            <a:ext cx="97536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obj">
  <p:cSld name="OBJECT">
    <p:spTree>
      <p:nvGrpSpPr>
        <p:cNvPr id="1" name="Shape 11"/>
        <p:cNvGrpSpPr/>
        <p:nvPr/>
      </p:nvGrpSpPr>
      <p:grpSpPr>
        <a:xfrm>
          <a:off x="0" y="0"/>
          <a:ext cx="0" cy="0"/>
          <a:chOff x="0" y="0"/>
          <a:chExt cx="0" cy="0"/>
        </a:xfrm>
      </p:grpSpPr>
      <p:sp>
        <p:nvSpPr>
          <p:cNvPr id="12" name="Google Shape;12;p48"/>
          <p:cNvSpPr txBox="1">
            <a:spLocks noGrp="1"/>
          </p:cNvSpPr>
          <p:nvPr>
            <p:ph type="title"/>
          </p:nvPr>
        </p:nvSpPr>
        <p:spPr>
          <a:xfrm>
            <a:off x="2288132" y="239267"/>
            <a:ext cx="7615735" cy="69596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1172BE"/>
              </a:buClr>
              <a:buSzPts val="1400"/>
              <a:buFont typeface="Arial"/>
              <a:buNone/>
              <a:defRPr sz="4400" b="0" i="0">
                <a:solidFill>
                  <a:srgbClr val="1172BE"/>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48"/>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rgbClr val="888888"/>
              </a:buClr>
              <a:buSzPts val="1400"/>
              <a:buFont typeface="Arial"/>
              <a:buNone/>
              <a:defRPr>
                <a:solidFill>
                  <a:srgbClr val="888888"/>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14" name="Google Shape;14;p48"/>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rgbClr val="888888"/>
              </a:buClr>
              <a:buSzPts val="1400"/>
              <a:buFont typeface="Arial"/>
              <a:buNone/>
              <a:defRPr>
                <a:solidFill>
                  <a:srgbClr val="888888"/>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15" name="Google Shape;15;p48"/>
          <p:cNvSpPr txBox="1">
            <a:spLocks noGrp="1"/>
          </p:cNvSpPr>
          <p:nvPr>
            <p:ph type="sldNum" idx="12"/>
          </p:nvPr>
        </p:nvSpPr>
        <p:spPr>
          <a:xfrm>
            <a:off x="10759122" y="6428920"/>
            <a:ext cx="553084" cy="211454"/>
          </a:xfrm>
          <a:prstGeom prst="rect">
            <a:avLst/>
          </a:prstGeom>
          <a:noFill/>
          <a:ln>
            <a:noFill/>
          </a:ln>
        </p:spPr>
        <p:txBody>
          <a:bodyPr spcFirstLastPara="1" wrap="square" lIns="0" tIns="0" rIns="0" bIns="0" anchor="t" anchorCtr="0">
            <a:spAutoFit/>
          </a:bodyPr>
          <a:lstStyle>
            <a:lvl1pPr marL="90170" marR="0" lvl="0"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90170" marR="0" lvl="1"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90170" marR="0" lvl="2"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90170" marR="0" lvl="3"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90170" marR="0" lvl="4"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90170" marR="0" lvl="5"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90170" marR="0" lvl="6"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90170" marR="0" lvl="7"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90170" marR="0" lvl="8"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16"/>
        <p:cNvGrpSpPr/>
        <p:nvPr/>
      </p:nvGrpSpPr>
      <p:grpSpPr>
        <a:xfrm>
          <a:off x="0" y="0"/>
          <a:ext cx="0" cy="0"/>
          <a:chOff x="0" y="0"/>
          <a:chExt cx="0" cy="0"/>
        </a:xfrm>
      </p:grpSpPr>
      <p:sp>
        <p:nvSpPr>
          <p:cNvPr id="17" name="Google Shape;17;p49"/>
          <p:cNvSpPr txBox="1">
            <a:spLocks noGrp="1"/>
          </p:cNvSpPr>
          <p:nvPr>
            <p:ph type="title"/>
          </p:nvPr>
        </p:nvSpPr>
        <p:spPr>
          <a:xfrm>
            <a:off x="2288132" y="239267"/>
            <a:ext cx="7615735" cy="69596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1172BE"/>
              </a:buClr>
              <a:buSzPts val="1400"/>
              <a:buFont typeface="Arial"/>
              <a:buNone/>
              <a:defRPr sz="4400" b="0" i="0">
                <a:solidFill>
                  <a:srgbClr val="1172BE"/>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49"/>
          <p:cNvSpPr txBox="1">
            <a:spLocks noGrp="1"/>
          </p:cNvSpPr>
          <p:nvPr>
            <p:ph type="body" idx="1"/>
          </p:nvPr>
        </p:nvSpPr>
        <p:spPr>
          <a:xfrm>
            <a:off x="954620" y="1379999"/>
            <a:ext cx="10565765" cy="4756785"/>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0"/>
              </a:spcBef>
              <a:spcAft>
                <a:spcPts val="0"/>
              </a:spcAft>
              <a:buClr>
                <a:schemeClr val="dk1"/>
              </a:buClr>
              <a:buSzPts val="1400"/>
              <a:buNone/>
              <a:defRPr b="0" i="0">
                <a:solidFill>
                  <a:schemeClr val="dk1"/>
                </a:solidFill>
              </a:defRPr>
            </a:lvl1pPr>
            <a:lvl2pPr marL="914400" lvl="1" indent="-228600" algn="l">
              <a:lnSpc>
                <a:spcPct val="90000"/>
              </a:lnSpc>
              <a:spcBef>
                <a:spcPts val="0"/>
              </a:spcBef>
              <a:spcAft>
                <a:spcPts val="0"/>
              </a:spcAft>
              <a:buClr>
                <a:schemeClr val="dk1"/>
              </a:buClr>
              <a:buSzPts val="1400"/>
              <a:buNone/>
              <a:defRPr/>
            </a:lvl2pPr>
            <a:lvl3pPr marL="1371600" lvl="2" indent="-228600" algn="l">
              <a:lnSpc>
                <a:spcPct val="90000"/>
              </a:lnSpc>
              <a:spcBef>
                <a:spcPts val="0"/>
              </a:spcBef>
              <a:spcAft>
                <a:spcPts val="0"/>
              </a:spcAft>
              <a:buClr>
                <a:schemeClr val="dk1"/>
              </a:buClr>
              <a:buSzPts val="1400"/>
              <a:buNone/>
              <a:defRPr/>
            </a:lvl3pPr>
            <a:lvl4pPr marL="1828800" lvl="3" indent="-228600" algn="l">
              <a:lnSpc>
                <a:spcPct val="90000"/>
              </a:lnSpc>
              <a:spcBef>
                <a:spcPts val="0"/>
              </a:spcBef>
              <a:spcAft>
                <a:spcPts val="0"/>
              </a:spcAft>
              <a:buClr>
                <a:schemeClr val="dk1"/>
              </a:buClr>
              <a:buSzPts val="1400"/>
              <a:buNone/>
              <a:defRPr/>
            </a:lvl4pPr>
            <a:lvl5pPr marL="2286000" lvl="4" indent="-228600" algn="l">
              <a:lnSpc>
                <a:spcPct val="90000"/>
              </a:lnSpc>
              <a:spcBef>
                <a:spcPts val="0"/>
              </a:spcBef>
              <a:spcAft>
                <a:spcPts val="0"/>
              </a:spcAft>
              <a:buClr>
                <a:schemeClr val="dk1"/>
              </a:buClr>
              <a:buSzPts val="1400"/>
              <a:buNone/>
              <a:defRPr/>
            </a:lvl5pPr>
            <a:lvl6pPr marL="2743200" lvl="5" indent="-228600" algn="l">
              <a:lnSpc>
                <a:spcPct val="90000"/>
              </a:lnSpc>
              <a:spcBef>
                <a:spcPts val="0"/>
              </a:spcBef>
              <a:spcAft>
                <a:spcPts val="0"/>
              </a:spcAft>
              <a:buClr>
                <a:schemeClr val="dk1"/>
              </a:buClr>
              <a:buSzPts val="1400"/>
              <a:buNone/>
              <a:defRPr/>
            </a:lvl6pPr>
            <a:lvl7pPr marL="3200400" lvl="6" indent="-228600" algn="l">
              <a:lnSpc>
                <a:spcPct val="90000"/>
              </a:lnSpc>
              <a:spcBef>
                <a:spcPts val="0"/>
              </a:spcBef>
              <a:spcAft>
                <a:spcPts val="0"/>
              </a:spcAft>
              <a:buClr>
                <a:schemeClr val="dk1"/>
              </a:buClr>
              <a:buSzPts val="1400"/>
              <a:buNone/>
              <a:defRPr/>
            </a:lvl7pPr>
            <a:lvl8pPr marL="3657600" lvl="7" indent="-228600" algn="l">
              <a:lnSpc>
                <a:spcPct val="90000"/>
              </a:lnSpc>
              <a:spcBef>
                <a:spcPts val="0"/>
              </a:spcBef>
              <a:spcAft>
                <a:spcPts val="0"/>
              </a:spcAft>
              <a:buClr>
                <a:schemeClr val="dk1"/>
              </a:buClr>
              <a:buSzPts val="1400"/>
              <a:buNone/>
              <a:defRPr/>
            </a:lvl8pPr>
            <a:lvl9pPr marL="4114800" lvl="8" indent="-228600" algn="l">
              <a:lnSpc>
                <a:spcPct val="90000"/>
              </a:lnSpc>
              <a:spcBef>
                <a:spcPts val="0"/>
              </a:spcBef>
              <a:spcAft>
                <a:spcPts val="0"/>
              </a:spcAft>
              <a:buClr>
                <a:schemeClr val="dk1"/>
              </a:buClr>
              <a:buSzPts val="1400"/>
              <a:buNone/>
              <a:defRPr/>
            </a:lvl9pPr>
          </a:lstStyle>
          <a:p>
            <a:endParaRPr/>
          </a:p>
        </p:txBody>
      </p:sp>
      <p:sp>
        <p:nvSpPr>
          <p:cNvPr id="19" name="Google Shape;19;p49"/>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rgbClr val="888888"/>
              </a:buClr>
              <a:buSzPts val="1400"/>
              <a:buFont typeface="Arial"/>
              <a:buNone/>
              <a:defRPr>
                <a:solidFill>
                  <a:srgbClr val="888888"/>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20" name="Google Shape;20;p49"/>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rgbClr val="888888"/>
              </a:buClr>
              <a:buSzPts val="1400"/>
              <a:buFont typeface="Arial"/>
              <a:buNone/>
              <a:defRPr>
                <a:solidFill>
                  <a:srgbClr val="888888"/>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21" name="Google Shape;21;p49"/>
          <p:cNvSpPr txBox="1">
            <a:spLocks noGrp="1"/>
          </p:cNvSpPr>
          <p:nvPr>
            <p:ph type="sldNum" idx="12"/>
          </p:nvPr>
        </p:nvSpPr>
        <p:spPr>
          <a:xfrm>
            <a:off x="10759122" y="6428920"/>
            <a:ext cx="553084" cy="211454"/>
          </a:xfrm>
          <a:prstGeom prst="rect">
            <a:avLst/>
          </a:prstGeom>
          <a:noFill/>
          <a:ln>
            <a:noFill/>
          </a:ln>
        </p:spPr>
        <p:txBody>
          <a:bodyPr spcFirstLastPara="1" wrap="square" lIns="0" tIns="0" rIns="0" bIns="0" anchor="t" anchorCtr="0">
            <a:spAutoFit/>
          </a:bodyPr>
          <a:lstStyle>
            <a:lvl1pPr marL="90170" marR="0" lvl="0"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90170" marR="0" lvl="1"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90170" marR="0" lvl="2"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90170" marR="0" lvl="3"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90170" marR="0" lvl="4"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90170" marR="0" lvl="5"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90170" marR="0" lvl="6"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90170" marR="0" lvl="7"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90170" marR="0" lvl="8"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Slide">
  <p:cSld name="1_Title Slide">
    <p:bg>
      <p:bgPr>
        <a:solidFill>
          <a:schemeClr val="lt1"/>
        </a:solidFill>
        <a:effectLst/>
      </p:bgPr>
    </p:bg>
    <p:spTree>
      <p:nvGrpSpPr>
        <p:cNvPr id="1" name="Shape 22"/>
        <p:cNvGrpSpPr/>
        <p:nvPr/>
      </p:nvGrpSpPr>
      <p:grpSpPr>
        <a:xfrm>
          <a:off x="0" y="0"/>
          <a:ext cx="0" cy="0"/>
          <a:chOff x="0" y="0"/>
          <a:chExt cx="0" cy="0"/>
        </a:xfrm>
      </p:grpSpPr>
      <p:sp>
        <p:nvSpPr>
          <p:cNvPr id="23" name="Google Shape;23;p50"/>
          <p:cNvSpPr txBox="1">
            <a:spLocks noGrp="1"/>
          </p:cNvSpPr>
          <p:nvPr>
            <p:ph type="ctrTitle"/>
          </p:nvPr>
        </p:nvSpPr>
        <p:spPr>
          <a:xfrm>
            <a:off x="3441270" y="2174747"/>
            <a:ext cx="5309458" cy="69596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1172BE"/>
              </a:buClr>
              <a:buSzPts val="1400"/>
              <a:buFont typeface="Arial"/>
              <a:buNone/>
              <a:defRPr sz="4400" b="0" i="0">
                <a:solidFill>
                  <a:srgbClr val="1172BE"/>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50"/>
          <p:cNvSpPr txBox="1">
            <a:spLocks noGrp="1"/>
          </p:cNvSpPr>
          <p:nvPr>
            <p:ph type="subTitle" idx="1"/>
          </p:nvPr>
        </p:nvSpPr>
        <p:spPr>
          <a:xfrm>
            <a:off x="1828800" y="3840480"/>
            <a:ext cx="8534400" cy="171450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1"/>
              </a:buClr>
              <a:buSzPts val="1400"/>
              <a:buNone/>
              <a:defRPr b="0" i="0">
                <a:solidFill>
                  <a:schemeClr val="dk1"/>
                </a:solidFill>
              </a:defRPr>
            </a:lvl1pPr>
            <a:lvl2pPr lvl="1" algn="l">
              <a:lnSpc>
                <a:spcPct val="90000"/>
              </a:lnSpc>
              <a:spcBef>
                <a:spcPts val="0"/>
              </a:spcBef>
              <a:spcAft>
                <a:spcPts val="0"/>
              </a:spcAft>
              <a:buClr>
                <a:schemeClr val="dk1"/>
              </a:buClr>
              <a:buSzPts val="1400"/>
              <a:buNone/>
              <a:defRPr/>
            </a:lvl2pPr>
            <a:lvl3pPr lvl="2" algn="l">
              <a:lnSpc>
                <a:spcPct val="90000"/>
              </a:lnSpc>
              <a:spcBef>
                <a:spcPts val="0"/>
              </a:spcBef>
              <a:spcAft>
                <a:spcPts val="0"/>
              </a:spcAft>
              <a:buClr>
                <a:schemeClr val="dk1"/>
              </a:buClr>
              <a:buSzPts val="1400"/>
              <a:buNone/>
              <a:defRPr/>
            </a:lvl3pPr>
            <a:lvl4pPr lvl="3" algn="l">
              <a:lnSpc>
                <a:spcPct val="90000"/>
              </a:lnSpc>
              <a:spcBef>
                <a:spcPts val="0"/>
              </a:spcBef>
              <a:spcAft>
                <a:spcPts val="0"/>
              </a:spcAft>
              <a:buClr>
                <a:schemeClr val="dk1"/>
              </a:buClr>
              <a:buSzPts val="1400"/>
              <a:buNone/>
              <a:defRPr/>
            </a:lvl4pPr>
            <a:lvl5pPr lvl="4" algn="l">
              <a:lnSpc>
                <a:spcPct val="90000"/>
              </a:lnSpc>
              <a:spcBef>
                <a:spcPts val="0"/>
              </a:spcBef>
              <a:spcAft>
                <a:spcPts val="0"/>
              </a:spcAft>
              <a:buClr>
                <a:schemeClr val="dk1"/>
              </a:buClr>
              <a:buSzPts val="1400"/>
              <a:buNone/>
              <a:defRPr/>
            </a:lvl5pPr>
            <a:lvl6pPr lvl="5" algn="l">
              <a:lnSpc>
                <a:spcPct val="90000"/>
              </a:lnSpc>
              <a:spcBef>
                <a:spcPts val="0"/>
              </a:spcBef>
              <a:spcAft>
                <a:spcPts val="0"/>
              </a:spcAft>
              <a:buClr>
                <a:schemeClr val="dk1"/>
              </a:buClr>
              <a:buSzPts val="1400"/>
              <a:buNone/>
              <a:defRPr/>
            </a:lvl6pPr>
            <a:lvl7pPr lvl="6" algn="l">
              <a:lnSpc>
                <a:spcPct val="90000"/>
              </a:lnSpc>
              <a:spcBef>
                <a:spcPts val="0"/>
              </a:spcBef>
              <a:spcAft>
                <a:spcPts val="0"/>
              </a:spcAft>
              <a:buClr>
                <a:schemeClr val="dk1"/>
              </a:buClr>
              <a:buSzPts val="1400"/>
              <a:buNone/>
              <a:defRPr/>
            </a:lvl7pPr>
            <a:lvl8pPr lvl="7" algn="l">
              <a:lnSpc>
                <a:spcPct val="90000"/>
              </a:lnSpc>
              <a:spcBef>
                <a:spcPts val="0"/>
              </a:spcBef>
              <a:spcAft>
                <a:spcPts val="0"/>
              </a:spcAft>
              <a:buClr>
                <a:schemeClr val="dk1"/>
              </a:buClr>
              <a:buSzPts val="1400"/>
              <a:buNone/>
              <a:defRPr/>
            </a:lvl8pPr>
            <a:lvl9pPr lvl="8" algn="l">
              <a:lnSpc>
                <a:spcPct val="90000"/>
              </a:lnSpc>
              <a:spcBef>
                <a:spcPts val="0"/>
              </a:spcBef>
              <a:spcAft>
                <a:spcPts val="0"/>
              </a:spcAft>
              <a:buClr>
                <a:schemeClr val="dk1"/>
              </a:buClr>
              <a:buSzPts val="1400"/>
              <a:buNone/>
              <a:defRPr/>
            </a:lvl9pPr>
          </a:lstStyle>
          <a:p>
            <a:endParaRPr/>
          </a:p>
        </p:txBody>
      </p:sp>
      <p:sp>
        <p:nvSpPr>
          <p:cNvPr id="25" name="Google Shape;25;p50"/>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rgbClr val="888888"/>
              </a:buClr>
              <a:buSzPts val="1400"/>
              <a:buFont typeface="Arial"/>
              <a:buNone/>
              <a:defRPr>
                <a:solidFill>
                  <a:srgbClr val="888888"/>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26" name="Google Shape;26;p50"/>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rgbClr val="888888"/>
              </a:buClr>
              <a:buSzPts val="1400"/>
              <a:buFont typeface="Arial"/>
              <a:buNone/>
              <a:defRPr>
                <a:solidFill>
                  <a:srgbClr val="888888"/>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27" name="Google Shape;27;p50"/>
          <p:cNvSpPr txBox="1">
            <a:spLocks noGrp="1"/>
          </p:cNvSpPr>
          <p:nvPr>
            <p:ph type="sldNum" idx="12"/>
          </p:nvPr>
        </p:nvSpPr>
        <p:spPr>
          <a:xfrm>
            <a:off x="10759122" y="6428920"/>
            <a:ext cx="553084" cy="211454"/>
          </a:xfrm>
          <a:prstGeom prst="rect">
            <a:avLst/>
          </a:prstGeom>
          <a:noFill/>
          <a:ln>
            <a:noFill/>
          </a:ln>
        </p:spPr>
        <p:txBody>
          <a:bodyPr spcFirstLastPara="1" wrap="square" lIns="0" tIns="0" rIns="0" bIns="0" anchor="t" anchorCtr="0">
            <a:spAutoFit/>
          </a:bodyPr>
          <a:lstStyle>
            <a:lvl1pPr marL="90170" marR="0" lvl="0"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90170" marR="0" lvl="1"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90170" marR="0" lvl="2"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90170" marR="0" lvl="3"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90170" marR="0" lvl="4"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90170" marR="0" lvl="5"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90170" marR="0" lvl="6"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90170" marR="0" lvl="7"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90170" marR="0" lvl="8"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32"/>
        <p:cNvGrpSpPr/>
        <p:nvPr/>
      </p:nvGrpSpPr>
      <p:grpSpPr>
        <a:xfrm>
          <a:off x="0" y="0"/>
          <a:ext cx="0" cy="0"/>
          <a:chOff x="0" y="0"/>
          <a:chExt cx="0" cy="0"/>
        </a:xfrm>
      </p:grpSpPr>
      <p:sp>
        <p:nvSpPr>
          <p:cNvPr id="33" name="Google Shape;33;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p:cSld name="1_Two Content">
    <p:spTree>
      <p:nvGrpSpPr>
        <p:cNvPr id="1" name="Shape 38"/>
        <p:cNvGrpSpPr/>
        <p:nvPr/>
      </p:nvGrpSpPr>
      <p:grpSpPr>
        <a:xfrm>
          <a:off x="0" y="0"/>
          <a:ext cx="0" cy="0"/>
          <a:chOff x="0" y="0"/>
          <a:chExt cx="0" cy="0"/>
        </a:xfrm>
      </p:grpSpPr>
      <p:sp>
        <p:nvSpPr>
          <p:cNvPr id="39" name="Google Shape;39;p53"/>
          <p:cNvSpPr txBox="1">
            <a:spLocks noGrp="1"/>
          </p:cNvSpPr>
          <p:nvPr>
            <p:ph type="title"/>
          </p:nvPr>
        </p:nvSpPr>
        <p:spPr>
          <a:xfrm>
            <a:off x="2288132" y="239267"/>
            <a:ext cx="7615735" cy="695960"/>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1172BE"/>
              </a:buClr>
              <a:buSzPts val="1400"/>
              <a:buFont typeface="Arial"/>
              <a:buNone/>
              <a:defRPr sz="4400" b="0" i="0">
                <a:solidFill>
                  <a:srgbClr val="1172BE"/>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53"/>
          <p:cNvSpPr txBox="1">
            <a:spLocks noGrp="1"/>
          </p:cNvSpPr>
          <p:nvPr>
            <p:ph type="body" idx="1"/>
          </p:nvPr>
        </p:nvSpPr>
        <p:spPr>
          <a:xfrm>
            <a:off x="916939" y="1528281"/>
            <a:ext cx="4692650" cy="4376420"/>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0"/>
              </a:spcBef>
              <a:spcAft>
                <a:spcPts val="0"/>
              </a:spcAft>
              <a:buClr>
                <a:schemeClr val="dk1"/>
              </a:buClr>
              <a:buSzPts val="1400"/>
              <a:buNone/>
              <a:defRPr sz="2400" b="1" i="0">
                <a:solidFill>
                  <a:schemeClr val="dk1"/>
                </a:solidFill>
                <a:latin typeface="Arial"/>
                <a:ea typeface="Arial"/>
                <a:cs typeface="Arial"/>
                <a:sym typeface="Arial"/>
              </a:defRPr>
            </a:lvl1pPr>
            <a:lvl2pPr marL="914400" lvl="1" indent="-228600" algn="l">
              <a:lnSpc>
                <a:spcPct val="90000"/>
              </a:lnSpc>
              <a:spcBef>
                <a:spcPts val="0"/>
              </a:spcBef>
              <a:spcAft>
                <a:spcPts val="0"/>
              </a:spcAft>
              <a:buClr>
                <a:schemeClr val="dk1"/>
              </a:buClr>
              <a:buSzPts val="1400"/>
              <a:buNone/>
              <a:defRPr/>
            </a:lvl2pPr>
            <a:lvl3pPr marL="1371600" lvl="2" indent="-228600" algn="l">
              <a:lnSpc>
                <a:spcPct val="90000"/>
              </a:lnSpc>
              <a:spcBef>
                <a:spcPts val="0"/>
              </a:spcBef>
              <a:spcAft>
                <a:spcPts val="0"/>
              </a:spcAft>
              <a:buClr>
                <a:schemeClr val="dk1"/>
              </a:buClr>
              <a:buSzPts val="1400"/>
              <a:buNone/>
              <a:defRPr/>
            </a:lvl3pPr>
            <a:lvl4pPr marL="1828800" lvl="3" indent="-228600" algn="l">
              <a:lnSpc>
                <a:spcPct val="90000"/>
              </a:lnSpc>
              <a:spcBef>
                <a:spcPts val="0"/>
              </a:spcBef>
              <a:spcAft>
                <a:spcPts val="0"/>
              </a:spcAft>
              <a:buClr>
                <a:schemeClr val="dk1"/>
              </a:buClr>
              <a:buSzPts val="1400"/>
              <a:buNone/>
              <a:defRPr/>
            </a:lvl4pPr>
            <a:lvl5pPr marL="2286000" lvl="4" indent="-228600" algn="l">
              <a:lnSpc>
                <a:spcPct val="90000"/>
              </a:lnSpc>
              <a:spcBef>
                <a:spcPts val="0"/>
              </a:spcBef>
              <a:spcAft>
                <a:spcPts val="0"/>
              </a:spcAft>
              <a:buClr>
                <a:schemeClr val="dk1"/>
              </a:buClr>
              <a:buSzPts val="1400"/>
              <a:buNone/>
              <a:defRPr/>
            </a:lvl5pPr>
            <a:lvl6pPr marL="2743200" lvl="5" indent="-228600" algn="l">
              <a:lnSpc>
                <a:spcPct val="90000"/>
              </a:lnSpc>
              <a:spcBef>
                <a:spcPts val="0"/>
              </a:spcBef>
              <a:spcAft>
                <a:spcPts val="0"/>
              </a:spcAft>
              <a:buClr>
                <a:schemeClr val="dk1"/>
              </a:buClr>
              <a:buSzPts val="1400"/>
              <a:buNone/>
              <a:defRPr/>
            </a:lvl6pPr>
            <a:lvl7pPr marL="3200400" lvl="6" indent="-228600" algn="l">
              <a:lnSpc>
                <a:spcPct val="90000"/>
              </a:lnSpc>
              <a:spcBef>
                <a:spcPts val="0"/>
              </a:spcBef>
              <a:spcAft>
                <a:spcPts val="0"/>
              </a:spcAft>
              <a:buClr>
                <a:schemeClr val="dk1"/>
              </a:buClr>
              <a:buSzPts val="1400"/>
              <a:buNone/>
              <a:defRPr/>
            </a:lvl7pPr>
            <a:lvl8pPr marL="3657600" lvl="7" indent="-228600" algn="l">
              <a:lnSpc>
                <a:spcPct val="90000"/>
              </a:lnSpc>
              <a:spcBef>
                <a:spcPts val="0"/>
              </a:spcBef>
              <a:spcAft>
                <a:spcPts val="0"/>
              </a:spcAft>
              <a:buClr>
                <a:schemeClr val="dk1"/>
              </a:buClr>
              <a:buSzPts val="1400"/>
              <a:buNone/>
              <a:defRPr/>
            </a:lvl8pPr>
            <a:lvl9pPr marL="4114800" lvl="8" indent="-228600" algn="l">
              <a:lnSpc>
                <a:spcPct val="90000"/>
              </a:lnSpc>
              <a:spcBef>
                <a:spcPts val="0"/>
              </a:spcBef>
              <a:spcAft>
                <a:spcPts val="0"/>
              </a:spcAft>
              <a:buClr>
                <a:schemeClr val="dk1"/>
              </a:buClr>
              <a:buSzPts val="1400"/>
              <a:buNone/>
              <a:defRPr/>
            </a:lvl9pPr>
          </a:lstStyle>
          <a:p>
            <a:endParaRPr/>
          </a:p>
        </p:txBody>
      </p:sp>
      <p:sp>
        <p:nvSpPr>
          <p:cNvPr id="41" name="Google Shape;41;p53"/>
          <p:cNvSpPr txBox="1">
            <a:spLocks noGrp="1"/>
          </p:cNvSpPr>
          <p:nvPr>
            <p:ph type="body" idx="2"/>
          </p:nvPr>
        </p:nvSpPr>
        <p:spPr>
          <a:xfrm>
            <a:off x="6278880" y="1577340"/>
            <a:ext cx="5303520" cy="4526280"/>
          </a:xfrm>
          <a:prstGeom prst="rect">
            <a:avLst/>
          </a:prstGeom>
          <a:noFill/>
          <a:ln>
            <a:noFill/>
          </a:ln>
        </p:spPr>
        <p:txBody>
          <a:bodyPr spcFirstLastPara="1" wrap="square" lIns="0" tIns="0" rIns="0" bIns="0" anchor="t" anchorCtr="0">
            <a:spAutoFit/>
          </a:bodyPr>
          <a:lstStyle>
            <a:lvl1pPr marL="457200" lvl="0" indent="-228600" algn="l">
              <a:lnSpc>
                <a:spcPct val="90000"/>
              </a:lnSpc>
              <a:spcBef>
                <a:spcPts val="0"/>
              </a:spcBef>
              <a:spcAft>
                <a:spcPts val="0"/>
              </a:spcAft>
              <a:buClr>
                <a:schemeClr val="dk1"/>
              </a:buClr>
              <a:buSzPts val="1400"/>
              <a:buNone/>
              <a:defRPr/>
            </a:lvl1pPr>
            <a:lvl2pPr marL="914400" lvl="1" indent="-228600" algn="l">
              <a:lnSpc>
                <a:spcPct val="90000"/>
              </a:lnSpc>
              <a:spcBef>
                <a:spcPts val="0"/>
              </a:spcBef>
              <a:spcAft>
                <a:spcPts val="0"/>
              </a:spcAft>
              <a:buClr>
                <a:schemeClr val="dk1"/>
              </a:buClr>
              <a:buSzPts val="1400"/>
              <a:buNone/>
              <a:defRPr/>
            </a:lvl2pPr>
            <a:lvl3pPr marL="1371600" lvl="2" indent="-228600" algn="l">
              <a:lnSpc>
                <a:spcPct val="90000"/>
              </a:lnSpc>
              <a:spcBef>
                <a:spcPts val="0"/>
              </a:spcBef>
              <a:spcAft>
                <a:spcPts val="0"/>
              </a:spcAft>
              <a:buClr>
                <a:schemeClr val="dk1"/>
              </a:buClr>
              <a:buSzPts val="1400"/>
              <a:buNone/>
              <a:defRPr/>
            </a:lvl3pPr>
            <a:lvl4pPr marL="1828800" lvl="3" indent="-228600" algn="l">
              <a:lnSpc>
                <a:spcPct val="90000"/>
              </a:lnSpc>
              <a:spcBef>
                <a:spcPts val="0"/>
              </a:spcBef>
              <a:spcAft>
                <a:spcPts val="0"/>
              </a:spcAft>
              <a:buClr>
                <a:schemeClr val="dk1"/>
              </a:buClr>
              <a:buSzPts val="1400"/>
              <a:buNone/>
              <a:defRPr/>
            </a:lvl4pPr>
            <a:lvl5pPr marL="2286000" lvl="4" indent="-228600" algn="l">
              <a:lnSpc>
                <a:spcPct val="90000"/>
              </a:lnSpc>
              <a:spcBef>
                <a:spcPts val="0"/>
              </a:spcBef>
              <a:spcAft>
                <a:spcPts val="0"/>
              </a:spcAft>
              <a:buClr>
                <a:schemeClr val="dk1"/>
              </a:buClr>
              <a:buSzPts val="1400"/>
              <a:buNone/>
              <a:defRPr/>
            </a:lvl5pPr>
            <a:lvl6pPr marL="2743200" lvl="5" indent="-228600" algn="l">
              <a:lnSpc>
                <a:spcPct val="90000"/>
              </a:lnSpc>
              <a:spcBef>
                <a:spcPts val="0"/>
              </a:spcBef>
              <a:spcAft>
                <a:spcPts val="0"/>
              </a:spcAft>
              <a:buClr>
                <a:schemeClr val="dk1"/>
              </a:buClr>
              <a:buSzPts val="1400"/>
              <a:buNone/>
              <a:defRPr/>
            </a:lvl6pPr>
            <a:lvl7pPr marL="3200400" lvl="6" indent="-228600" algn="l">
              <a:lnSpc>
                <a:spcPct val="90000"/>
              </a:lnSpc>
              <a:spcBef>
                <a:spcPts val="0"/>
              </a:spcBef>
              <a:spcAft>
                <a:spcPts val="0"/>
              </a:spcAft>
              <a:buClr>
                <a:schemeClr val="dk1"/>
              </a:buClr>
              <a:buSzPts val="1400"/>
              <a:buNone/>
              <a:defRPr/>
            </a:lvl7pPr>
            <a:lvl8pPr marL="3657600" lvl="7" indent="-228600" algn="l">
              <a:lnSpc>
                <a:spcPct val="90000"/>
              </a:lnSpc>
              <a:spcBef>
                <a:spcPts val="0"/>
              </a:spcBef>
              <a:spcAft>
                <a:spcPts val="0"/>
              </a:spcAft>
              <a:buClr>
                <a:schemeClr val="dk1"/>
              </a:buClr>
              <a:buSzPts val="1400"/>
              <a:buNone/>
              <a:defRPr/>
            </a:lvl8pPr>
            <a:lvl9pPr marL="4114800" lvl="8" indent="-228600" algn="l">
              <a:lnSpc>
                <a:spcPct val="90000"/>
              </a:lnSpc>
              <a:spcBef>
                <a:spcPts val="0"/>
              </a:spcBef>
              <a:spcAft>
                <a:spcPts val="0"/>
              </a:spcAft>
              <a:buClr>
                <a:schemeClr val="dk1"/>
              </a:buClr>
              <a:buSzPts val="1400"/>
              <a:buNone/>
              <a:defRPr/>
            </a:lvl9pPr>
          </a:lstStyle>
          <a:p>
            <a:endParaRPr/>
          </a:p>
        </p:txBody>
      </p:sp>
      <p:sp>
        <p:nvSpPr>
          <p:cNvPr id="42" name="Google Shape;42;p53"/>
          <p:cNvSpPr txBox="1">
            <a:spLocks noGrp="1"/>
          </p:cNvSpPr>
          <p:nvPr>
            <p:ph type="ftr" idx="11"/>
          </p:nvPr>
        </p:nvSpPr>
        <p:spPr>
          <a:xfrm>
            <a:off x="4145280" y="6377940"/>
            <a:ext cx="3901440" cy="342900"/>
          </a:xfrm>
          <a:prstGeom prst="rect">
            <a:avLst/>
          </a:prstGeom>
          <a:noFill/>
          <a:ln>
            <a:noFill/>
          </a:ln>
        </p:spPr>
        <p:txBody>
          <a:bodyPr spcFirstLastPara="1" wrap="square" lIns="0" tIns="0" rIns="0" bIns="0" anchor="t" anchorCtr="0">
            <a:spAutoFit/>
          </a:bodyPr>
          <a:lstStyle>
            <a:lvl1pPr lvl="0" algn="ctr">
              <a:lnSpc>
                <a:spcPct val="100000"/>
              </a:lnSpc>
              <a:spcBef>
                <a:spcPts val="0"/>
              </a:spcBef>
              <a:spcAft>
                <a:spcPts val="0"/>
              </a:spcAft>
              <a:buClr>
                <a:srgbClr val="888888"/>
              </a:buClr>
              <a:buSzPts val="1400"/>
              <a:buFont typeface="Arial"/>
              <a:buNone/>
              <a:defRPr>
                <a:solidFill>
                  <a:srgbClr val="888888"/>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43" name="Google Shape;43;p53"/>
          <p:cNvSpPr txBox="1">
            <a:spLocks noGrp="1"/>
          </p:cNvSpPr>
          <p:nvPr>
            <p:ph type="dt" idx="10"/>
          </p:nvPr>
        </p:nvSpPr>
        <p:spPr>
          <a:xfrm>
            <a:off x="609600" y="6377940"/>
            <a:ext cx="280416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Clr>
                <a:srgbClr val="888888"/>
              </a:buClr>
              <a:buSzPts val="1400"/>
              <a:buFont typeface="Arial"/>
              <a:buNone/>
              <a:defRPr>
                <a:solidFill>
                  <a:srgbClr val="888888"/>
                </a:solidFill>
              </a:defRPr>
            </a:lvl1pPr>
            <a:lvl2pPr lvl="1" algn="l">
              <a:lnSpc>
                <a:spcPct val="100000"/>
              </a:lnSpc>
              <a:spcBef>
                <a:spcPts val="0"/>
              </a:spcBef>
              <a:spcAft>
                <a:spcPts val="0"/>
              </a:spcAft>
              <a:buClr>
                <a:schemeClr val="dk1"/>
              </a:buClr>
              <a:buSzPts val="1400"/>
              <a:buFont typeface="Arial"/>
              <a:buNone/>
              <a:defRPr/>
            </a:lvl2pPr>
            <a:lvl3pPr lvl="2" algn="l">
              <a:lnSpc>
                <a:spcPct val="100000"/>
              </a:lnSpc>
              <a:spcBef>
                <a:spcPts val="0"/>
              </a:spcBef>
              <a:spcAft>
                <a:spcPts val="0"/>
              </a:spcAft>
              <a:buClr>
                <a:schemeClr val="dk1"/>
              </a:buClr>
              <a:buSzPts val="1400"/>
              <a:buFont typeface="Arial"/>
              <a:buNone/>
              <a:defRPr/>
            </a:lvl3pPr>
            <a:lvl4pPr lvl="3" algn="l">
              <a:lnSpc>
                <a:spcPct val="100000"/>
              </a:lnSpc>
              <a:spcBef>
                <a:spcPts val="0"/>
              </a:spcBef>
              <a:spcAft>
                <a:spcPts val="0"/>
              </a:spcAft>
              <a:buClr>
                <a:schemeClr val="dk1"/>
              </a:buClr>
              <a:buSzPts val="1400"/>
              <a:buFont typeface="Arial"/>
              <a:buNone/>
              <a:defRPr/>
            </a:lvl4pPr>
            <a:lvl5pPr lvl="4" algn="l">
              <a:lnSpc>
                <a:spcPct val="100000"/>
              </a:lnSpc>
              <a:spcBef>
                <a:spcPts val="0"/>
              </a:spcBef>
              <a:spcAft>
                <a:spcPts val="0"/>
              </a:spcAft>
              <a:buClr>
                <a:schemeClr val="dk1"/>
              </a:buClr>
              <a:buSzPts val="1400"/>
              <a:buFont typeface="Arial"/>
              <a:buNone/>
              <a:defRPr/>
            </a:lvl5pPr>
            <a:lvl6pPr lvl="5" algn="l">
              <a:lnSpc>
                <a:spcPct val="100000"/>
              </a:lnSpc>
              <a:spcBef>
                <a:spcPts val="0"/>
              </a:spcBef>
              <a:spcAft>
                <a:spcPts val="0"/>
              </a:spcAft>
              <a:buClr>
                <a:schemeClr val="dk1"/>
              </a:buClr>
              <a:buSzPts val="1400"/>
              <a:buFont typeface="Arial"/>
              <a:buNone/>
              <a:defRPr/>
            </a:lvl6pPr>
            <a:lvl7pPr lvl="6" algn="l">
              <a:lnSpc>
                <a:spcPct val="100000"/>
              </a:lnSpc>
              <a:spcBef>
                <a:spcPts val="0"/>
              </a:spcBef>
              <a:spcAft>
                <a:spcPts val="0"/>
              </a:spcAft>
              <a:buClr>
                <a:schemeClr val="dk1"/>
              </a:buClr>
              <a:buSzPts val="1400"/>
              <a:buFont typeface="Arial"/>
              <a:buNone/>
              <a:defRPr/>
            </a:lvl7pPr>
            <a:lvl8pPr lvl="7" algn="l">
              <a:lnSpc>
                <a:spcPct val="100000"/>
              </a:lnSpc>
              <a:spcBef>
                <a:spcPts val="0"/>
              </a:spcBef>
              <a:spcAft>
                <a:spcPts val="0"/>
              </a:spcAft>
              <a:buClr>
                <a:schemeClr val="dk1"/>
              </a:buClr>
              <a:buSzPts val="1400"/>
              <a:buFont typeface="Arial"/>
              <a:buNone/>
              <a:defRPr/>
            </a:lvl8pPr>
            <a:lvl9pPr lvl="8" algn="l">
              <a:lnSpc>
                <a:spcPct val="100000"/>
              </a:lnSpc>
              <a:spcBef>
                <a:spcPts val="0"/>
              </a:spcBef>
              <a:spcAft>
                <a:spcPts val="0"/>
              </a:spcAft>
              <a:buClr>
                <a:schemeClr val="dk1"/>
              </a:buClr>
              <a:buSzPts val="1400"/>
              <a:buFont typeface="Arial"/>
              <a:buNone/>
              <a:defRPr/>
            </a:lvl9pPr>
          </a:lstStyle>
          <a:p>
            <a:endParaRPr/>
          </a:p>
        </p:txBody>
      </p:sp>
      <p:sp>
        <p:nvSpPr>
          <p:cNvPr id="44" name="Google Shape;44;p53"/>
          <p:cNvSpPr txBox="1">
            <a:spLocks noGrp="1"/>
          </p:cNvSpPr>
          <p:nvPr>
            <p:ph type="sldNum" idx="12"/>
          </p:nvPr>
        </p:nvSpPr>
        <p:spPr>
          <a:xfrm>
            <a:off x="10759122" y="6428920"/>
            <a:ext cx="553084" cy="211454"/>
          </a:xfrm>
          <a:prstGeom prst="rect">
            <a:avLst/>
          </a:prstGeom>
          <a:noFill/>
          <a:ln>
            <a:noFill/>
          </a:ln>
        </p:spPr>
        <p:txBody>
          <a:bodyPr spcFirstLastPara="1" wrap="square" lIns="0" tIns="0" rIns="0" bIns="0" anchor="t" anchorCtr="0">
            <a:spAutoFit/>
          </a:bodyPr>
          <a:lstStyle>
            <a:lvl1pPr marL="90170" marR="0" lvl="0"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1pPr>
            <a:lvl2pPr marL="90170" marR="0" lvl="1"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2pPr>
            <a:lvl3pPr marL="90170" marR="0" lvl="2"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3pPr>
            <a:lvl4pPr marL="90170" marR="0" lvl="3"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4pPr>
            <a:lvl5pPr marL="90170" marR="0" lvl="4"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5pPr>
            <a:lvl6pPr marL="90170" marR="0" lvl="5"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6pPr>
            <a:lvl7pPr marL="90170" marR="0" lvl="6"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7pPr>
            <a:lvl8pPr marL="90170" marR="0" lvl="7"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8pPr>
            <a:lvl9pPr marL="90170" marR="0" lvl="8" indent="0" algn="l">
              <a:lnSpc>
                <a:spcPct val="100000"/>
              </a:lnSpc>
              <a:spcBef>
                <a:spcPts val="0"/>
              </a:spcBef>
              <a:spcAft>
                <a:spcPts val="0"/>
              </a:spcAft>
              <a:buClr>
                <a:srgbClr val="898989"/>
              </a:buClr>
              <a:buSzPts val="1200"/>
              <a:buFont typeface="Arial"/>
              <a:buNone/>
              <a:defRPr sz="1200" b="0" i="0" u="none" strike="noStrike" cap="none">
                <a:solidFill>
                  <a:srgbClr val="898989"/>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5"/>
        <p:cNvGrpSpPr/>
        <p:nvPr/>
      </p:nvGrpSpPr>
      <p:grpSpPr>
        <a:xfrm>
          <a:off x="0" y="0"/>
          <a:ext cx="0" cy="0"/>
          <a:chOff x="0" y="0"/>
          <a:chExt cx="0" cy="0"/>
        </a:xfrm>
      </p:grpSpPr>
      <p:sp>
        <p:nvSpPr>
          <p:cNvPr id="46" name="Google Shape;46;p5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54"/>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48" name="Google Shape;48;p5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5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5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sp>
        <p:nvSpPr>
          <p:cNvPr id="52" name="Google Shape;52;p5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5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54" name="Google Shape;54;p5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5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5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7"/>
        <p:cNvGrpSpPr/>
        <p:nvPr/>
      </p:nvGrpSpPr>
      <p:grpSpPr>
        <a:xfrm>
          <a:off x="0" y="0"/>
          <a:ext cx="0" cy="0"/>
          <a:chOff x="0" y="0"/>
          <a:chExt cx="0" cy="0"/>
        </a:xfrm>
      </p:grpSpPr>
      <p:sp>
        <p:nvSpPr>
          <p:cNvPr id="58" name="Google Shape;58;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5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4"/>
        <p:cNvGrpSpPr/>
        <p:nvPr/>
      </p:nvGrpSpPr>
      <p:grpSpPr>
        <a:xfrm>
          <a:off x="0" y="0"/>
          <a:ext cx="0" cy="0"/>
          <a:chOff x="0" y="0"/>
          <a:chExt cx="0" cy="0"/>
        </a:xfrm>
      </p:grpSpPr>
      <p:sp>
        <p:nvSpPr>
          <p:cNvPr id="65" name="Google Shape;65;p5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5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7" name="Google Shape;67;p5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5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9" name="Google Shape;69;p5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3"/>
        <p:cNvGrpSpPr/>
        <p:nvPr/>
      </p:nvGrpSpPr>
      <p:grpSpPr>
        <a:xfrm>
          <a:off x="0" y="0"/>
          <a:ext cx="0" cy="0"/>
          <a:chOff x="0" y="0"/>
          <a:chExt cx="0" cy="0"/>
        </a:xfrm>
      </p:grpSpPr>
      <p:sp>
        <p:nvSpPr>
          <p:cNvPr id="74" name="Google Shape;74;p5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5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8"/>
        <p:cNvGrpSpPr/>
        <p:nvPr/>
      </p:nvGrpSpPr>
      <p:grpSpPr>
        <a:xfrm>
          <a:off x="0" y="0"/>
          <a:ext cx="0" cy="0"/>
          <a:chOff x="0" y="0"/>
          <a:chExt cx="0" cy="0"/>
        </a:xfrm>
      </p:grpSpPr>
      <p:sp>
        <p:nvSpPr>
          <p:cNvPr id="79" name="Google Shape;79;p5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5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81" name="Google Shape;81;p5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2" name="Google Shape;82;p5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5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5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5"/>
        <p:cNvGrpSpPr/>
        <p:nvPr/>
      </p:nvGrpSpPr>
      <p:grpSpPr>
        <a:xfrm>
          <a:off x="0" y="0"/>
          <a:ext cx="0" cy="0"/>
          <a:chOff x="0" y="0"/>
          <a:chExt cx="0" cy="0"/>
        </a:xfrm>
      </p:grpSpPr>
      <p:sp>
        <p:nvSpPr>
          <p:cNvPr id="86" name="Google Shape;86;p6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60"/>
          <p:cNvSpPr>
            <a:spLocks noGrp="1"/>
          </p:cNvSpPr>
          <p:nvPr>
            <p:ph type="pic" idx="2"/>
          </p:nvPr>
        </p:nvSpPr>
        <p:spPr>
          <a:xfrm>
            <a:off x="5183188" y="987425"/>
            <a:ext cx="6172200" cy="4873625"/>
          </a:xfrm>
          <a:prstGeom prst="rect">
            <a:avLst/>
          </a:prstGeom>
          <a:noFill/>
          <a:ln>
            <a:noFill/>
          </a:ln>
        </p:spPr>
      </p:sp>
      <p:sp>
        <p:nvSpPr>
          <p:cNvPr id="88" name="Google Shape;88;p6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89" name="Google Shape;89;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2"/>
        <p:cNvGrpSpPr/>
        <p:nvPr/>
      </p:nvGrpSpPr>
      <p:grpSpPr>
        <a:xfrm>
          <a:off x="0" y="0"/>
          <a:ext cx="0" cy="0"/>
          <a:chOff x="0" y="0"/>
          <a:chExt cx="0" cy="0"/>
        </a:xfrm>
      </p:grpSpPr>
      <p:sp>
        <p:nvSpPr>
          <p:cNvPr id="93" name="Google Shape;93;p6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6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5" name="Google Shape;95;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6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6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1" name="Google Shape;101;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4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9" name="Google Shape;9;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 name="Google Shape;10;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90170" marR="0" lvl="0" indent="0" algn="l" rtl="0">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1pPr>
            <a:lvl2pPr marL="90170" marR="0" lvl="1" indent="0" algn="l" rtl="0">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2pPr>
            <a:lvl3pPr marL="90170" marR="0" lvl="2" indent="0" algn="l" rtl="0">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3pPr>
            <a:lvl4pPr marL="90170" marR="0" lvl="3" indent="0" algn="l" rtl="0">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4pPr>
            <a:lvl5pPr marL="90170" marR="0" lvl="4" indent="0" algn="l" rtl="0">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5pPr>
            <a:lvl6pPr marL="90170" marR="0" lvl="5" indent="0" algn="l" rtl="0">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6pPr>
            <a:lvl7pPr marL="90170" marR="0" lvl="6" indent="0" algn="l" rtl="0">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7pPr>
            <a:lvl8pPr marL="90170" marR="0" lvl="7" indent="0" algn="l" rtl="0">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8pPr>
            <a:lvl9pPr marL="90170" marR="0" lvl="8" indent="0" algn="l" rtl="0">
              <a:lnSpc>
                <a:spcPct val="100000"/>
              </a:lnSpc>
              <a:spcBef>
                <a:spcPts val="0"/>
              </a:spcBef>
              <a:spcAft>
                <a:spcPts val="0"/>
              </a:spcAft>
              <a:buClr>
                <a:srgbClr val="757575"/>
              </a:buClr>
              <a:buSzPts val="1200"/>
              <a:buFont typeface="Arial"/>
              <a:buNone/>
              <a:defRPr sz="1200" b="0" i="0" u="none" strike="noStrike" cap="none">
                <a:solidFill>
                  <a:srgbClr val="757575"/>
                </a:solidFill>
                <a:latin typeface="Arial"/>
                <a:ea typeface="Arial"/>
                <a:cs typeface="Arial"/>
                <a:sym typeface="Arial"/>
              </a:defRPr>
            </a:lvl9pPr>
          </a:lstStyle>
          <a:p>
            <a:pPr marL="90170" lvl="0" indent="0" algn="l" rtl="0">
              <a:spcBef>
                <a:spcPts val="0"/>
              </a:spcBef>
              <a:spcAft>
                <a:spcPts val="0"/>
              </a:spcAft>
              <a:buNone/>
            </a:pPr>
            <a:r>
              <a:rPr lang="en-US"/>
              <a:t>page </a:t>
            </a: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jp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jp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2.jpg"/><Relationship Id="rId7" Type="http://schemas.openxmlformats.org/officeDocument/2006/relationships/image" Target="../media/image16.jp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15.jpg"/><Relationship Id="rId5" Type="http://schemas.openxmlformats.org/officeDocument/2006/relationships/image" Target="../media/image14.png"/><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hyperlink" Target="https://crontab.guru/" TargetMode="External"/><Relationship Id="rId4" Type="http://schemas.openxmlformats.org/officeDocument/2006/relationships/image" Target="../media/image18.png"/></Relationships>
</file>

<file path=ppt/slides/_rels/slide28.xml.rels><?xml version="1.0" encoding="UTF-8" standalone="yes"?>
<Relationships xmlns="http://schemas.openxmlformats.org/package/2006/relationships"><Relationship Id="rId3" Type="http://schemas.openxmlformats.org/officeDocument/2006/relationships/hyperlink" Target="https://github.com/krishnaik06/ETLWeather/blob/main/README.md" TargetMode="External"/><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hyperlink" Target="https://docs.docker.com/get-docker/" TargetMode="External"/><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localhost:3030/" TargetMode="External"/><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4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7"/>
        <p:cNvGrpSpPr/>
        <p:nvPr/>
      </p:nvGrpSpPr>
      <p:grpSpPr>
        <a:xfrm>
          <a:off x="0" y="0"/>
          <a:ext cx="0" cy="0"/>
          <a:chOff x="0" y="0"/>
          <a:chExt cx="0" cy="0"/>
        </a:xfrm>
      </p:grpSpPr>
      <p:sp>
        <p:nvSpPr>
          <p:cNvPr id="108" name="Google Shape;108;p1"/>
          <p:cNvSpPr/>
          <p:nvPr/>
        </p:nvSpPr>
        <p:spPr>
          <a:xfrm>
            <a:off x="0" y="-1"/>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09" name="Google Shape;109;p1" descr="$PPTXTitle"/>
          <p:cNvSpPr txBox="1">
            <a:spLocks noGrp="1"/>
          </p:cNvSpPr>
          <p:nvPr>
            <p:ph type="title"/>
          </p:nvPr>
        </p:nvSpPr>
        <p:spPr>
          <a:xfrm>
            <a:off x="2190750" y="557189"/>
            <a:ext cx="8629358" cy="2956233"/>
          </a:xfrm>
          <a:prstGeom prst="rect">
            <a:avLst/>
          </a:prstGeom>
          <a:noFill/>
          <a:ln>
            <a:noFill/>
          </a:ln>
        </p:spPr>
        <p:txBody>
          <a:bodyPr spcFirstLastPara="1" wrap="square" lIns="91425" tIns="45700" rIns="91425" bIns="45700" anchor="b" anchorCtr="0">
            <a:normAutofit/>
          </a:bodyPr>
          <a:lstStyle/>
          <a:p>
            <a:pPr marL="12700" lvl="0" indent="0" algn="l" rtl="0">
              <a:lnSpc>
                <a:spcPct val="90000"/>
              </a:lnSpc>
              <a:spcBef>
                <a:spcPts val="0"/>
              </a:spcBef>
              <a:spcAft>
                <a:spcPts val="0"/>
              </a:spcAft>
              <a:buClr>
                <a:schemeClr val="dk1"/>
              </a:buClr>
              <a:buSzPts val="1400"/>
              <a:buFont typeface="Play"/>
              <a:buNone/>
            </a:pPr>
            <a:r>
              <a:rPr lang="en-US" sz="5200" dirty="0">
                <a:solidFill>
                  <a:schemeClr val="dk1"/>
                </a:solidFill>
                <a:latin typeface="Play"/>
                <a:ea typeface="Play"/>
                <a:cs typeface="Play"/>
                <a:sym typeface="Play"/>
              </a:rPr>
              <a:t>Big Data Analytics (Spring 2026) </a:t>
            </a:r>
            <a:br>
              <a:rPr lang="en-US" sz="5200" b="1" dirty="0">
                <a:solidFill>
                  <a:schemeClr val="dk1"/>
                </a:solidFill>
                <a:latin typeface="Play"/>
                <a:ea typeface="Play"/>
                <a:cs typeface="Play"/>
                <a:sym typeface="Play"/>
              </a:rPr>
            </a:br>
            <a:r>
              <a:rPr lang="en-US" sz="5200" b="1" dirty="0">
                <a:solidFill>
                  <a:schemeClr val="dk1"/>
                </a:solidFill>
                <a:latin typeface="Play"/>
                <a:ea typeface="Play"/>
                <a:cs typeface="Play"/>
                <a:sym typeface="Play"/>
              </a:rPr>
              <a:t>ETL and Data Pipeline Automation</a:t>
            </a:r>
            <a:endParaRPr sz="5200" dirty="0">
              <a:solidFill>
                <a:schemeClr val="dk1"/>
              </a:solidFill>
              <a:latin typeface="Play"/>
              <a:ea typeface="Play"/>
              <a:cs typeface="Play"/>
              <a:sym typeface="Play"/>
            </a:endParaRPr>
          </a:p>
        </p:txBody>
      </p:sp>
      <p:sp>
        <p:nvSpPr>
          <p:cNvPr id="110" name="Google Shape;110;p1" descr="Statistics"/>
          <p:cNvSpPr/>
          <p:nvPr/>
        </p:nvSpPr>
        <p:spPr>
          <a:xfrm>
            <a:off x="882650" y="2393949"/>
            <a:ext cx="1136650" cy="11366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11" name="Google Shape;111;p1"/>
          <p:cNvSpPr/>
          <p:nvPr/>
        </p:nvSpPr>
        <p:spPr>
          <a:xfrm>
            <a:off x="0" y="5377553"/>
            <a:ext cx="12192000" cy="1480820"/>
          </a:xfrm>
          <a:custGeom>
            <a:avLst/>
            <a:gdLst/>
            <a:ahLst/>
            <a:cxnLst/>
            <a:rect l="l" t="t" r="r" b="b"/>
            <a:pathLst>
              <a:path w="12192000" h="1480820" extrusionOk="0">
                <a:moveTo>
                  <a:pt x="0" y="1480451"/>
                </a:moveTo>
                <a:lnTo>
                  <a:pt x="0" y="0"/>
                </a:lnTo>
                <a:lnTo>
                  <a:pt x="12191999" y="0"/>
                </a:lnTo>
                <a:lnTo>
                  <a:pt x="12192000" y="1480451"/>
                </a:lnTo>
                <a:lnTo>
                  <a:pt x="0" y="1480451"/>
                </a:lnTo>
                <a:close/>
              </a:path>
            </a:pathLst>
          </a:custGeom>
          <a:solidFill>
            <a:srgbClr val="0660A2"/>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15"/>
        <p:cNvGrpSpPr/>
        <p:nvPr/>
      </p:nvGrpSpPr>
      <p:grpSpPr>
        <a:xfrm>
          <a:off x="0" y="0"/>
          <a:ext cx="0" cy="0"/>
          <a:chOff x="0" y="0"/>
          <a:chExt cx="0" cy="0"/>
        </a:xfrm>
      </p:grpSpPr>
      <p:grpSp>
        <p:nvGrpSpPr>
          <p:cNvPr id="116" name="Google Shape;116;p2"/>
          <p:cNvGrpSpPr/>
          <p:nvPr/>
        </p:nvGrpSpPr>
        <p:grpSpPr>
          <a:xfrm>
            <a:off x="10661472" y="5770092"/>
            <a:ext cx="1530985" cy="1088491"/>
            <a:chOff x="10661472" y="5770092"/>
            <a:chExt cx="1530985" cy="1088491"/>
          </a:xfrm>
        </p:grpSpPr>
        <p:sp>
          <p:nvSpPr>
            <p:cNvPr id="117" name="Google Shape;117;p2"/>
            <p:cNvSpPr/>
            <p:nvPr/>
          </p:nvSpPr>
          <p:spPr>
            <a:xfrm>
              <a:off x="10891761" y="5981014"/>
              <a:ext cx="1300480" cy="877569"/>
            </a:xfrm>
            <a:custGeom>
              <a:avLst/>
              <a:gdLst/>
              <a:ahLst/>
              <a:cxnLst/>
              <a:rect l="l" t="t" r="r" b="b"/>
              <a:pathLst>
                <a:path w="1300479" h="877570" extrusionOk="0">
                  <a:moveTo>
                    <a:pt x="1300238" y="0"/>
                  </a:moveTo>
                  <a:lnTo>
                    <a:pt x="1246809" y="27914"/>
                  </a:lnTo>
                  <a:lnTo>
                    <a:pt x="1208557" y="52006"/>
                  </a:lnTo>
                  <a:lnTo>
                    <a:pt x="1172006" y="78435"/>
                  </a:lnTo>
                  <a:lnTo>
                    <a:pt x="1137272" y="107099"/>
                  </a:lnTo>
                  <a:lnTo>
                    <a:pt x="1104455" y="137896"/>
                  </a:lnTo>
                  <a:lnTo>
                    <a:pt x="1073670" y="170713"/>
                  </a:lnTo>
                  <a:lnTo>
                    <a:pt x="1045006" y="205447"/>
                  </a:lnTo>
                  <a:lnTo>
                    <a:pt x="1037450" y="215887"/>
                  </a:lnTo>
                  <a:lnTo>
                    <a:pt x="1030490" y="214630"/>
                  </a:lnTo>
                  <a:lnTo>
                    <a:pt x="984211" y="208749"/>
                  </a:lnTo>
                  <a:lnTo>
                    <a:pt x="937260" y="205181"/>
                  </a:lnTo>
                  <a:lnTo>
                    <a:pt x="889685" y="203974"/>
                  </a:lnTo>
                  <a:lnTo>
                    <a:pt x="842098" y="205181"/>
                  </a:lnTo>
                  <a:lnTo>
                    <a:pt x="795147" y="208749"/>
                  </a:lnTo>
                  <a:lnTo>
                    <a:pt x="748868" y="214630"/>
                  </a:lnTo>
                  <a:lnTo>
                    <a:pt x="703338" y="222770"/>
                  </a:lnTo>
                  <a:lnTo>
                    <a:pt x="658609" y="233095"/>
                  </a:lnTo>
                  <a:lnTo>
                    <a:pt x="614730" y="245554"/>
                  </a:lnTo>
                  <a:lnTo>
                    <a:pt x="571766" y="260083"/>
                  </a:lnTo>
                  <a:lnTo>
                    <a:pt x="529780" y="276644"/>
                  </a:lnTo>
                  <a:lnTo>
                    <a:pt x="488823" y="295160"/>
                  </a:lnTo>
                  <a:lnTo>
                    <a:pt x="448957" y="315569"/>
                  </a:lnTo>
                  <a:lnTo>
                    <a:pt x="410235" y="337832"/>
                  </a:lnTo>
                  <a:lnTo>
                    <a:pt x="372719" y="361886"/>
                  </a:lnTo>
                  <a:lnTo>
                    <a:pt x="336473" y="387667"/>
                  </a:lnTo>
                  <a:lnTo>
                    <a:pt x="301536" y="415112"/>
                  </a:lnTo>
                  <a:lnTo>
                    <a:pt x="267995" y="444169"/>
                  </a:lnTo>
                  <a:lnTo>
                    <a:pt x="235877" y="474789"/>
                  </a:lnTo>
                  <a:lnTo>
                    <a:pt x="205270" y="506907"/>
                  </a:lnTo>
                  <a:lnTo>
                    <a:pt x="176199" y="540448"/>
                  </a:lnTo>
                  <a:lnTo>
                    <a:pt x="148755" y="575386"/>
                  </a:lnTo>
                  <a:lnTo>
                    <a:pt x="122974" y="611632"/>
                  </a:lnTo>
                  <a:lnTo>
                    <a:pt x="98920" y="649147"/>
                  </a:lnTo>
                  <a:lnTo>
                    <a:pt x="76657" y="687870"/>
                  </a:lnTo>
                  <a:lnTo>
                    <a:pt x="56248" y="727735"/>
                  </a:lnTo>
                  <a:lnTo>
                    <a:pt x="37731" y="768692"/>
                  </a:lnTo>
                  <a:lnTo>
                    <a:pt x="21170" y="810679"/>
                  </a:lnTo>
                  <a:lnTo>
                    <a:pt x="6642" y="853643"/>
                  </a:lnTo>
                  <a:lnTo>
                    <a:pt x="0" y="876985"/>
                  </a:lnTo>
                  <a:lnTo>
                    <a:pt x="941374" y="876985"/>
                  </a:lnTo>
                  <a:lnTo>
                    <a:pt x="1300238" y="876985"/>
                  </a:lnTo>
                  <a:lnTo>
                    <a:pt x="1300238" y="300126"/>
                  </a:lnTo>
                  <a:lnTo>
                    <a:pt x="1300238" y="0"/>
                  </a:lnTo>
                  <a:close/>
                </a:path>
              </a:pathLst>
            </a:custGeom>
            <a:solidFill>
              <a:srgbClr val="0170C1">
                <a:alpha val="52549"/>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18" name="Google Shape;118;p2"/>
            <p:cNvSpPr/>
            <p:nvPr/>
          </p:nvSpPr>
          <p:spPr>
            <a:xfrm>
              <a:off x="10661472" y="5770092"/>
              <a:ext cx="1530985" cy="1088390"/>
            </a:xfrm>
            <a:custGeom>
              <a:avLst/>
              <a:gdLst/>
              <a:ahLst/>
              <a:cxnLst/>
              <a:rect l="l" t="t" r="r" b="b"/>
              <a:pathLst>
                <a:path w="1530984" h="1088390" extrusionOk="0">
                  <a:moveTo>
                    <a:pt x="708088" y="846188"/>
                  </a:moveTo>
                  <a:lnTo>
                    <a:pt x="704862" y="798144"/>
                  </a:lnTo>
                  <a:lnTo>
                    <a:pt x="695439" y="752068"/>
                  </a:lnTo>
                  <a:lnTo>
                    <a:pt x="680262" y="708380"/>
                  </a:lnTo>
                  <a:lnTo>
                    <a:pt x="659752" y="667499"/>
                  </a:lnTo>
                  <a:lnTo>
                    <a:pt x="634326" y="629843"/>
                  </a:lnTo>
                  <a:lnTo>
                    <a:pt x="604393" y="595845"/>
                  </a:lnTo>
                  <a:lnTo>
                    <a:pt x="570395" y="565924"/>
                  </a:lnTo>
                  <a:lnTo>
                    <a:pt x="532739" y="540486"/>
                  </a:lnTo>
                  <a:lnTo>
                    <a:pt x="491858" y="519976"/>
                  </a:lnTo>
                  <a:lnTo>
                    <a:pt x="448170" y="504799"/>
                  </a:lnTo>
                  <a:lnTo>
                    <a:pt x="402094" y="495388"/>
                  </a:lnTo>
                  <a:lnTo>
                    <a:pt x="354050" y="492150"/>
                  </a:lnTo>
                  <a:lnTo>
                    <a:pt x="306006" y="495388"/>
                  </a:lnTo>
                  <a:lnTo>
                    <a:pt x="259930" y="504799"/>
                  </a:lnTo>
                  <a:lnTo>
                    <a:pt x="216242" y="519976"/>
                  </a:lnTo>
                  <a:lnTo>
                    <a:pt x="175361" y="540486"/>
                  </a:lnTo>
                  <a:lnTo>
                    <a:pt x="137706" y="565924"/>
                  </a:lnTo>
                  <a:lnTo>
                    <a:pt x="103708" y="595845"/>
                  </a:lnTo>
                  <a:lnTo>
                    <a:pt x="73774" y="629843"/>
                  </a:lnTo>
                  <a:lnTo>
                    <a:pt x="48336" y="667499"/>
                  </a:lnTo>
                  <a:lnTo>
                    <a:pt x="27825" y="708380"/>
                  </a:lnTo>
                  <a:lnTo>
                    <a:pt x="12649" y="752068"/>
                  </a:lnTo>
                  <a:lnTo>
                    <a:pt x="3238" y="798144"/>
                  </a:lnTo>
                  <a:lnTo>
                    <a:pt x="0" y="846188"/>
                  </a:lnTo>
                  <a:lnTo>
                    <a:pt x="3238" y="894232"/>
                  </a:lnTo>
                  <a:lnTo>
                    <a:pt x="12649" y="940308"/>
                  </a:lnTo>
                  <a:lnTo>
                    <a:pt x="27825" y="983996"/>
                  </a:lnTo>
                  <a:lnTo>
                    <a:pt x="48336" y="1024877"/>
                  </a:lnTo>
                  <a:lnTo>
                    <a:pt x="73774" y="1062532"/>
                  </a:lnTo>
                  <a:lnTo>
                    <a:pt x="96113" y="1087907"/>
                  </a:lnTo>
                  <a:lnTo>
                    <a:pt x="611974" y="1087907"/>
                  </a:lnTo>
                  <a:lnTo>
                    <a:pt x="659752" y="1024877"/>
                  </a:lnTo>
                  <a:lnTo>
                    <a:pt x="680262" y="983996"/>
                  </a:lnTo>
                  <a:lnTo>
                    <a:pt x="695439" y="940308"/>
                  </a:lnTo>
                  <a:lnTo>
                    <a:pt x="704862" y="894232"/>
                  </a:lnTo>
                  <a:lnTo>
                    <a:pt x="708088" y="846188"/>
                  </a:lnTo>
                  <a:close/>
                </a:path>
                <a:path w="1530984" h="1088390" extrusionOk="0">
                  <a:moveTo>
                    <a:pt x="1530515" y="45491"/>
                  </a:moveTo>
                  <a:lnTo>
                    <a:pt x="1462366" y="19316"/>
                  </a:lnTo>
                  <a:lnTo>
                    <a:pt x="1418501" y="8724"/>
                  </a:lnTo>
                  <a:lnTo>
                    <a:pt x="1373174" y="2222"/>
                  </a:lnTo>
                  <a:lnTo>
                    <a:pt x="1326603" y="0"/>
                  </a:lnTo>
                  <a:lnTo>
                    <a:pt x="1280020" y="2222"/>
                  </a:lnTo>
                  <a:lnTo>
                    <a:pt x="1234706" y="8724"/>
                  </a:lnTo>
                  <a:lnTo>
                    <a:pt x="1190840" y="19316"/>
                  </a:lnTo>
                  <a:lnTo>
                    <a:pt x="1148626" y="33807"/>
                  </a:lnTo>
                  <a:lnTo>
                    <a:pt x="1108278" y="51968"/>
                  </a:lnTo>
                  <a:lnTo>
                    <a:pt x="1069987" y="73621"/>
                  </a:lnTo>
                  <a:lnTo>
                    <a:pt x="1033970" y="98552"/>
                  </a:lnTo>
                  <a:lnTo>
                    <a:pt x="1000417" y="126555"/>
                  </a:lnTo>
                  <a:lnTo>
                    <a:pt x="969543" y="157441"/>
                  </a:lnTo>
                  <a:lnTo>
                    <a:pt x="941527" y="190995"/>
                  </a:lnTo>
                  <a:lnTo>
                    <a:pt x="916609" y="227012"/>
                  </a:lnTo>
                  <a:lnTo>
                    <a:pt x="894956" y="265290"/>
                  </a:lnTo>
                  <a:lnTo>
                    <a:pt x="876782" y="305650"/>
                  </a:lnTo>
                  <a:lnTo>
                    <a:pt x="862304" y="347853"/>
                  </a:lnTo>
                  <a:lnTo>
                    <a:pt x="851700" y="391718"/>
                  </a:lnTo>
                  <a:lnTo>
                    <a:pt x="845197" y="437045"/>
                  </a:lnTo>
                  <a:lnTo>
                    <a:pt x="842987" y="483616"/>
                  </a:lnTo>
                  <a:lnTo>
                    <a:pt x="845197" y="530199"/>
                  </a:lnTo>
                  <a:lnTo>
                    <a:pt x="851700" y="575513"/>
                  </a:lnTo>
                  <a:lnTo>
                    <a:pt x="862304" y="619391"/>
                  </a:lnTo>
                  <a:lnTo>
                    <a:pt x="876782" y="661593"/>
                  </a:lnTo>
                  <a:lnTo>
                    <a:pt x="894956" y="701941"/>
                  </a:lnTo>
                  <a:lnTo>
                    <a:pt x="916609" y="740232"/>
                  </a:lnTo>
                  <a:lnTo>
                    <a:pt x="941527" y="776249"/>
                  </a:lnTo>
                  <a:lnTo>
                    <a:pt x="969543" y="809802"/>
                  </a:lnTo>
                  <a:lnTo>
                    <a:pt x="1000417" y="840676"/>
                  </a:lnTo>
                  <a:lnTo>
                    <a:pt x="1033970" y="868692"/>
                  </a:lnTo>
                  <a:lnTo>
                    <a:pt x="1069987" y="893622"/>
                  </a:lnTo>
                  <a:lnTo>
                    <a:pt x="1108278" y="915263"/>
                  </a:lnTo>
                  <a:lnTo>
                    <a:pt x="1148626" y="933437"/>
                  </a:lnTo>
                  <a:lnTo>
                    <a:pt x="1190840" y="947915"/>
                  </a:lnTo>
                  <a:lnTo>
                    <a:pt x="1234706" y="958519"/>
                  </a:lnTo>
                  <a:lnTo>
                    <a:pt x="1280020" y="965022"/>
                  </a:lnTo>
                  <a:lnTo>
                    <a:pt x="1326603" y="967232"/>
                  </a:lnTo>
                  <a:lnTo>
                    <a:pt x="1373174" y="965022"/>
                  </a:lnTo>
                  <a:lnTo>
                    <a:pt x="1418501" y="958519"/>
                  </a:lnTo>
                  <a:lnTo>
                    <a:pt x="1462366" y="947915"/>
                  </a:lnTo>
                  <a:lnTo>
                    <a:pt x="1504581" y="933437"/>
                  </a:lnTo>
                  <a:lnTo>
                    <a:pt x="1530515" y="921753"/>
                  </a:lnTo>
                  <a:lnTo>
                    <a:pt x="1530515" y="45491"/>
                  </a:lnTo>
                  <a:close/>
                </a:path>
              </a:pathLst>
            </a:custGeom>
            <a:solidFill>
              <a:srgbClr val="00B0F0">
                <a:alpha val="32156"/>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119" name="Google Shape;119;p2"/>
          <p:cNvPicPr preferRelativeResize="0"/>
          <p:nvPr/>
        </p:nvPicPr>
        <p:blipFill rotWithShape="1">
          <a:blip r:embed="rId3">
            <a:alphaModFix/>
          </a:blip>
          <a:srcRect/>
          <a:stretch/>
        </p:blipFill>
        <p:spPr>
          <a:xfrm>
            <a:off x="299973" y="293776"/>
            <a:ext cx="177723" cy="872299"/>
          </a:xfrm>
          <a:prstGeom prst="rect">
            <a:avLst/>
          </a:prstGeom>
          <a:noFill/>
          <a:ln>
            <a:noFill/>
          </a:ln>
        </p:spPr>
      </p:pic>
      <p:grpSp>
        <p:nvGrpSpPr>
          <p:cNvPr id="120" name="Google Shape;120;p2"/>
          <p:cNvGrpSpPr/>
          <p:nvPr/>
        </p:nvGrpSpPr>
        <p:grpSpPr>
          <a:xfrm>
            <a:off x="267500" y="378346"/>
            <a:ext cx="3228496" cy="772197"/>
            <a:chOff x="267500" y="378346"/>
            <a:chExt cx="3228496" cy="772197"/>
          </a:xfrm>
        </p:grpSpPr>
        <p:sp>
          <p:nvSpPr>
            <p:cNvPr id="121" name="Google Shape;121;p2"/>
            <p:cNvSpPr/>
            <p:nvPr/>
          </p:nvSpPr>
          <p:spPr>
            <a:xfrm>
              <a:off x="536261" y="439343"/>
              <a:ext cx="2959735" cy="711200"/>
            </a:xfrm>
            <a:custGeom>
              <a:avLst/>
              <a:gdLst/>
              <a:ahLst/>
              <a:cxnLst/>
              <a:rect l="l" t="t" r="r" b="b"/>
              <a:pathLst>
                <a:path w="2959735" h="711200" extrusionOk="0">
                  <a:moveTo>
                    <a:pt x="2959239" y="0"/>
                  </a:moveTo>
                  <a:lnTo>
                    <a:pt x="0" y="0"/>
                  </a:lnTo>
                  <a:lnTo>
                    <a:pt x="0" y="711200"/>
                  </a:lnTo>
                  <a:lnTo>
                    <a:pt x="2959239" y="711200"/>
                  </a:lnTo>
                  <a:lnTo>
                    <a:pt x="2959239" y="0"/>
                  </a:lnTo>
                  <a:close/>
                </a:path>
              </a:pathLst>
            </a:custGeom>
            <a:solidFill>
              <a:srgbClr val="7F7F7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2" name="Google Shape;122;p2"/>
            <p:cNvSpPr/>
            <p:nvPr/>
          </p:nvSpPr>
          <p:spPr>
            <a:xfrm>
              <a:off x="477692" y="378346"/>
              <a:ext cx="2959735" cy="711200"/>
            </a:xfrm>
            <a:custGeom>
              <a:avLst/>
              <a:gdLst/>
              <a:ahLst/>
              <a:cxnLst/>
              <a:rect l="l" t="t" r="r" b="b"/>
              <a:pathLst>
                <a:path w="2959735" h="711200" extrusionOk="0">
                  <a:moveTo>
                    <a:pt x="2959239" y="0"/>
                  </a:moveTo>
                  <a:lnTo>
                    <a:pt x="0" y="0"/>
                  </a:lnTo>
                  <a:lnTo>
                    <a:pt x="0" y="711200"/>
                  </a:lnTo>
                  <a:lnTo>
                    <a:pt x="2959239" y="711200"/>
                  </a:lnTo>
                  <a:lnTo>
                    <a:pt x="2959239" y="0"/>
                  </a:lnTo>
                  <a:close/>
                </a:path>
              </a:pathLst>
            </a:custGeom>
            <a:solidFill>
              <a:srgbClr val="0170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23" name="Google Shape;123;p2"/>
            <p:cNvPicPr preferRelativeResize="0"/>
            <p:nvPr/>
          </p:nvPicPr>
          <p:blipFill rotWithShape="1">
            <a:blip r:embed="rId4">
              <a:alphaModFix/>
            </a:blip>
            <a:srcRect/>
            <a:stretch/>
          </p:blipFill>
          <p:spPr>
            <a:xfrm>
              <a:off x="267500" y="407375"/>
              <a:ext cx="335448" cy="638632"/>
            </a:xfrm>
            <a:prstGeom prst="rect">
              <a:avLst/>
            </a:prstGeom>
            <a:noFill/>
            <a:ln>
              <a:noFill/>
            </a:ln>
          </p:spPr>
        </p:pic>
      </p:grpSp>
      <p:grpSp>
        <p:nvGrpSpPr>
          <p:cNvPr id="124" name="Google Shape;124;p2"/>
          <p:cNvGrpSpPr/>
          <p:nvPr/>
        </p:nvGrpSpPr>
        <p:grpSpPr>
          <a:xfrm>
            <a:off x="8104434" y="5541054"/>
            <a:ext cx="1362710" cy="589580"/>
            <a:chOff x="8104434" y="5541054"/>
            <a:chExt cx="1362710" cy="589580"/>
          </a:xfrm>
        </p:grpSpPr>
        <p:sp>
          <p:nvSpPr>
            <p:cNvPr id="125" name="Google Shape;125;p2"/>
            <p:cNvSpPr/>
            <p:nvPr/>
          </p:nvSpPr>
          <p:spPr>
            <a:xfrm>
              <a:off x="8338730" y="5938229"/>
              <a:ext cx="894080" cy="192405"/>
            </a:xfrm>
            <a:custGeom>
              <a:avLst/>
              <a:gdLst/>
              <a:ahLst/>
              <a:cxnLst/>
              <a:rect l="l" t="t" r="r" b="b"/>
              <a:pathLst>
                <a:path w="894079" h="192404" extrusionOk="0">
                  <a:moveTo>
                    <a:pt x="777265" y="0"/>
                  </a:moveTo>
                  <a:lnTo>
                    <a:pt x="116585" y="0"/>
                  </a:lnTo>
                  <a:lnTo>
                    <a:pt x="65579" y="6609"/>
                  </a:lnTo>
                  <a:lnTo>
                    <a:pt x="29146" y="24036"/>
                  </a:lnTo>
                  <a:lnTo>
                    <a:pt x="7286" y="48675"/>
                  </a:lnTo>
                  <a:lnTo>
                    <a:pt x="0" y="76923"/>
                  </a:lnTo>
                  <a:lnTo>
                    <a:pt x="7286" y="127404"/>
                  </a:lnTo>
                  <a:lnTo>
                    <a:pt x="29146" y="163460"/>
                  </a:lnTo>
                  <a:lnTo>
                    <a:pt x="65579" y="185092"/>
                  </a:lnTo>
                  <a:lnTo>
                    <a:pt x="116585" y="192303"/>
                  </a:lnTo>
                  <a:lnTo>
                    <a:pt x="777265" y="192303"/>
                  </a:lnTo>
                  <a:lnTo>
                    <a:pt x="828279" y="185092"/>
                  </a:lnTo>
                  <a:lnTo>
                    <a:pt x="864716" y="163460"/>
                  </a:lnTo>
                  <a:lnTo>
                    <a:pt x="886577" y="127404"/>
                  </a:lnTo>
                  <a:lnTo>
                    <a:pt x="893864" y="76923"/>
                  </a:lnTo>
                  <a:lnTo>
                    <a:pt x="886577" y="48675"/>
                  </a:lnTo>
                  <a:lnTo>
                    <a:pt x="864716" y="24036"/>
                  </a:lnTo>
                  <a:lnTo>
                    <a:pt x="828279" y="6609"/>
                  </a:lnTo>
                  <a:lnTo>
                    <a:pt x="777265" y="0"/>
                  </a:lnTo>
                  <a:close/>
                </a:path>
              </a:pathLst>
            </a:custGeom>
            <a:solidFill>
              <a:srgbClr val="0170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6" name="Google Shape;126;p2"/>
            <p:cNvSpPr/>
            <p:nvPr/>
          </p:nvSpPr>
          <p:spPr>
            <a:xfrm>
              <a:off x="8104434" y="5541054"/>
              <a:ext cx="1362710" cy="397510"/>
            </a:xfrm>
            <a:custGeom>
              <a:avLst/>
              <a:gdLst/>
              <a:ahLst/>
              <a:cxnLst/>
              <a:rect l="l" t="t" r="r" b="b"/>
              <a:pathLst>
                <a:path w="1362709" h="397510" extrusionOk="0">
                  <a:moveTo>
                    <a:pt x="1362443" y="0"/>
                  </a:moveTo>
                  <a:lnTo>
                    <a:pt x="0" y="0"/>
                  </a:lnTo>
                  <a:lnTo>
                    <a:pt x="0" y="44831"/>
                  </a:lnTo>
                  <a:lnTo>
                    <a:pt x="2972" y="101981"/>
                  </a:lnTo>
                  <a:lnTo>
                    <a:pt x="11577" y="156197"/>
                  </a:lnTo>
                  <a:lnTo>
                    <a:pt x="25347" y="206752"/>
                  </a:lnTo>
                  <a:lnTo>
                    <a:pt x="43815" y="252920"/>
                  </a:lnTo>
                  <a:lnTo>
                    <a:pt x="66513" y="293976"/>
                  </a:lnTo>
                  <a:lnTo>
                    <a:pt x="92972" y="329194"/>
                  </a:lnTo>
                  <a:lnTo>
                    <a:pt x="122726" y="357849"/>
                  </a:lnTo>
                  <a:lnTo>
                    <a:pt x="155306" y="379216"/>
                  </a:lnTo>
                  <a:lnTo>
                    <a:pt x="227075" y="397179"/>
                  </a:lnTo>
                  <a:lnTo>
                    <a:pt x="1135367" y="397179"/>
                  </a:lnTo>
                  <a:lnTo>
                    <a:pt x="1207141" y="379216"/>
                  </a:lnTo>
                  <a:lnTo>
                    <a:pt x="1239722" y="357849"/>
                  </a:lnTo>
                  <a:lnTo>
                    <a:pt x="1269476" y="329194"/>
                  </a:lnTo>
                  <a:lnTo>
                    <a:pt x="1295934" y="293976"/>
                  </a:lnTo>
                  <a:lnTo>
                    <a:pt x="1318631" y="252920"/>
                  </a:lnTo>
                  <a:lnTo>
                    <a:pt x="1337097" y="206752"/>
                  </a:lnTo>
                  <a:lnTo>
                    <a:pt x="1350866" y="156197"/>
                  </a:lnTo>
                  <a:lnTo>
                    <a:pt x="1359471" y="101981"/>
                  </a:lnTo>
                  <a:lnTo>
                    <a:pt x="1362443" y="44831"/>
                  </a:lnTo>
                  <a:lnTo>
                    <a:pt x="1362443" y="0"/>
                  </a:lnTo>
                  <a:close/>
                </a:path>
              </a:pathLst>
            </a:custGeom>
            <a:solidFill>
              <a:srgbClr val="00B0F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27" name="Google Shape;127;p2"/>
          <p:cNvSpPr/>
          <p:nvPr/>
        </p:nvSpPr>
        <p:spPr>
          <a:xfrm>
            <a:off x="8481771" y="6210697"/>
            <a:ext cx="608330" cy="130175"/>
          </a:xfrm>
          <a:custGeom>
            <a:avLst/>
            <a:gdLst/>
            <a:ahLst/>
            <a:cxnLst/>
            <a:rect l="l" t="t" r="r" b="b"/>
            <a:pathLst>
              <a:path w="608329" h="130175" extrusionOk="0">
                <a:moveTo>
                  <a:pt x="607771" y="0"/>
                </a:moveTo>
                <a:lnTo>
                  <a:pt x="0" y="0"/>
                </a:lnTo>
                <a:lnTo>
                  <a:pt x="533" y="2692"/>
                </a:lnTo>
                <a:lnTo>
                  <a:pt x="47128" y="59587"/>
                </a:lnTo>
                <a:lnTo>
                  <a:pt x="84938" y="83136"/>
                </a:lnTo>
                <a:lnTo>
                  <a:pt x="130764" y="102567"/>
                </a:lnTo>
                <a:lnTo>
                  <a:pt x="183361" y="117238"/>
                </a:lnTo>
                <a:lnTo>
                  <a:pt x="241483" y="126510"/>
                </a:lnTo>
                <a:lnTo>
                  <a:pt x="303885" y="129743"/>
                </a:lnTo>
                <a:lnTo>
                  <a:pt x="366292" y="126510"/>
                </a:lnTo>
                <a:lnTo>
                  <a:pt x="424417" y="117238"/>
                </a:lnTo>
                <a:lnTo>
                  <a:pt x="477015" y="102567"/>
                </a:lnTo>
                <a:lnTo>
                  <a:pt x="522841" y="83136"/>
                </a:lnTo>
                <a:lnTo>
                  <a:pt x="560650" y="59587"/>
                </a:lnTo>
                <a:lnTo>
                  <a:pt x="589197" y="32559"/>
                </a:lnTo>
                <a:lnTo>
                  <a:pt x="607771" y="0"/>
                </a:lnTo>
                <a:close/>
              </a:path>
            </a:pathLst>
          </a:custGeom>
          <a:solidFill>
            <a:srgbClr val="0170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28" name="Google Shape;128;p2"/>
          <p:cNvSpPr/>
          <p:nvPr/>
        </p:nvSpPr>
        <p:spPr>
          <a:xfrm>
            <a:off x="7171859" y="2533677"/>
            <a:ext cx="395605" cy="501650"/>
          </a:xfrm>
          <a:custGeom>
            <a:avLst/>
            <a:gdLst/>
            <a:ahLst/>
            <a:cxnLst/>
            <a:rect l="l" t="t" r="r" b="b"/>
            <a:pathLst>
              <a:path w="395604" h="501650" extrusionOk="0">
                <a:moveTo>
                  <a:pt x="267270" y="80606"/>
                </a:moveTo>
                <a:lnTo>
                  <a:pt x="125449" y="80606"/>
                </a:lnTo>
                <a:lnTo>
                  <a:pt x="126675" y="85470"/>
                </a:lnTo>
                <a:lnTo>
                  <a:pt x="130356" y="90133"/>
                </a:lnTo>
                <a:lnTo>
                  <a:pt x="136491" y="94388"/>
                </a:lnTo>
                <a:lnTo>
                  <a:pt x="145083" y="98031"/>
                </a:lnTo>
                <a:lnTo>
                  <a:pt x="145083" y="213486"/>
                </a:lnTo>
                <a:lnTo>
                  <a:pt x="142698" y="228363"/>
                </a:lnTo>
                <a:lnTo>
                  <a:pt x="137450" y="237726"/>
                </a:lnTo>
                <a:lnTo>
                  <a:pt x="132203" y="242595"/>
                </a:lnTo>
                <a:lnTo>
                  <a:pt x="129818" y="243992"/>
                </a:lnTo>
                <a:lnTo>
                  <a:pt x="111737" y="258347"/>
                </a:lnTo>
                <a:lnTo>
                  <a:pt x="84040" y="285468"/>
                </a:lnTo>
                <a:lnTo>
                  <a:pt x="52869" y="321049"/>
                </a:lnTo>
                <a:lnTo>
                  <a:pt x="24370" y="360783"/>
                </a:lnTo>
                <a:lnTo>
                  <a:pt x="4689" y="400365"/>
                </a:lnTo>
                <a:lnTo>
                  <a:pt x="0" y="435261"/>
                </a:lnTo>
                <a:lnTo>
                  <a:pt x="15" y="435563"/>
                </a:lnTo>
                <a:lnTo>
                  <a:pt x="16356" y="461848"/>
                </a:lnTo>
                <a:lnTo>
                  <a:pt x="66745" y="485435"/>
                </a:lnTo>
                <a:lnTo>
                  <a:pt x="121633" y="496971"/>
                </a:lnTo>
                <a:lnTo>
                  <a:pt x="170431" y="500848"/>
                </a:lnTo>
                <a:lnTo>
                  <a:pt x="178536" y="500848"/>
                </a:lnTo>
                <a:lnTo>
                  <a:pt x="197458" y="501053"/>
                </a:lnTo>
                <a:lnTo>
                  <a:pt x="215249" y="500848"/>
                </a:lnTo>
                <a:lnTo>
                  <a:pt x="243270" y="499419"/>
                </a:lnTo>
                <a:lnTo>
                  <a:pt x="277839" y="495539"/>
                </a:lnTo>
                <a:lnTo>
                  <a:pt x="315276" y="487984"/>
                </a:lnTo>
                <a:lnTo>
                  <a:pt x="315276" y="461848"/>
                </a:lnTo>
                <a:lnTo>
                  <a:pt x="262914" y="461848"/>
                </a:lnTo>
                <a:lnTo>
                  <a:pt x="267454" y="461030"/>
                </a:lnTo>
                <a:lnTo>
                  <a:pt x="267607" y="461030"/>
                </a:lnTo>
                <a:lnTo>
                  <a:pt x="280913" y="457758"/>
                </a:lnTo>
                <a:lnTo>
                  <a:pt x="297890" y="451732"/>
                </a:lnTo>
                <a:lnTo>
                  <a:pt x="315276" y="442239"/>
                </a:lnTo>
                <a:lnTo>
                  <a:pt x="315276" y="342023"/>
                </a:lnTo>
                <a:lnTo>
                  <a:pt x="300516" y="322247"/>
                </a:lnTo>
                <a:lnTo>
                  <a:pt x="287187" y="306352"/>
                </a:lnTo>
                <a:lnTo>
                  <a:pt x="277539" y="295767"/>
                </a:lnTo>
                <a:lnTo>
                  <a:pt x="273823" y="291922"/>
                </a:lnTo>
                <a:lnTo>
                  <a:pt x="315276" y="291922"/>
                </a:lnTo>
                <a:lnTo>
                  <a:pt x="315276" y="287566"/>
                </a:lnTo>
                <a:lnTo>
                  <a:pt x="300719" y="272176"/>
                </a:lnTo>
                <a:lnTo>
                  <a:pt x="287182" y="259240"/>
                </a:lnTo>
                <a:lnTo>
                  <a:pt x="275691" y="249573"/>
                </a:lnTo>
                <a:lnTo>
                  <a:pt x="267270" y="243992"/>
                </a:lnTo>
                <a:lnTo>
                  <a:pt x="265565" y="242595"/>
                </a:lnTo>
                <a:lnTo>
                  <a:pt x="261815" y="237726"/>
                </a:lnTo>
                <a:lnTo>
                  <a:pt x="258065" y="228363"/>
                </a:lnTo>
                <a:lnTo>
                  <a:pt x="256361" y="213486"/>
                </a:lnTo>
                <a:lnTo>
                  <a:pt x="256361" y="95846"/>
                </a:lnTo>
                <a:lnTo>
                  <a:pt x="262914" y="93675"/>
                </a:lnTo>
                <a:lnTo>
                  <a:pt x="267270" y="87134"/>
                </a:lnTo>
                <a:lnTo>
                  <a:pt x="267270" y="80606"/>
                </a:lnTo>
                <a:close/>
              </a:path>
              <a:path w="395604" h="501650" extrusionOk="0">
                <a:moveTo>
                  <a:pt x="315276" y="287566"/>
                </a:moveTo>
                <a:lnTo>
                  <a:pt x="315276" y="326770"/>
                </a:lnTo>
                <a:lnTo>
                  <a:pt x="334812" y="347436"/>
                </a:lnTo>
                <a:lnTo>
                  <a:pt x="352096" y="369530"/>
                </a:lnTo>
                <a:lnTo>
                  <a:pt x="364061" y="392030"/>
                </a:lnTo>
                <a:lnTo>
                  <a:pt x="367638" y="413918"/>
                </a:lnTo>
                <a:lnTo>
                  <a:pt x="363139" y="429883"/>
                </a:lnTo>
                <a:lnTo>
                  <a:pt x="351277" y="441966"/>
                </a:lnTo>
                <a:lnTo>
                  <a:pt x="334505" y="450372"/>
                </a:lnTo>
                <a:lnTo>
                  <a:pt x="315276" y="455307"/>
                </a:lnTo>
                <a:lnTo>
                  <a:pt x="315276" y="487984"/>
                </a:lnTo>
                <a:lnTo>
                  <a:pt x="364675" y="469603"/>
                </a:lnTo>
                <a:lnTo>
                  <a:pt x="395218" y="435563"/>
                </a:lnTo>
                <a:lnTo>
                  <a:pt x="391465" y="401124"/>
                </a:lnTo>
                <a:lnTo>
                  <a:pt x="373050" y="362398"/>
                </a:lnTo>
                <a:lnTo>
                  <a:pt x="345733" y="323256"/>
                </a:lnTo>
                <a:lnTo>
                  <a:pt x="315276" y="287566"/>
                </a:lnTo>
                <a:close/>
              </a:path>
              <a:path w="395604" h="501650" extrusionOk="0">
                <a:moveTo>
                  <a:pt x="315276" y="455307"/>
                </a:moveTo>
                <a:lnTo>
                  <a:pt x="296046" y="459088"/>
                </a:lnTo>
                <a:lnTo>
                  <a:pt x="279275" y="461030"/>
                </a:lnTo>
                <a:lnTo>
                  <a:pt x="265718" y="461848"/>
                </a:lnTo>
                <a:lnTo>
                  <a:pt x="315276" y="461848"/>
                </a:lnTo>
                <a:lnTo>
                  <a:pt x="315276" y="455307"/>
                </a:lnTo>
                <a:close/>
              </a:path>
              <a:path w="395604" h="501650" extrusionOk="0">
                <a:moveTo>
                  <a:pt x="315276" y="342023"/>
                </a:moveTo>
                <a:lnTo>
                  <a:pt x="315276" y="442239"/>
                </a:lnTo>
                <a:lnTo>
                  <a:pt x="325847" y="435261"/>
                </a:lnTo>
                <a:lnTo>
                  <a:pt x="334370" y="427261"/>
                </a:lnTo>
                <a:lnTo>
                  <a:pt x="340436" y="418034"/>
                </a:lnTo>
                <a:lnTo>
                  <a:pt x="343635" y="407377"/>
                </a:lnTo>
                <a:lnTo>
                  <a:pt x="342274" y="392878"/>
                </a:lnTo>
                <a:lnTo>
                  <a:pt x="336004" y="376334"/>
                </a:lnTo>
                <a:lnTo>
                  <a:pt x="326460" y="358973"/>
                </a:lnTo>
                <a:lnTo>
                  <a:pt x="315276" y="342023"/>
                </a:lnTo>
                <a:close/>
              </a:path>
              <a:path w="395604" h="501650" extrusionOk="0">
                <a:moveTo>
                  <a:pt x="315276" y="291922"/>
                </a:moveTo>
                <a:lnTo>
                  <a:pt x="273823" y="291922"/>
                </a:lnTo>
                <a:lnTo>
                  <a:pt x="277232" y="294609"/>
                </a:lnTo>
                <a:lnTo>
                  <a:pt x="286367" y="301993"/>
                </a:lnTo>
                <a:lnTo>
                  <a:pt x="299594" y="313053"/>
                </a:lnTo>
                <a:lnTo>
                  <a:pt x="315276" y="326770"/>
                </a:lnTo>
                <a:lnTo>
                  <a:pt x="315276" y="291922"/>
                </a:lnTo>
                <a:close/>
              </a:path>
              <a:path w="395604" h="501650" extrusionOk="0">
                <a:moveTo>
                  <a:pt x="271639" y="30492"/>
                </a:moveTo>
                <a:lnTo>
                  <a:pt x="123265" y="30492"/>
                </a:lnTo>
                <a:lnTo>
                  <a:pt x="123265" y="80606"/>
                </a:lnTo>
                <a:lnTo>
                  <a:pt x="271639" y="80606"/>
                </a:lnTo>
                <a:lnTo>
                  <a:pt x="271639" y="30492"/>
                </a:lnTo>
                <a:close/>
              </a:path>
              <a:path w="395604" h="501650" extrusionOk="0">
                <a:moveTo>
                  <a:pt x="197458" y="0"/>
                </a:moveTo>
                <a:lnTo>
                  <a:pt x="168713" y="2280"/>
                </a:lnTo>
                <a:lnTo>
                  <a:pt x="145904" y="8440"/>
                </a:lnTo>
                <a:lnTo>
                  <a:pt x="130869" y="17461"/>
                </a:lnTo>
                <a:lnTo>
                  <a:pt x="125449" y="28320"/>
                </a:lnTo>
                <a:lnTo>
                  <a:pt x="125449" y="30492"/>
                </a:lnTo>
                <a:lnTo>
                  <a:pt x="267270" y="30492"/>
                </a:lnTo>
                <a:lnTo>
                  <a:pt x="267270" y="28320"/>
                </a:lnTo>
                <a:lnTo>
                  <a:pt x="261884" y="17461"/>
                </a:lnTo>
                <a:lnTo>
                  <a:pt x="247090" y="8440"/>
                </a:lnTo>
                <a:lnTo>
                  <a:pt x="224932" y="2280"/>
                </a:lnTo>
                <a:lnTo>
                  <a:pt x="197458" y="0"/>
                </a:lnTo>
                <a:close/>
              </a:path>
            </a:pathLst>
          </a:custGeom>
          <a:solidFill>
            <a:srgbClr val="00B0F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29" name="Google Shape;129;p2"/>
          <p:cNvGrpSpPr/>
          <p:nvPr/>
        </p:nvGrpSpPr>
        <p:grpSpPr>
          <a:xfrm>
            <a:off x="7120571" y="1461983"/>
            <a:ext cx="3348722" cy="3881475"/>
            <a:chOff x="7120571" y="1461983"/>
            <a:chExt cx="3348722" cy="3881475"/>
          </a:xfrm>
        </p:grpSpPr>
        <p:sp>
          <p:nvSpPr>
            <p:cNvPr id="130" name="Google Shape;130;p2"/>
            <p:cNvSpPr/>
            <p:nvPr/>
          </p:nvSpPr>
          <p:spPr>
            <a:xfrm>
              <a:off x="9882826" y="1851050"/>
              <a:ext cx="257175" cy="487680"/>
            </a:xfrm>
            <a:custGeom>
              <a:avLst/>
              <a:gdLst/>
              <a:ahLst/>
              <a:cxnLst/>
              <a:rect l="l" t="t" r="r" b="b"/>
              <a:pathLst>
                <a:path w="257175" h="487680" extrusionOk="0">
                  <a:moveTo>
                    <a:pt x="0" y="0"/>
                  </a:moveTo>
                  <a:lnTo>
                    <a:pt x="0" y="487362"/>
                  </a:lnTo>
                  <a:lnTo>
                    <a:pt x="106362" y="487362"/>
                  </a:lnTo>
                  <a:lnTo>
                    <a:pt x="106362" y="423862"/>
                  </a:lnTo>
                  <a:lnTo>
                    <a:pt x="38100" y="423862"/>
                  </a:lnTo>
                  <a:lnTo>
                    <a:pt x="38100" y="190500"/>
                  </a:lnTo>
                  <a:lnTo>
                    <a:pt x="100500" y="190500"/>
                  </a:lnTo>
                  <a:lnTo>
                    <a:pt x="0" y="0"/>
                  </a:lnTo>
                  <a:close/>
                </a:path>
                <a:path w="257175" h="487680" extrusionOk="0">
                  <a:moveTo>
                    <a:pt x="106362" y="201612"/>
                  </a:moveTo>
                  <a:lnTo>
                    <a:pt x="106362" y="306387"/>
                  </a:lnTo>
                  <a:lnTo>
                    <a:pt x="174625" y="423862"/>
                  </a:lnTo>
                  <a:lnTo>
                    <a:pt x="106362" y="423862"/>
                  </a:lnTo>
                  <a:lnTo>
                    <a:pt x="106362" y="487362"/>
                  </a:lnTo>
                  <a:lnTo>
                    <a:pt x="257175" y="487362"/>
                  </a:lnTo>
                  <a:lnTo>
                    <a:pt x="106362" y="201612"/>
                  </a:lnTo>
                  <a:close/>
                </a:path>
                <a:path w="257175" h="487680" extrusionOk="0">
                  <a:moveTo>
                    <a:pt x="100500" y="190500"/>
                  </a:moveTo>
                  <a:lnTo>
                    <a:pt x="38100" y="190500"/>
                  </a:lnTo>
                  <a:lnTo>
                    <a:pt x="106362" y="306387"/>
                  </a:lnTo>
                  <a:lnTo>
                    <a:pt x="106362" y="201612"/>
                  </a:lnTo>
                  <a:lnTo>
                    <a:pt x="100500" y="190500"/>
                  </a:lnTo>
                  <a:close/>
                </a:path>
              </a:pathLst>
            </a:custGeom>
            <a:solidFill>
              <a:srgbClr val="0170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131" name="Google Shape;131;p2"/>
            <p:cNvPicPr preferRelativeResize="0"/>
            <p:nvPr/>
          </p:nvPicPr>
          <p:blipFill rotWithShape="1">
            <a:blip r:embed="rId5">
              <a:alphaModFix/>
            </a:blip>
            <a:srcRect/>
            <a:stretch/>
          </p:blipFill>
          <p:spPr>
            <a:xfrm>
              <a:off x="7120571" y="1461983"/>
              <a:ext cx="3348722" cy="3881475"/>
            </a:xfrm>
            <a:prstGeom prst="rect">
              <a:avLst/>
            </a:prstGeom>
            <a:noFill/>
            <a:ln>
              <a:noFill/>
            </a:ln>
          </p:spPr>
        </p:pic>
        <p:sp>
          <p:nvSpPr>
            <p:cNvPr id="132" name="Google Shape;132;p2"/>
            <p:cNvSpPr/>
            <p:nvPr/>
          </p:nvSpPr>
          <p:spPr>
            <a:xfrm>
              <a:off x="7390446" y="2004090"/>
              <a:ext cx="297180" cy="516890"/>
            </a:xfrm>
            <a:custGeom>
              <a:avLst/>
              <a:gdLst/>
              <a:ahLst/>
              <a:cxnLst/>
              <a:rect l="l" t="t" r="r" b="b"/>
              <a:pathLst>
                <a:path w="297179" h="516889" extrusionOk="0">
                  <a:moveTo>
                    <a:pt x="117881" y="438452"/>
                  </a:moveTo>
                  <a:lnTo>
                    <a:pt x="78587" y="466773"/>
                  </a:lnTo>
                  <a:lnTo>
                    <a:pt x="78448" y="482877"/>
                  </a:lnTo>
                  <a:lnTo>
                    <a:pt x="84040" y="497550"/>
                  </a:lnTo>
                  <a:lnTo>
                    <a:pt x="94544" y="509362"/>
                  </a:lnTo>
                  <a:lnTo>
                    <a:pt x="109143" y="516887"/>
                  </a:lnTo>
                  <a:lnTo>
                    <a:pt x="117881" y="516887"/>
                  </a:lnTo>
                  <a:lnTo>
                    <a:pt x="117881" y="438452"/>
                  </a:lnTo>
                  <a:close/>
                </a:path>
                <a:path w="297179" h="516889" extrusionOk="0">
                  <a:moveTo>
                    <a:pt x="128790" y="438452"/>
                  </a:moveTo>
                  <a:lnTo>
                    <a:pt x="117881" y="438452"/>
                  </a:lnTo>
                  <a:lnTo>
                    <a:pt x="117881" y="516887"/>
                  </a:lnTo>
                  <a:lnTo>
                    <a:pt x="157162" y="488566"/>
                  </a:lnTo>
                  <a:lnTo>
                    <a:pt x="157642" y="472461"/>
                  </a:lnTo>
                  <a:lnTo>
                    <a:pt x="152801" y="457789"/>
                  </a:lnTo>
                  <a:lnTo>
                    <a:pt x="143131" y="446078"/>
                  </a:lnTo>
                  <a:lnTo>
                    <a:pt x="128790" y="438452"/>
                  </a:lnTo>
                  <a:close/>
                </a:path>
                <a:path w="297179" h="516889" extrusionOk="0">
                  <a:moveTo>
                    <a:pt x="237214" y="0"/>
                  </a:moveTo>
                  <a:lnTo>
                    <a:pt x="226198" y="4358"/>
                  </a:lnTo>
                  <a:lnTo>
                    <a:pt x="217227" y="12800"/>
                  </a:lnTo>
                  <a:lnTo>
                    <a:pt x="211734" y="24508"/>
                  </a:lnTo>
                  <a:lnTo>
                    <a:pt x="176809" y="157401"/>
                  </a:lnTo>
                  <a:lnTo>
                    <a:pt x="160852" y="158286"/>
                  </a:lnTo>
                  <a:lnTo>
                    <a:pt x="145711" y="161214"/>
                  </a:lnTo>
                  <a:lnTo>
                    <a:pt x="131387" y="166595"/>
                  </a:lnTo>
                  <a:lnTo>
                    <a:pt x="117881" y="174838"/>
                  </a:lnTo>
                  <a:lnTo>
                    <a:pt x="117881" y="403590"/>
                  </a:lnTo>
                  <a:lnTo>
                    <a:pt x="285953" y="447164"/>
                  </a:lnTo>
                  <a:lnTo>
                    <a:pt x="296862" y="403590"/>
                  </a:lnTo>
                  <a:lnTo>
                    <a:pt x="290861" y="400050"/>
                  </a:lnTo>
                  <a:lnTo>
                    <a:pt x="278312" y="389974"/>
                  </a:lnTo>
                  <a:lnTo>
                    <a:pt x="267399" y="374181"/>
                  </a:lnTo>
                  <a:lnTo>
                    <a:pt x="266306" y="353489"/>
                  </a:lnTo>
                  <a:lnTo>
                    <a:pt x="271799" y="334081"/>
                  </a:lnTo>
                  <a:lnTo>
                    <a:pt x="277494" y="312633"/>
                  </a:lnTo>
                  <a:lnTo>
                    <a:pt x="281961" y="295271"/>
                  </a:lnTo>
                  <a:lnTo>
                    <a:pt x="283768" y="288122"/>
                  </a:lnTo>
                  <a:lnTo>
                    <a:pt x="287042" y="249863"/>
                  </a:lnTo>
                  <a:lnTo>
                    <a:pt x="278858" y="217319"/>
                  </a:lnTo>
                  <a:lnTo>
                    <a:pt x="261671" y="191310"/>
                  </a:lnTo>
                  <a:lnTo>
                    <a:pt x="237934" y="172653"/>
                  </a:lnTo>
                  <a:lnTo>
                    <a:pt x="270675" y="39761"/>
                  </a:lnTo>
                  <a:lnTo>
                    <a:pt x="271562" y="26889"/>
                  </a:lnTo>
                  <a:lnTo>
                    <a:pt x="267946" y="15246"/>
                  </a:lnTo>
                  <a:lnTo>
                    <a:pt x="260236" y="6056"/>
                  </a:lnTo>
                  <a:lnTo>
                    <a:pt x="248843" y="543"/>
                  </a:lnTo>
                  <a:lnTo>
                    <a:pt x="237214" y="0"/>
                  </a:lnTo>
                  <a:close/>
                </a:path>
                <a:path w="297179" h="516889" extrusionOk="0">
                  <a:moveTo>
                    <a:pt x="117881" y="174838"/>
                  </a:moveTo>
                  <a:lnTo>
                    <a:pt x="86873" y="215279"/>
                  </a:lnTo>
                  <a:lnTo>
                    <a:pt x="74493" y="257628"/>
                  </a:lnTo>
                  <a:lnTo>
                    <a:pt x="63309" y="301203"/>
                  </a:lnTo>
                  <a:lnTo>
                    <a:pt x="51437" y="318151"/>
                  </a:lnTo>
                  <a:lnTo>
                    <a:pt x="33839" y="325706"/>
                  </a:lnTo>
                  <a:lnTo>
                    <a:pt x="17878" y="327544"/>
                  </a:lnTo>
                  <a:lnTo>
                    <a:pt x="10873" y="327544"/>
                  </a:lnTo>
                  <a:lnTo>
                    <a:pt x="0" y="373098"/>
                  </a:lnTo>
                  <a:lnTo>
                    <a:pt x="117881" y="403590"/>
                  </a:lnTo>
                  <a:lnTo>
                    <a:pt x="117881" y="327544"/>
                  </a:lnTo>
                  <a:lnTo>
                    <a:pt x="17878" y="327544"/>
                  </a:lnTo>
                  <a:lnTo>
                    <a:pt x="10921" y="327339"/>
                  </a:lnTo>
                  <a:lnTo>
                    <a:pt x="117881" y="327339"/>
                  </a:lnTo>
                  <a:lnTo>
                    <a:pt x="117881" y="174838"/>
                  </a:lnTo>
                  <a:close/>
                </a:path>
              </a:pathLst>
            </a:custGeom>
            <a:solidFill>
              <a:srgbClr val="0170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33" name="Google Shape;133;p2"/>
          <p:cNvSpPr/>
          <p:nvPr/>
        </p:nvSpPr>
        <p:spPr>
          <a:xfrm>
            <a:off x="2870158" y="2747194"/>
            <a:ext cx="3712845" cy="76200"/>
          </a:xfrm>
          <a:custGeom>
            <a:avLst/>
            <a:gdLst/>
            <a:ahLst/>
            <a:cxnLst/>
            <a:rect l="l" t="t" r="r" b="b"/>
            <a:pathLst>
              <a:path w="3712845" h="76200" extrusionOk="0">
                <a:moveTo>
                  <a:pt x="38100" y="0"/>
                </a:moveTo>
                <a:lnTo>
                  <a:pt x="23268" y="2993"/>
                </a:lnTo>
                <a:lnTo>
                  <a:pt x="11158" y="11158"/>
                </a:lnTo>
                <a:lnTo>
                  <a:pt x="2993" y="23268"/>
                </a:lnTo>
                <a:lnTo>
                  <a:pt x="0" y="38100"/>
                </a:lnTo>
                <a:lnTo>
                  <a:pt x="2993" y="52931"/>
                </a:lnTo>
                <a:lnTo>
                  <a:pt x="11158" y="65041"/>
                </a:lnTo>
                <a:lnTo>
                  <a:pt x="23268" y="73206"/>
                </a:lnTo>
                <a:lnTo>
                  <a:pt x="38100" y="76200"/>
                </a:lnTo>
                <a:lnTo>
                  <a:pt x="52931" y="73206"/>
                </a:lnTo>
                <a:lnTo>
                  <a:pt x="65041" y="65041"/>
                </a:lnTo>
                <a:lnTo>
                  <a:pt x="73206" y="52931"/>
                </a:lnTo>
                <a:lnTo>
                  <a:pt x="75559" y="41275"/>
                </a:lnTo>
                <a:lnTo>
                  <a:pt x="38100" y="41275"/>
                </a:lnTo>
                <a:lnTo>
                  <a:pt x="38100" y="34925"/>
                </a:lnTo>
                <a:lnTo>
                  <a:pt x="75559" y="34925"/>
                </a:lnTo>
                <a:lnTo>
                  <a:pt x="73206" y="23268"/>
                </a:lnTo>
                <a:lnTo>
                  <a:pt x="65041" y="11158"/>
                </a:lnTo>
                <a:lnTo>
                  <a:pt x="52931" y="2993"/>
                </a:lnTo>
                <a:lnTo>
                  <a:pt x="38100" y="0"/>
                </a:lnTo>
                <a:close/>
              </a:path>
              <a:path w="3712845" h="76200" extrusionOk="0">
                <a:moveTo>
                  <a:pt x="57150" y="34925"/>
                </a:moveTo>
                <a:lnTo>
                  <a:pt x="38100" y="34925"/>
                </a:lnTo>
                <a:lnTo>
                  <a:pt x="38100" y="41275"/>
                </a:lnTo>
                <a:lnTo>
                  <a:pt x="57150" y="41275"/>
                </a:lnTo>
                <a:lnTo>
                  <a:pt x="57150" y="34925"/>
                </a:lnTo>
                <a:close/>
              </a:path>
              <a:path w="3712845" h="76200" extrusionOk="0">
                <a:moveTo>
                  <a:pt x="63500" y="34925"/>
                </a:moveTo>
                <a:lnTo>
                  <a:pt x="57150" y="34925"/>
                </a:lnTo>
                <a:lnTo>
                  <a:pt x="57150" y="41275"/>
                </a:lnTo>
                <a:lnTo>
                  <a:pt x="63500" y="41275"/>
                </a:lnTo>
                <a:lnTo>
                  <a:pt x="63500" y="34925"/>
                </a:lnTo>
                <a:close/>
              </a:path>
              <a:path w="3712845" h="76200" extrusionOk="0">
                <a:moveTo>
                  <a:pt x="75559" y="34925"/>
                </a:moveTo>
                <a:lnTo>
                  <a:pt x="63500" y="34925"/>
                </a:lnTo>
                <a:lnTo>
                  <a:pt x="63500" y="41275"/>
                </a:lnTo>
                <a:lnTo>
                  <a:pt x="75559" y="41275"/>
                </a:lnTo>
                <a:lnTo>
                  <a:pt x="76200" y="38100"/>
                </a:lnTo>
                <a:lnTo>
                  <a:pt x="75559" y="34925"/>
                </a:lnTo>
                <a:close/>
              </a:path>
              <a:path w="3712845" h="76200" extrusionOk="0">
                <a:moveTo>
                  <a:pt x="82550" y="34925"/>
                </a:moveTo>
                <a:lnTo>
                  <a:pt x="75559" y="34925"/>
                </a:lnTo>
                <a:lnTo>
                  <a:pt x="76200" y="38100"/>
                </a:lnTo>
                <a:lnTo>
                  <a:pt x="75559" y="41275"/>
                </a:lnTo>
                <a:lnTo>
                  <a:pt x="82550" y="41275"/>
                </a:lnTo>
                <a:lnTo>
                  <a:pt x="82550" y="34925"/>
                </a:lnTo>
                <a:close/>
              </a:path>
              <a:path w="3712845" h="76200" extrusionOk="0">
                <a:moveTo>
                  <a:pt x="107950" y="34925"/>
                </a:moveTo>
                <a:lnTo>
                  <a:pt x="88900" y="34925"/>
                </a:lnTo>
                <a:lnTo>
                  <a:pt x="88900" y="41275"/>
                </a:lnTo>
                <a:lnTo>
                  <a:pt x="107950" y="41275"/>
                </a:lnTo>
                <a:lnTo>
                  <a:pt x="107950" y="34925"/>
                </a:lnTo>
                <a:close/>
              </a:path>
              <a:path w="3712845" h="76200" extrusionOk="0">
                <a:moveTo>
                  <a:pt x="133350" y="34925"/>
                </a:moveTo>
                <a:lnTo>
                  <a:pt x="114300" y="34925"/>
                </a:lnTo>
                <a:lnTo>
                  <a:pt x="114300" y="41275"/>
                </a:lnTo>
                <a:lnTo>
                  <a:pt x="133350" y="41275"/>
                </a:lnTo>
                <a:lnTo>
                  <a:pt x="133350" y="34925"/>
                </a:lnTo>
                <a:close/>
              </a:path>
              <a:path w="3712845" h="76200" extrusionOk="0">
                <a:moveTo>
                  <a:pt x="158750" y="34925"/>
                </a:moveTo>
                <a:lnTo>
                  <a:pt x="139700" y="34925"/>
                </a:lnTo>
                <a:lnTo>
                  <a:pt x="139700" y="41275"/>
                </a:lnTo>
                <a:lnTo>
                  <a:pt x="158750" y="41275"/>
                </a:lnTo>
                <a:lnTo>
                  <a:pt x="158750" y="34925"/>
                </a:lnTo>
                <a:close/>
              </a:path>
              <a:path w="3712845" h="76200" extrusionOk="0">
                <a:moveTo>
                  <a:pt x="184150" y="34925"/>
                </a:moveTo>
                <a:lnTo>
                  <a:pt x="165100" y="34925"/>
                </a:lnTo>
                <a:lnTo>
                  <a:pt x="165100" y="41275"/>
                </a:lnTo>
                <a:lnTo>
                  <a:pt x="184150" y="41275"/>
                </a:lnTo>
                <a:lnTo>
                  <a:pt x="184150" y="34925"/>
                </a:lnTo>
                <a:close/>
              </a:path>
              <a:path w="3712845" h="76200" extrusionOk="0">
                <a:moveTo>
                  <a:pt x="209550" y="34925"/>
                </a:moveTo>
                <a:lnTo>
                  <a:pt x="190500" y="34925"/>
                </a:lnTo>
                <a:lnTo>
                  <a:pt x="190500" y="41275"/>
                </a:lnTo>
                <a:lnTo>
                  <a:pt x="209550" y="41275"/>
                </a:lnTo>
                <a:lnTo>
                  <a:pt x="209550" y="34925"/>
                </a:lnTo>
                <a:close/>
              </a:path>
              <a:path w="3712845" h="76200" extrusionOk="0">
                <a:moveTo>
                  <a:pt x="234950" y="34925"/>
                </a:moveTo>
                <a:lnTo>
                  <a:pt x="215900" y="34925"/>
                </a:lnTo>
                <a:lnTo>
                  <a:pt x="215900" y="41275"/>
                </a:lnTo>
                <a:lnTo>
                  <a:pt x="234950" y="41275"/>
                </a:lnTo>
                <a:lnTo>
                  <a:pt x="234950" y="34925"/>
                </a:lnTo>
                <a:close/>
              </a:path>
              <a:path w="3712845" h="76200" extrusionOk="0">
                <a:moveTo>
                  <a:pt x="260350" y="34925"/>
                </a:moveTo>
                <a:lnTo>
                  <a:pt x="241300" y="34925"/>
                </a:lnTo>
                <a:lnTo>
                  <a:pt x="241300" y="41275"/>
                </a:lnTo>
                <a:lnTo>
                  <a:pt x="260350" y="41275"/>
                </a:lnTo>
                <a:lnTo>
                  <a:pt x="260350" y="34925"/>
                </a:lnTo>
                <a:close/>
              </a:path>
              <a:path w="3712845" h="76200" extrusionOk="0">
                <a:moveTo>
                  <a:pt x="285750" y="34925"/>
                </a:moveTo>
                <a:lnTo>
                  <a:pt x="266700" y="34925"/>
                </a:lnTo>
                <a:lnTo>
                  <a:pt x="266700" y="41275"/>
                </a:lnTo>
                <a:lnTo>
                  <a:pt x="285750" y="41275"/>
                </a:lnTo>
                <a:lnTo>
                  <a:pt x="285750" y="34925"/>
                </a:lnTo>
                <a:close/>
              </a:path>
              <a:path w="3712845" h="76200" extrusionOk="0">
                <a:moveTo>
                  <a:pt x="311150" y="34925"/>
                </a:moveTo>
                <a:lnTo>
                  <a:pt x="292100" y="34925"/>
                </a:lnTo>
                <a:lnTo>
                  <a:pt x="292100" y="41275"/>
                </a:lnTo>
                <a:lnTo>
                  <a:pt x="311150" y="41275"/>
                </a:lnTo>
                <a:lnTo>
                  <a:pt x="311150" y="34925"/>
                </a:lnTo>
                <a:close/>
              </a:path>
              <a:path w="3712845" h="76200" extrusionOk="0">
                <a:moveTo>
                  <a:pt x="336550" y="34925"/>
                </a:moveTo>
                <a:lnTo>
                  <a:pt x="317500" y="34925"/>
                </a:lnTo>
                <a:lnTo>
                  <a:pt x="317500" y="41275"/>
                </a:lnTo>
                <a:lnTo>
                  <a:pt x="336550" y="41275"/>
                </a:lnTo>
                <a:lnTo>
                  <a:pt x="336550" y="34925"/>
                </a:lnTo>
                <a:close/>
              </a:path>
              <a:path w="3712845" h="76200" extrusionOk="0">
                <a:moveTo>
                  <a:pt x="361950" y="34925"/>
                </a:moveTo>
                <a:lnTo>
                  <a:pt x="342900" y="34925"/>
                </a:lnTo>
                <a:lnTo>
                  <a:pt x="342900" y="41275"/>
                </a:lnTo>
                <a:lnTo>
                  <a:pt x="361950" y="41275"/>
                </a:lnTo>
                <a:lnTo>
                  <a:pt x="361950" y="34925"/>
                </a:lnTo>
                <a:close/>
              </a:path>
              <a:path w="3712845" h="76200" extrusionOk="0">
                <a:moveTo>
                  <a:pt x="387350" y="34925"/>
                </a:moveTo>
                <a:lnTo>
                  <a:pt x="368300" y="34925"/>
                </a:lnTo>
                <a:lnTo>
                  <a:pt x="368300" y="41275"/>
                </a:lnTo>
                <a:lnTo>
                  <a:pt x="387350" y="41275"/>
                </a:lnTo>
                <a:lnTo>
                  <a:pt x="387350" y="34925"/>
                </a:lnTo>
                <a:close/>
              </a:path>
              <a:path w="3712845" h="76200" extrusionOk="0">
                <a:moveTo>
                  <a:pt x="412750" y="34925"/>
                </a:moveTo>
                <a:lnTo>
                  <a:pt x="393700" y="34925"/>
                </a:lnTo>
                <a:lnTo>
                  <a:pt x="393700" y="41275"/>
                </a:lnTo>
                <a:lnTo>
                  <a:pt x="412750" y="41275"/>
                </a:lnTo>
                <a:lnTo>
                  <a:pt x="412750" y="34925"/>
                </a:lnTo>
                <a:close/>
              </a:path>
              <a:path w="3712845" h="76200" extrusionOk="0">
                <a:moveTo>
                  <a:pt x="438150" y="34925"/>
                </a:moveTo>
                <a:lnTo>
                  <a:pt x="419100" y="34925"/>
                </a:lnTo>
                <a:lnTo>
                  <a:pt x="419100" y="41275"/>
                </a:lnTo>
                <a:lnTo>
                  <a:pt x="438150" y="41275"/>
                </a:lnTo>
                <a:lnTo>
                  <a:pt x="438150" y="34925"/>
                </a:lnTo>
                <a:close/>
              </a:path>
              <a:path w="3712845" h="76200" extrusionOk="0">
                <a:moveTo>
                  <a:pt x="463550" y="34925"/>
                </a:moveTo>
                <a:lnTo>
                  <a:pt x="444500" y="34925"/>
                </a:lnTo>
                <a:lnTo>
                  <a:pt x="444500" y="41275"/>
                </a:lnTo>
                <a:lnTo>
                  <a:pt x="463550" y="41275"/>
                </a:lnTo>
                <a:lnTo>
                  <a:pt x="463550" y="34925"/>
                </a:lnTo>
                <a:close/>
              </a:path>
              <a:path w="3712845" h="76200" extrusionOk="0">
                <a:moveTo>
                  <a:pt x="488950" y="34925"/>
                </a:moveTo>
                <a:lnTo>
                  <a:pt x="469900" y="34925"/>
                </a:lnTo>
                <a:lnTo>
                  <a:pt x="469900" y="41275"/>
                </a:lnTo>
                <a:lnTo>
                  <a:pt x="488950" y="41275"/>
                </a:lnTo>
                <a:lnTo>
                  <a:pt x="488950" y="34925"/>
                </a:lnTo>
                <a:close/>
              </a:path>
              <a:path w="3712845" h="76200" extrusionOk="0">
                <a:moveTo>
                  <a:pt x="514350" y="34925"/>
                </a:moveTo>
                <a:lnTo>
                  <a:pt x="495300" y="34925"/>
                </a:lnTo>
                <a:lnTo>
                  <a:pt x="495300" y="41275"/>
                </a:lnTo>
                <a:lnTo>
                  <a:pt x="514350" y="41275"/>
                </a:lnTo>
                <a:lnTo>
                  <a:pt x="514350" y="34925"/>
                </a:lnTo>
                <a:close/>
              </a:path>
              <a:path w="3712845" h="76200" extrusionOk="0">
                <a:moveTo>
                  <a:pt x="539750" y="34925"/>
                </a:moveTo>
                <a:lnTo>
                  <a:pt x="520700" y="34925"/>
                </a:lnTo>
                <a:lnTo>
                  <a:pt x="520700" y="41275"/>
                </a:lnTo>
                <a:lnTo>
                  <a:pt x="539750" y="41275"/>
                </a:lnTo>
                <a:lnTo>
                  <a:pt x="539750" y="34925"/>
                </a:lnTo>
                <a:close/>
              </a:path>
              <a:path w="3712845" h="76200" extrusionOk="0">
                <a:moveTo>
                  <a:pt x="565150" y="34925"/>
                </a:moveTo>
                <a:lnTo>
                  <a:pt x="546100" y="34925"/>
                </a:lnTo>
                <a:lnTo>
                  <a:pt x="546100" y="41275"/>
                </a:lnTo>
                <a:lnTo>
                  <a:pt x="565150" y="41275"/>
                </a:lnTo>
                <a:lnTo>
                  <a:pt x="565150" y="34925"/>
                </a:lnTo>
                <a:close/>
              </a:path>
              <a:path w="3712845" h="76200" extrusionOk="0">
                <a:moveTo>
                  <a:pt x="590550" y="34925"/>
                </a:moveTo>
                <a:lnTo>
                  <a:pt x="571500" y="34925"/>
                </a:lnTo>
                <a:lnTo>
                  <a:pt x="571500" y="41275"/>
                </a:lnTo>
                <a:lnTo>
                  <a:pt x="590550" y="41275"/>
                </a:lnTo>
                <a:lnTo>
                  <a:pt x="590550" y="34925"/>
                </a:lnTo>
                <a:close/>
              </a:path>
              <a:path w="3712845" h="76200" extrusionOk="0">
                <a:moveTo>
                  <a:pt x="615950" y="34925"/>
                </a:moveTo>
                <a:lnTo>
                  <a:pt x="596900" y="34925"/>
                </a:lnTo>
                <a:lnTo>
                  <a:pt x="596900" y="41275"/>
                </a:lnTo>
                <a:lnTo>
                  <a:pt x="615950" y="41275"/>
                </a:lnTo>
                <a:lnTo>
                  <a:pt x="615950" y="34925"/>
                </a:lnTo>
                <a:close/>
              </a:path>
              <a:path w="3712845" h="76200" extrusionOk="0">
                <a:moveTo>
                  <a:pt x="641350" y="34925"/>
                </a:moveTo>
                <a:lnTo>
                  <a:pt x="622300" y="34925"/>
                </a:lnTo>
                <a:lnTo>
                  <a:pt x="622300" y="41275"/>
                </a:lnTo>
                <a:lnTo>
                  <a:pt x="641350" y="41275"/>
                </a:lnTo>
                <a:lnTo>
                  <a:pt x="641350" y="34925"/>
                </a:lnTo>
                <a:close/>
              </a:path>
              <a:path w="3712845" h="76200" extrusionOk="0">
                <a:moveTo>
                  <a:pt x="666750" y="34925"/>
                </a:moveTo>
                <a:lnTo>
                  <a:pt x="647700" y="34925"/>
                </a:lnTo>
                <a:lnTo>
                  <a:pt x="647700" y="41275"/>
                </a:lnTo>
                <a:lnTo>
                  <a:pt x="666750" y="41275"/>
                </a:lnTo>
                <a:lnTo>
                  <a:pt x="666750" y="34925"/>
                </a:lnTo>
                <a:close/>
              </a:path>
              <a:path w="3712845" h="76200" extrusionOk="0">
                <a:moveTo>
                  <a:pt x="692150" y="34925"/>
                </a:moveTo>
                <a:lnTo>
                  <a:pt x="673100" y="34925"/>
                </a:lnTo>
                <a:lnTo>
                  <a:pt x="673100" y="41275"/>
                </a:lnTo>
                <a:lnTo>
                  <a:pt x="692150" y="41275"/>
                </a:lnTo>
                <a:lnTo>
                  <a:pt x="692150" y="34925"/>
                </a:lnTo>
                <a:close/>
              </a:path>
              <a:path w="3712845" h="76200" extrusionOk="0">
                <a:moveTo>
                  <a:pt x="717550" y="34925"/>
                </a:moveTo>
                <a:lnTo>
                  <a:pt x="698500" y="34925"/>
                </a:lnTo>
                <a:lnTo>
                  <a:pt x="698500" y="41275"/>
                </a:lnTo>
                <a:lnTo>
                  <a:pt x="717550" y="41275"/>
                </a:lnTo>
                <a:lnTo>
                  <a:pt x="717550" y="34925"/>
                </a:lnTo>
                <a:close/>
              </a:path>
              <a:path w="3712845" h="76200" extrusionOk="0">
                <a:moveTo>
                  <a:pt x="742950" y="34925"/>
                </a:moveTo>
                <a:lnTo>
                  <a:pt x="723900" y="34925"/>
                </a:lnTo>
                <a:lnTo>
                  <a:pt x="723900" y="41275"/>
                </a:lnTo>
                <a:lnTo>
                  <a:pt x="742950" y="41275"/>
                </a:lnTo>
                <a:lnTo>
                  <a:pt x="742950" y="34925"/>
                </a:lnTo>
                <a:close/>
              </a:path>
              <a:path w="3712845" h="76200" extrusionOk="0">
                <a:moveTo>
                  <a:pt x="768350" y="34925"/>
                </a:moveTo>
                <a:lnTo>
                  <a:pt x="749300" y="34925"/>
                </a:lnTo>
                <a:lnTo>
                  <a:pt x="749300" y="41275"/>
                </a:lnTo>
                <a:lnTo>
                  <a:pt x="768350" y="41275"/>
                </a:lnTo>
                <a:lnTo>
                  <a:pt x="768350" y="34925"/>
                </a:lnTo>
                <a:close/>
              </a:path>
              <a:path w="3712845" h="76200" extrusionOk="0">
                <a:moveTo>
                  <a:pt x="793750" y="34925"/>
                </a:moveTo>
                <a:lnTo>
                  <a:pt x="774700" y="34925"/>
                </a:lnTo>
                <a:lnTo>
                  <a:pt x="774700" y="41275"/>
                </a:lnTo>
                <a:lnTo>
                  <a:pt x="793750" y="41275"/>
                </a:lnTo>
                <a:lnTo>
                  <a:pt x="793750" y="34925"/>
                </a:lnTo>
                <a:close/>
              </a:path>
              <a:path w="3712845" h="76200" extrusionOk="0">
                <a:moveTo>
                  <a:pt x="819150" y="34925"/>
                </a:moveTo>
                <a:lnTo>
                  <a:pt x="800100" y="34925"/>
                </a:lnTo>
                <a:lnTo>
                  <a:pt x="800100" y="41275"/>
                </a:lnTo>
                <a:lnTo>
                  <a:pt x="819150" y="41275"/>
                </a:lnTo>
                <a:lnTo>
                  <a:pt x="819150" y="34925"/>
                </a:lnTo>
                <a:close/>
              </a:path>
              <a:path w="3712845" h="76200" extrusionOk="0">
                <a:moveTo>
                  <a:pt x="844550" y="34925"/>
                </a:moveTo>
                <a:lnTo>
                  <a:pt x="825500" y="34925"/>
                </a:lnTo>
                <a:lnTo>
                  <a:pt x="825500" y="41275"/>
                </a:lnTo>
                <a:lnTo>
                  <a:pt x="844550" y="41275"/>
                </a:lnTo>
                <a:lnTo>
                  <a:pt x="844550" y="34925"/>
                </a:lnTo>
                <a:close/>
              </a:path>
              <a:path w="3712845" h="76200" extrusionOk="0">
                <a:moveTo>
                  <a:pt x="869950" y="34925"/>
                </a:moveTo>
                <a:lnTo>
                  <a:pt x="850900" y="34925"/>
                </a:lnTo>
                <a:lnTo>
                  <a:pt x="850900" y="41275"/>
                </a:lnTo>
                <a:lnTo>
                  <a:pt x="869950" y="41275"/>
                </a:lnTo>
                <a:lnTo>
                  <a:pt x="869950" y="34925"/>
                </a:lnTo>
                <a:close/>
              </a:path>
              <a:path w="3712845" h="76200" extrusionOk="0">
                <a:moveTo>
                  <a:pt x="895350" y="34925"/>
                </a:moveTo>
                <a:lnTo>
                  <a:pt x="876300" y="34925"/>
                </a:lnTo>
                <a:lnTo>
                  <a:pt x="876300" y="41275"/>
                </a:lnTo>
                <a:lnTo>
                  <a:pt x="895350" y="41275"/>
                </a:lnTo>
                <a:lnTo>
                  <a:pt x="895350" y="34925"/>
                </a:lnTo>
                <a:close/>
              </a:path>
              <a:path w="3712845" h="76200" extrusionOk="0">
                <a:moveTo>
                  <a:pt x="920750" y="34925"/>
                </a:moveTo>
                <a:lnTo>
                  <a:pt x="901700" y="34925"/>
                </a:lnTo>
                <a:lnTo>
                  <a:pt x="901700" y="41275"/>
                </a:lnTo>
                <a:lnTo>
                  <a:pt x="920750" y="41275"/>
                </a:lnTo>
                <a:lnTo>
                  <a:pt x="920750" y="34925"/>
                </a:lnTo>
                <a:close/>
              </a:path>
              <a:path w="3712845" h="76200" extrusionOk="0">
                <a:moveTo>
                  <a:pt x="946150" y="34925"/>
                </a:moveTo>
                <a:lnTo>
                  <a:pt x="927100" y="34925"/>
                </a:lnTo>
                <a:lnTo>
                  <a:pt x="927100" y="41275"/>
                </a:lnTo>
                <a:lnTo>
                  <a:pt x="946150" y="41275"/>
                </a:lnTo>
                <a:lnTo>
                  <a:pt x="946150" y="34925"/>
                </a:lnTo>
                <a:close/>
              </a:path>
              <a:path w="3712845" h="76200" extrusionOk="0">
                <a:moveTo>
                  <a:pt x="971550" y="34925"/>
                </a:moveTo>
                <a:lnTo>
                  <a:pt x="952500" y="34925"/>
                </a:lnTo>
                <a:lnTo>
                  <a:pt x="952500" y="41275"/>
                </a:lnTo>
                <a:lnTo>
                  <a:pt x="971550" y="41275"/>
                </a:lnTo>
                <a:lnTo>
                  <a:pt x="971550" y="34925"/>
                </a:lnTo>
                <a:close/>
              </a:path>
              <a:path w="3712845" h="76200" extrusionOk="0">
                <a:moveTo>
                  <a:pt x="996950" y="34925"/>
                </a:moveTo>
                <a:lnTo>
                  <a:pt x="977900" y="34925"/>
                </a:lnTo>
                <a:lnTo>
                  <a:pt x="977900" y="41275"/>
                </a:lnTo>
                <a:lnTo>
                  <a:pt x="996950" y="41275"/>
                </a:lnTo>
                <a:lnTo>
                  <a:pt x="996950" y="34925"/>
                </a:lnTo>
                <a:close/>
              </a:path>
              <a:path w="3712845" h="76200" extrusionOk="0">
                <a:moveTo>
                  <a:pt x="1022350" y="34925"/>
                </a:moveTo>
                <a:lnTo>
                  <a:pt x="1003300" y="34925"/>
                </a:lnTo>
                <a:lnTo>
                  <a:pt x="1003300" y="41275"/>
                </a:lnTo>
                <a:lnTo>
                  <a:pt x="1022350" y="41275"/>
                </a:lnTo>
                <a:lnTo>
                  <a:pt x="1022350" y="34925"/>
                </a:lnTo>
                <a:close/>
              </a:path>
              <a:path w="3712845" h="76200" extrusionOk="0">
                <a:moveTo>
                  <a:pt x="1047750" y="34925"/>
                </a:moveTo>
                <a:lnTo>
                  <a:pt x="1028700" y="34925"/>
                </a:lnTo>
                <a:lnTo>
                  <a:pt x="1028700" y="41275"/>
                </a:lnTo>
                <a:lnTo>
                  <a:pt x="1047750" y="41275"/>
                </a:lnTo>
                <a:lnTo>
                  <a:pt x="1047750" y="34925"/>
                </a:lnTo>
                <a:close/>
              </a:path>
              <a:path w="3712845" h="76200" extrusionOk="0">
                <a:moveTo>
                  <a:pt x="1073150" y="34925"/>
                </a:moveTo>
                <a:lnTo>
                  <a:pt x="1054100" y="34925"/>
                </a:lnTo>
                <a:lnTo>
                  <a:pt x="1054100" y="41275"/>
                </a:lnTo>
                <a:lnTo>
                  <a:pt x="1073150" y="41275"/>
                </a:lnTo>
                <a:lnTo>
                  <a:pt x="1073150" y="34925"/>
                </a:lnTo>
                <a:close/>
              </a:path>
              <a:path w="3712845" h="76200" extrusionOk="0">
                <a:moveTo>
                  <a:pt x="1098550" y="34925"/>
                </a:moveTo>
                <a:lnTo>
                  <a:pt x="1079500" y="34925"/>
                </a:lnTo>
                <a:lnTo>
                  <a:pt x="1079500" y="41275"/>
                </a:lnTo>
                <a:lnTo>
                  <a:pt x="1098550" y="41275"/>
                </a:lnTo>
                <a:lnTo>
                  <a:pt x="1098550" y="34925"/>
                </a:lnTo>
                <a:close/>
              </a:path>
              <a:path w="3712845" h="76200" extrusionOk="0">
                <a:moveTo>
                  <a:pt x="1123950" y="34925"/>
                </a:moveTo>
                <a:lnTo>
                  <a:pt x="1104900" y="34925"/>
                </a:lnTo>
                <a:lnTo>
                  <a:pt x="1104900" y="41275"/>
                </a:lnTo>
                <a:lnTo>
                  <a:pt x="1123950" y="41275"/>
                </a:lnTo>
                <a:lnTo>
                  <a:pt x="1123950" y="34925"/>
                </a:lnTo>
                <a:close/>
              </a:path>
              <a:path w="3712845" h="76200" extrusionOk="0">
                <a:moveTo>
                  <a:pt x="1149350" y="34925"/>
                </a:moveTo>
                <a:lnTo>
                  <a:pt x="1130300" y="34925"/>
                </a:lnTo>
                <a:lnTo>
                  <a:pt x="1130300" y="41275"/>
                </a:lnTo>
                <a:lnTo>
                  <a:pt x="1149350" y="41275"/>
                </a:lnTo>
                <a:lnTo>
                  <a:pt x="1149350" y="34925"/>
                </a:lnTo>
                <a:close/>
              </a:path>
              <a:path w="3712845" h="76200" extrusionOk="0">
                <a:moveTo>
                  <a:pt x="1174750" y="34925"/>
                </a:moveTo>
                <a:lnTo>
                  <a:pt x="1155700" y="34925"/>
                </a:lnTo>
                <a:lnTo>
                  <a:pt x="1155700" y="41275"/>
                </a:lnTo>
                <a:lnTo>
                  <a:pt x="1174750" y="41275"/>
                </a:lnTo>
                <a:lnTo>
                  <a:pt x="1174750" y="34925"/>
                </a:lnTo>
                <a:close/>
              </a:path>
              <a:path w="3712845" h="76200" extrusionOk="0">
                <a:moveTo>
                  <a:pt x="1200150" y="34925"/>
                </a:moveTo>
                <a:lnTo>
                  <a:pt x="1181100" y="34925"/>
                </a:lnTo>
                <a:lnTo>
                  <a:pt x="1181100" y="41275"/>
                </a:lnTo>
                <a:lnTo>
                  <a:pt x="1200150" y="41275"/>
                </a:lnTo>
                <a:lnTo>
                  <a:pt x="1200150" y="34925"/>
                </a:lnTo>
                <a:close/>
              </a:path>
              <a:path w="3712845" h="76200" extrusionOk="0">
                <a:moveTo>
                  <a:pt x="1225550" y="34925"/>
                </a:moveTo>
                <a:lnTo>
                  <a:pt x="1206500" y="34925"/>
                </a:lnTo>
                <a:lnTo>
                  <a:pt x="1206500" y="41275"/>
                </a:lnTo>
                <a:lnTo>
                  <a:pt x="1225550" y="41275"/>
                </a:lnTo>
                <a:lnTo>
                  <a:pt x="1225550" y="34925"/>
                </a:lnTo>
                <a:close/>
              </a:path>
              <a:path w="3712845" h="76200" extrusionOk="0">
                <a:moveTo>
                  <a:pt x="1250950" y="34925"/>
                </a:moveTo>
                <a:lnTo>
                  <a:pt x="1231900" y="34925"/>
                </a:lnTo>
                <a:lnTo>
                  <a:pt x="1231900" y="41275"/>
                </a:lnTo>
                <a:lnTo>
                  <a:pt x="1250950" y="41275"/>
                </a:lnTo>
                <a:lnTo>
                  <a:pt x="1250950" y="34925"/>
                </a:lnTo>
                <a:close/>
              </a:path>
              <a:path w="3712845" h="76200" extrusionOk="0">
                <a:moveTo>
                  <a:pt x="1276350" y="34925"/>
                </a:moveTo>
                <a:lnTo>
                  <a:pt x="1257300" y="34925"/>
                </a:lnTo>
                <a:lnTo>
                  <a:pt x="1257300" y="41275"/>
                </a:lnTo>
                <a:lnTo>
                  <a:pt x="1276350" y="41275"/>
                </a:lnTo>
                <a:lnTo>
                  <a:pt x="1276350" y="34925"/>
                </a:lnTo>
                <a:close/>
              </a:path>
              <a:path w="3712845" h="76200" extrusionOk="0">
                <a:moveTo>
                  <a:pt x="1301750" y="34925"/>
                </a:moveTo>
                <a:lnTo>
                  <a:pt x="1282700" y="34925"/>
                </a:lnTo>
                <a:lnTo>
                  <a:pt x="1282700" y="41275"/>
                </a:lnTo>
                <a:lnTo>
                  <a:pt x="1301750" y="41275"/>
                </a:lnTo>
                <a:lnTo>
                  <a:pt x="1301750" y="34925"/>
                </a:lnTo>
                <a:close/>
              </a:path>
              <a:path w="3712845" h="76200" extrusionOk="0">
                <a:moveTo>
                  <a:pt x="1327150" y="34925"/>
                </a:moveTo>
                <a:lnTo>
                  <a:pt x="1308100" y="34925"/>
                </a:lnTo>
                <a:lnTo>
                  <a:pt x="1308100" y="41275"/>
                </a:lnTo>
                <a:lnTo>
                  <a:pt x="1327150" y="41275"/>
                </a:lnTo>
                <a:lnTo>
                  <a:pt x="1327150" y="34925"/>
                </a:lnTo>
                <a:close/>
              </a:path>
              <a:path w="3712845" h="76200" extrusionOk="0">
                <a:moveTo>
                  <a:pt x="1352550" y="34925"/>
                </a:moveTo>
                <a:lnTo>
                  <a:pt x="1333500" y="34925"/>
                </a:lnTo>
                <a:lnTo>
                  <a:pt x="1333500" y="41275"/>
                </a:lnTo>
                <a:lnTo>
                  <a:pt x="1352550" y="41275"/>
                </a:lnTo>
                <a:lnTo>
                  <a:pt x="1352550" y="34925"/>
                </a:lnTo>
                <a:close/>
              </a:path>
              <a:path w="3712845" h="76200" extrusionOk="0">
                <a:moveTo>
                  <a:pt x="1377950" y="34925"/>
                </a:moveTo>
                <a:lnTo>
                  <a:pt x="1358900" y="34925"/>
                </a:lnTo>
                <a:lnTo>
                  <a:pt x="1358900" y="41275"/>
                </a:lnTo>
                <a:lnTo>
                  <a:pt x="1377950" y="41275"/>
                </a:lnTo>
                <a:lnTo>
                  <a:pt x="1377950" y="34925"/>
                </a:lnTo>
                <a:close/>
              </a:path>
              <a:path w="3712845" h="76200" extrusionOk="0">
                <a:moveTo>
                  <a:pt x="1403350" y="34925"/>
                </a:moveTo>
                <a:lnTo>
                  <a:pt x="1384300" y="34925"/>
                </a:lnTo>
                <a:lnTo>
                  <a:pt x="1384300" y="41275"/>
                </a:lnTo>
                <a:lnTo>
                  <a:pt x="1403350" y="41275"/>
                </a:lnTo>
                <a:lnTo>
                  <a:pt x="1403350" y="34925"/>
                </a:lnTo>
                <a:close/>
              </a:path>
              <a:path w="3712845" h="76200" extrusionOk="0">
                <a:moveTo>
                  <a:pt x="1428750" y="34925"/>
                </a:moveTo>
                <a:lnTo>
                  <a:pt x="1409700" y="34925"/>
                </a:lnTo>
                <a:lnTo>
                  <a:pt x="1409700" y="41275"/>
                </a:lnTo>
                <a:lnTo>
                  <a:pt x="1428750" y="41275"/>
                </a:lnTo>
                <a:lnTo>
                  <a:pt x="1428750" y="34925"/>
                </a:lnTo>
                <a:close/>
              </a:path>
              <a:path w="3712845" h="76200" extrusionOk="0">
                <a:moveTo>
                  <a:pt x="1454150" y="34925"/>
                </a:moveTo>
                <a:lnTo>
                  <a:pt x="1435100" y="34925"/>
                </a:lnTo>
                <a:lnTo>
                  <a:pt x="1435100" y="41275"/>
                </a:lnTo>
                <a:lnTo>
                  <a:pt x="1454150" y="41275"/>
                </a:lnTo>
                <a:lnTo>
                  <a:pt x="1454150" y="34925"/>
                </a:lnTo>
                <a:close/>
              </a:path>
              <a:path w="3712845" h="76200" extrusionOk="0">
                <a:moveTo>
                  <a:pt x="1479550" y="34925"/>
                </a:moveTo>
                <a:lnTo>
                  <a:pt x="1460500" y="34925"/>
                </a:lnTo>
                <a:lnTo>
                  <a:pt x="1460500" y="41275"/>
                </a:lnTo>
                <a:lnTo>
                  <a:pt x="1479550" y="41275"/>
                </a:lnTo>
                <a:lnTo>
                  <a:pt x="1479550" y="34925"/>
                </a:lnTo>
                <a:close/>
              </a:path>
              <a:path w="3712845" h="76200" extrusionOk="0">
                <a:moveTo>
                  <a:pt x="1504950" y="34925"/>
                </a:moveTo>
                <a:lnTo>
                  <a:pt x="1485900" y="34925"/>
                </a:lnTo>
                <a:lnTo>
                  <a:pt x="1485900" y="41275"/>
                </a:lnTo>
                <a:lnTo>
                  <a:pt x="1504950" y="41275"/>
                </a:lnTo>
                <a:lnTo>
                  <a:pt x="1504950" y="34925"/>
                </a:lnTo>
                <a:close/>
              </a:path>
              <a:path w="3712845" h="76200" extrusionOk="0">
                <a:moveTo>
                  <a:pt x="1530350" y="34925"/>
                </a:moveTo>
                <a:lnTo>
                  <a:pt x="1511300" y="34925"/>
                </a:lnTo>
                <a:lnTo>
                  <a:pt x="1511300" y="41275"/>
                </a:lnTo>
                <a:lnTo>
                  <a:pt x="1530350" y="41275"/>
                </a:lnTo>
                <a:lnTo>
                  <a:pt x="1530350" y="34925"/>
                </a:lnTo>
                <a:close/>
              </a:path>
              <a:path w="3712845" h="76200" extrusionOk="0">
                <a:moveTo>
                  <a:pt x="1555750" y="34925"/>
                </a:moveTo>
                <a:lnTo>
                  <a:pt x="1536700" y="34925"/>
                </a:lnTo>
                <a:lnTo>
                  <a:pt x="1536700" y="41275"/>
                </a:lnTo>
                <a:lnTo>
                  <a:pt x="1555750" y="41275"/>
                </a:lnTo>
                <a:lnTo>
                  <a:pt x="1555750" y="34925"/>
                </a:lnTo>
                <a:close/>
              </a:path>
              <a:path w="3712845" h="76200" extrusionOk="0">
                <a:moveTo>
                  <a:pt x="1581150" y="34925"/>
                </a:moveTo>
                <a:lnTo>
                  <a:pt x="1562100" y="34925"/>
                </a:lnTo>
                <a:lnTo>
                  <a:pt x="1562100" y="41275"/>
                </a:lnTo>
                <a:lnTo>
                  <a:pt x="1581150" y="41275"/>
                </a:lnTo>
                <a:lnTo>
                  <a:pt x="1581150" y="34925"/>
                </a:lnTo>
                <a:close/>
              </a:path>
              <a:path w="3712845" h="76200" extrusionOk="0">
                <a:moveTo>
                  <a:pt x="1606550" y="34925"/>
                </a:moveTo>
                <a:lnTo>
                  <a:pt x="1587500" y="34925"/>
                </a:lnTo>
                <a:lnTo>
                  <a:pt x="1587500" y="41275"/>
                </a:lnTo>
                <a:lnTo>
                  <a:pt x="1606550" y="41275"/>
                </a:lnTo>
                <a:lnTo>
                  <a:pt x="1606550" y="34925"/>
                </a:lnTo>
                <a:close/>
              </a:path>
              <a:path w="3712845" h="76200" extrusionOk="0">
                <a:moveTo>
                  <a:pt x="1631950" y="34925"/>
                </a:moveTo>
                <a:lnTo>
                  <a:pt x="1612900" y="34925"/>
                </a:lnTo>
                <a:lnTo>
                  <a:pt x="1612900" y="41275"/>
                </a:lnTo>
                <a:lnTo>
                  <a:pt x="1631950" y="41275"/>
                </a:lnTo>
                <a:lnTo>
                  <a:pt x="1631950" y="34925"/>
                </a:lnTo>
                <a:close/>
              </a:path>
              <a:path w="3712845" h="76200" extrusionOk="0">
                <a:moveTo>
                  <a:pt x="1657350" y="34925"/>
                </a:moveTo>
                <a:lnTo>
                  <a:pt x="1638300" y="34925"/>
                </a:lnTo>
                <a:lnTo>
                  <a:pt x="1638300" y="41275"/>
                </a:lnTo>
                <a:lnTo>
                  <a:pt x="1657350" y="41275"/>
                </a:lnTo>
                <a:lnTo>
                  <a:pt x="1657350" y="34925"/>
                </a:lnTo>
                <a:close/>
              </a:path>
              <a:path w="3712845" h="76200" extrusionOk="0">
                <a:moveTo>
                  <a:pt x="1682750" y="34925"/>
                </a:moveTo>
                <a:lnTo>
                  <a:pt x="1663700" y="34925"/>
                </a:lnTo>
                <a:lnTo>
                  <a:pt x="1663700" y="41275"/>
                </a:lnTo>
                <a:lnTo>
                  <a:pt x="1682750" y="41275"/>
                </a:lnTo>
                <a:lnTo>
                  <a:pt x="1682750" y="34925"/>
                </a:lnTo>
                <a:close/>
              </a:path>
              <a:path w="3712845" h="76200" extrusionOk="0">
                <a:moveTo>
                  <a:pt x="1708150" y="34925"/>
                </a:moveTo>
                <a:lnTo>
                  <a:pt x="1689100" y="34925"/>
                </a:lnTo>
                <a:lnTo>
                  <a:pt x="1689100" y="41275"/>
                </a:lnTo>
                <a:lnTo>
                  <a:pt x="1708150" y="41275"/>
                </a:lnTo>
                <a:lnTo>
                  <a:pt x="1708150" y="34925"/>
                </a:lnTo>
                <a:close/>
              </a:path>
              <a:path w="3712845" h="76200" extrusionOk="0">
                <a:moveTo>
                  <a:pt x="1733550" y="34925"/>
                </a:moveTo>
                <a:lnTo>
                  <a:pt x="1714500" y="34925"/>
                </a:lnTo>
                <a:lnTo>
                  <a:pt x="1714500" y="41275"/>
                </a:lnTo>
                <a:lnTo>
                  <a:pt x="1733550" y="41275"/>
                </a:lnTo>
                <a:lnTo>
                  <a:pt x="1733550" y="34925"/>
                </a:lnTo>
                <a:close/>
              </a:path>
              <a:path w="3712845" h="76200" extrusionOk="0">
                <a:moveTo>
                  <a:pt x="1758950" y="34925"/>
                </a:moveTo>
                <a:lnTo>
                  <a:pt x="1739900" y="34925"/>
                </a:lnTo>
                <a:lnTo>
                  <a:pt x="1739900" y="41275"/>
                </a:lnTo>
                <a:lnTo>
                  <a:pt x="1758950" y="41275"/>
                </a:lnTo>
                <a:lnTo>
                  <a:pt x="1758950" y="34925"/>
                </a:lnTo>
                <a:close/>
              </a:path>
              <a:path w="3712845" h="76200" extrusionOk="0">
                <a:moveTo>
                  <a:pt x="1784350" y="34925"/>
                </a:moveTo>
                <a:lnTo>
                  <a:pt x="1765300" y="34925"/>
                </a:lnTo>
                <a:lnTo>
                  <a:pt x="1765300" y="41275"/>
                </a:lnTo>
                <a:lnTo>
                  <a:pt x="1784350" y="41275"/>
                </a:lnTo>
                <a:lnTo>
                  <a:pt x="1784350" y="34925"/>
                </a:lnTo>
                <a:close/>
              </a:path>
              <a:path w="3712845" h="76200" extrusionOk="0">
                <a:moveTo>
                  <a:pt x="1809750" y="34925"/>
                </a:moveTo>
                <a:lnTo>
                  <a:pt x="1790700" y="34925"/>
                </a:lnTo>
                <a:lnTo>
                  <a:pt x="1790700" y="41275"/>
                </a:lnTo>
                <a:lnTo>
                  <a:pt x="1809750" y="41275"/>
                </a:lnTo>
                <a:lnTo>
                  <a:pt x="1809750" y="34925"/>
                </a:lnTo>
                <a:close/>
              </a:path>
              <a:path w="3712845" h="76200" extrusionOk="0">
                <a:moveTo>
                  <a:pt x="1835150" y="34925"/>
                </a:moveTo>
                <a:lnTo>
                  <a:pt x="1816100" y="34925"/>
                </a:lnTo>
                <a:lnTo>
                  <a:pt x="1816100" y="41275"/>
                </a:lnTo>
                <a:lnTo>
                  <a:pt x="1835150" y="41275"/>
                </a:lnTo>
                <a:lnTo>
                  <a:pt x="1835150" y="34925"/>
                </a:lnTo>
                <a:close/>
              </a:path>
              <a:path w="3712845" h="76200" extrusionOk="0">
                <a:moveTo>
                  <a:pt x="1860550" y="34925"/>
                </a:moveTo>
                <a:lnTo>
                  <a:pt x="1841500" y="34925"/>
                </a:lnTo>
                <a:lnTo>
                  <a:pt x="1841500" y="41275"/>
                </a:lnTo>
                <a:lnTo>
                  <a:pt x="1860550" y="41275"/>
                </a:lnTo>
                <a:lnTo>
                  <a:pt x="1860550" y="34925"/>
                </a:lnTo>
                <a:close/>
              </a:path>
              <a:path w="3712845" h="76200" extrusionOk="0">
                <a:moveTo>
                  <a:pt x="1885950" y="34925"/>
                </a:moveTo>
                <a:lnTo>
                  <a:pt x="1866900" y="34925"/>
                </a:lnTo>
                <a:lnTo>
                  <a:pt x="1866900" y="41275"/>
                </a:lnTo>
                <a:lnTo>
                  <a:pt x="1885950" y="41275"/>
                </a:lnTo>
                <a:lnTo>
                  <a:pt x="1885950" y="34925"/>
                </a:lnTo>
                <a:close/>
              </a:path>
              <a:path w="3712845" h="76200" extrusionOk="0">
                <a:moveTo>
                  <a:pt x="1911350" y="34925"/>
                </a:moveTo>
                <a:lnTo>
                  <a:pt x="1892300" y="34925"/>
                </a:lnTo>
                <a:lnTo>
                  <a:pt x="1892300" y="41275"/>
                </a:lnTo>
                <a:lnTo>
                  <a:pt x="1911350" y="41275"/>
                </a:lnTo>
                <a:lnTo>
                  <a:pt x="1911350" y="34925"/>
                </a:lnTo>
                <a:close/>
              </a:path>
              <a:path w="3712845" h="76200" extrusionOk="0">
                <a:moveTo>
                  <a:pt x="1936750" y="34925"/>
                </a:moveTo>
                <a:lnTo>
                  <a:pt x="1917700" y="34925"/>
                </a:lnTo>
                <a:lnTo>
                  <a:pt x="1917700" y="41275"/>
                </a:lnTo>
                <a:lnTo>
                  <a:pt x="1936750" y="41275"/>
                </a:lnTo>
                <a:lnTo>
                  <a:pt x="1936750" y="34925"/>
                </a:lnTo>
                <a:close/>
              </a:path>
              <a:path w="3712845" h="76200" extrusionOk="0">
                <a:moveTo>
                  <a:pt x="1962150" y="34925"/>
                </a:moveTo>
                <a:lnTo>
                  <a:pt x="1943100" y="34925"/>
                </a:lnTo>
                <a:lnTo>
                  <a:pt x="1943100" y="41275"/>
                </a:lnTo>
                <a:lnTo>
                  <a:pt x="1962150" y="41275"/>
                </a:lnTo>
                <a:lnTo>
                  <a:pt x="1962150" y="34925"/>
                </a:lnTo>
                <a:close/>
              </a:path>
              <a:path w="3712845" h="76200" extrusionOk="0">
                <a:moveTo>
                  <a:pt x="1987550" y="34925"/>
                </a:moveTo>
                <a:lnTo>
                  <a:pt x="1968500" y="34925"/>
                </a:lnTo>
                <a:lnTo>
                  <a:pt x="1968500" y="41275"/>
                </a:lnTo>
                <a:lnTo>
                  <a:pt x="1987550" y="41275"/>
                </a:lnTo>
                <a:lnTo>
                  <a:pt x="1987550" y="34925"/>
                </a:lnTo>
                <a:close/>
              </a:path>
              <a:path w="3712845" h="76200" extrusionOk="0">
                <a:moveTo>
                  <a:pt x="2012950" y="34925"/>
                </a:moveTo>
                <a:lnTo>
                  <a:pt x="1993900" y="34925"/>
                </a:lnTo>
                <a:lnTo>
                  <a:pt x="1993900" y="41275"/>
                </a:lnTo>
                <a:lnTo>
                  <a:pt x="2012950" y="41275"/>
                </a:lnTo>
                <a:lnTo>
                  <a:pt x="2012950" y="34925"/>
                </a:lnTo>
                <a:close/>
              </a:path>
              <a:path w="3712845" h="76200" extrusionOk="0">
                <a:moveTo>
                  <a:pt x="2038350" y="34925"/>
                </a:moveTo>
                <a:lnTo>
                  <a:pt x="2019300" y="34925"/>
                </a:lnTo>
                <a:lnTo>
                  <a:pt x="2019300" y="41275"/>
                </a:lnTo>
                <a:lnTo>
                  <a:pt x="2038350" y="41275"/>
                </a:lnTo>
                <a:lnTo>
                  <a:pt x="2038350" y="34925"/>
                </a:lnTo>
                <a:close/>
              </a:path>
              <a:path w="3712845" h="76200" extrusionOk="0">
                <a:moveTo>
                  <a:pt x="2063750" y="34925"/>
                </a:moveTo>
                <a:lnTo>
                  <a:pt x="2044700" y="34925"/>
                </a:lnTo>
                <a:lnTo>
                  <a:pt x="2044700" y="41275"/>
                </a:lnTo>
                <a:lnTo>
                  <a:pt x="2063750" y="41275"/>
                </a:lnTo>
                <a:lnTo>
                  <a:pt x="2063750" y="34925"/>
                </a:lnTo>
                <a:close/>
              </a:path>
              <a:path w="3712845" h="76200" extrusionOk="0">
                <a:moveTo>
                  <a:pt x="2089150" y="34925"/>
                </a:moveTo>
                <a:lnTo>
                  <a:pt x="2070100" y="34925"/>
                </a:lnTo>
                <a:lnTo>
                  <a:pt x="2070100" y="41275"/>
                </a:lnTo>
                <a:lnTo>
                  <a:pt x="2089150" y="41275"/>
                </a:lnTo>
                <a:lnTo>
                  <a:pt x="2089150" y="34925"/>
                </a:lnTo>
                <a:close/>
              </a:path>
              <a:path w="3712845" h="76200" extrusionOk="0">
                <a:moveTo>
                  <a:pt x="2114550" y="34925"/>
                </a:moveTo>
                <a:lnTo>
                  <a:pt x="2095500" y="34925"/>
                </a:lnTo>
                <a:lnTo>
                  <a:pt x="2095500" y="41275"/>
                </a:lnTo>
                <a:lnTo>
                  <a:pt x="2114550" y="41275"/>
                </a:lnTo>
                <a:lnTo>
                  <a:pt x="2114550" y="34925"/>
                </a:lnTo>
                <a:close/>
              </a:path>
              <a:path w="3712845" h="76200" extrusionOk="0">
                <a:moveTo>
                  <a:pt x="2139950" y="34925"/>
                </a:moveTo>
                <a:lnTo>
                  <a:pt x="2120900" y="34925"/>
                </a:lnTo>
                <a:lnTo>
                  <a:pt x="2120900" y="41275"/>
                </a:lnTo>
                <a:lnTo>
                  <a:pt x="2139950" y="41275"/>
                </a:lnTo>
                <a:lnTo>
                  <a:pt x="2139950" y="34925"/>
                </a:lnTo>
                <a:close/>
              </a:path>
              <a:path w="3712845" h="76200" extrusionOk="0">
                <a:moveTo>
                  <a:pt x="2165350" y="34925"/>
                </a:moveTo>
                <a:lnTo>
                  <a:pt x="2146300" y="34925"/>
                </a:lnTo>
                <a:lnTo>
                  <a:pt x="2146300" y="41275"/>
                </a:lnTo>
                <a:lnTo>
                  <a:pt x="2165350" y="41275"/>
                </a:lnTo>
                <a:lnTo>
                  <a:pt x="2165350" y="34925"/>
                </a:lnTo>
                <a:close/>
              </a:path>
              <a:path w="3712845" h="76200" extrusionOk="0">
                <a:moveTo>
                  <a:pt x="2190750" y="34925"/>
                </a:moveTo>
                <a:lnTo>
                  <a:pt x="2171700" y="34925"/>
                </a:lnTo>
                <a:lnTo>
                  <a:pt x="2171700" y="41275"/>
                </a:lnTo>
                <a:lnTo>
                  <a:pt x="2190750" y="41275"/>
                </a:lnTo>
                <a:lnTo>
                  <a:pt x="2190750" y="34925"/>
                </a:lnTo>
                <a:close/>
              </a:path>
              <a:path w="3712845" h="76200" extrusionOk="0">
                <a:moveTo>
                  <a:pt x="2216150" y="34925"/>
                </a:moveTo>
                <a:lnTo>
                  <a:pt x="2197100" y="34925"/>
                </a:lnTo>
                <a:lnTo>
                  <a:pt x="2197100" y="41275"/>
                </a:lnTo>
                <a:lnTo>
                  <a:pt x="2216150" y="41275"/>
                </a:lnTo>
                <a:lnTo>
                  <a:pt x="2216150" y="34925"/>
                </a:lnTo>
                <a:close/>
              </a:path>
              <a:path w="3712845" h="76200" extrusionOk="0">
                <a:moveTo>
                  <a:pt x="2241550" y="34925"/>
                </a:moveTo>
                <a:lnTo>
                  <a:pt x="2222500" y="34925"/>
                </a:lnTo>
                <a:lnTo>
                  <a:pt x="2222500" y="41275"/>
                </a:lnTo>
                <a:lnTo>
                  <a:pt x="2241550" y="41275"/>
                </a:lnTo>
                <a:lnTo>
                  <a:pt x="2241550" y="34925"/>
                </a:lnTo>
                <a:close/>
              </a:path>
              <a:path w="3712845" h="76200" extrusionOk="0">
                <a:moveTo>
                  <a:pt x="2266950" y="34925"/>
                </a:moveTo>
                <a:lnTo>
                  <a:pt x="2247900" y="34925"/>
                </a:lnTo>
                <a:lnTo>
                  <a:pt x="2247900" y="41275"/>
                </a:lnTo>
                <a:lnTo>
                  <a:pt x="2266950" y="41275"/>
                </a:lnTo>
                <a:lnTo>
                  <a:pt x="2266950" y="34925"/>
                </a:lnTo>
                <a:close/>
              </a:path>
              <a:path w="3712845" h="76200" extrusionOk="0">
                <a:moveTo>
                  <a:pt x="2292350" y="34925"/>
                </a:moveTo>
                <a:lnTo>
                  <a:pt x="2273300" y="34925"/>
                </a:lnTo>
                <a:lnTo>
                  <a:pt x="2273300" y="41275"/>
                </a:lnTo>
                <a:lnTo>
                  <a:pt x="2292350" y="41275"/>
                </a:lnTo>
                <a:lnTo>
                  <a:pt x="2292350" y="34925"/>
                </a:lnTo>
                <a:close/>
              </a:path>
              <a:path w="3712845" h="76200" extrusionOk="0">
                <a:moveTo>
                  <a:pt x="2317750" y="34925"/>
                </a:moveTo>
                <a:lnTo>
                  <a:pt x="2298700" y="34925"/>
                </a:lnTo>
                <a:lnTo>
                  <a:pt x="2298700" y="41275"/>
                </a:lnTo>
                <a:lnTo>
                  <a:pt x="2317750" y="41275"/>
                </a:lnTo>
                <a:lnTo>
                  <a:pt x="2317750" y="34925"/>
                </a:lnTo>
                <a:close/>
              </a:path>
              <a:path w="3712845" h="76200" extrusionOk="0">
                <a:moveTo>
                  <a:pt x="2343150" y="34925"/>
                </a:moveTo>
                <a:lnTo>
                  <a:pt x="2324100" y="34925"/>
                </a:lnTo>
                <a:lnTo>
                  <a:pt x="2324100" y="41275"/>
                </a:lnTo>
                <a:lnTo>
                  <a:pt x="2343150" y="41275"/>
                </a:lnTo>
                <a:lnTo>
                  <a:pt x="2343150" y="34925"/>
                </a:lnTo>
                <a:close/>
              </a:path>
              <a:path w="3712845" h="76200" extrusionOk="0">
                <a:moveTo>
                  <a:pt x="2368550" y="34925"/>
                </a:moveTo>
                <a:lnTo>
                  <a:pt x="2349500" y="34925"/>
                </a:lnTo>
                <a:lnTo>
                  <a:pt x="2349500" y="41275"/>
                </a:lnTo>
                <a:lnTo>
                  <a:pt x="2368550" y="41275"/>
                </a:lnTo>
                <a:lnTo>
                  <a:pt x="2368550" y="34925"/>
                </a:lnTo>
                <a:close/>
              </a:path>
              <a:path w="3712845" h="76200" extrusionOk="0">
                <a:moveTo>
                  <a:pt x="2393950" y="34925"/>
                </a:moveTo>
                <a:lnTo>
                  <a:pt x="2374900" y="34925"/>
                </a:lnTo>
                <a:lnTo>
                  <a:pt x="2374900" y="41275"/>
                </a:lnTo>
                <a:lnTo>
                  <a:pt x="2393950" y="41275"/>
                </a:lnTo>
                <a:lnTo>
                  <a:pt x="2393950" y="34925"/>
                </a:lnTo>
                <a:close/>
              </a:path>
              <a:path w="3712845" h="76200" extrusionOk="0">
                <a:moveTo>
                  <a:pt x="2419350" y="34925"/>
                </a:moveTo>
                <a:lnTo>
                  <a:pt x="2400300" y="34925"/>
                </a:lnTo>
                <a:lnTo>
                  <a:pt x="2400300" y="41275"/>
                </a:lnTo>
                <a:lnTo>
                  <a:pt x="2419350" y="41275"/>
                </a:lnTo>
                <a:lnTo>
                  <a:pt x="2419350" y="34925"/>
                </a:lnTo>
                <a:close/>
              </a:path>
              <a:path w="3712845" h="76200" extrusionOk="0">
                <a:moveTo>
                  <a:pt x="2444750" y="34925"/>
                </a:moveTo>
                <a:lnTo>
                  <a:pt x="2425700" y="34925"/>
                </a:lnTo>
                <a:lnTo>
                  <a:pt x="2425700" y="41275"/>
                </a:lnTo>
                <a:lnTo>
                  <a:pt x="2444750" y="41275"/>
                </a:lnTo>
                <a:lnTo>
                  <a:pt x="2444750" y="34925"/>
                </a:lnTo>
                <a:close/>
              </a:path>
              <a:path w="3712845" h="76200" extrusionOk="0">
                <a:moveTo>
                  <a:pt x="2470150" y="34925"/>
                </a:moveTo>
                <a:lnTo>
                  <a:pt x="2451100" y="34925"/>
                </a:lnTo>
                <a:lnTo>
                  <a:pt x="2451100" y="41275"/>
                </a:lnTo>
                <a:lnTo>
                  <a:pt x="2470150" y="41275"/>
                </a:lnTo>
                <a:lnTo>
                  <a:pt x="2470150" y="34925"/>
                </a:lnTo>
                <a:close/>
              </a:path>
              <a:path w="3712845" h="76200" extrusionOk="0">
                <a:moveTo>
                  <a:pt x="2495550" y="34925"/>
                </a:moveTo>
                <a:lnTo>
                  <a:pt x="2476500" y="34925"/>
                </a:lnTo>
                <a:lnTo>
                  <a:pt x="2476500" y="41275"/>
                </a:lnTo>
                <a:lnTo>
                  <a:pt x="2495550" y="41275"/>
                </a:lnTo>
                <a:lnTo>
                  <a:pt x="2495550" y="34925"/>
                </a:lnTo>
                <a:close/>
              </a:path>
              <a:path w="3712845" h="76200" extrusionOk="0">
                <a:moveTo>
                  <a:pt x="2520950" y="34925"/>
                </a:moveTo>
                <a:lnTo>
                  <a:pt x="2501900" y="34925"/>
                </a:lnTo>
                <a:lnTo>
                  <a:pt x="2501900" y="41275"/>
                </a:lnTo>
                <a:lnTo>
                  <a:pt x="2520950" y="41275"/>
                </a:lnTo>
                <a:lnTo>
                  <a:pt x="2520950" y="34925"/>
                </a:lnTo>
                <a:close/>
              </a:path>
              <a:path w="3712845" h="76200" extrusionOk="0">
                <a:moveTo>
                  <a:pt x="2546350" y="34925"/>
                </a:moveTo>
                <a:lnTo>
                  <a:pt x="2527300" y="34925"/>
                </a:lnTo>
                <a:lnTo>
                  <a:pt x="2527300" y="41275"/>
                </a:lnTo>
                <a:lnTo>
                  <a:pt x="2546350" y="41275"/>
                </a:lnTo>
                <a:lnTo>
                  <a:pt x="2546350" y="34925"/>
                </a:lnTo>
                <a:close/>
              </a:path>
              <a:path w="3712845" h="76200" extrusionOk="0">
                <a:moveTo>
                  <a:pt x="2571750" y="34925"/>
                </a:moveTo>
                <a:lnTo>
                  <a:pt x="2552700" y="34925"/>
                </a:lnTo>
                <a:lnTo>
                  <a:pt x="2552700" y="41275"/>
                </a:lnTo>
                <a:lnTo>
                  <a:pt x="2571750" y="41275"/>
                </a:lnTo>
                <a:lnTo>
                  <a:pt x="2571750" y="34925"/>
                </a:lnTo>
                <a:close/>
              </a:path>
              <a:path w="3712845" h="76200" extrusionOk="0">
                <a:moveTo>
                  <a:pt x="2597150" y="34925"/>
                </a:moveTo>
                <a:lnTo>
                  <a:pt x="2578100" y="34925"/>
                </a:lnTo>
                <a:lnTo>
                  <a:pt x="2578100" y="41275"/>
                </a:lnTo>
                <a:lnTo>
                  <a:pt x="2597150" y="41275"/>
                </a:lnTo>
                <a:lnTo>
                  <a:pt x="2597150" y="34925"/>
                </a:lnTo>
                <a:close/>
              </a:path>
              <a:path w="3712845" h="76200" extrusionOk="0">
                <a:moveTo>
                  <a:pt x="2622550" y="34925"/>
                </a:moveTo>
                <a:lnTo>
                  <a:pt x="2603500" y="34925"/>
                </a:lnTo>
                <a:lnTo>
                  <a:pt x="2603500" y="41275"/>
                </a:lnTo>
                <a:lnTo>
                  <a:pt x="2622550" y="41275"/>
                </a:lnTo>
                <a:lnTo>
                  <a:pt x="2622550" y="34925"/>
                </a:lnTo>
                <a:close/>
              </a:path>
              <a:path w="3712845" h="76200" extrusionOk="0">
                <a:moveTo>
                  <a:pt x="2647950" y="34925"/>
                </a:moveTo>
                <a:lnTo>
                  <a:pt x="2628900" y="34925"/>
                </a:lnTo>
                <a:lnTo>
                  <a:pt x="2628900" y="41275"/>
                </a:lnTo>
                <a:lnTo>
                  <a:pt x="2647950" y="41275"/>
                </a:lnTo>
                <a:lnTo>
                  <a:pt x="2647950" y="34925"/>
                </a:lnTo>
                <a:close/>
              </a:path>
              <a:path w="3712845" h="76200" extrusionOk="0">
                <a:moveTo>
                  <a:pt x="2673350" y="34925"/>
                </a:moveTo>
                <a:lnTo>
                  <a:pt x="2654300" y="34925"/>
                </a:lnTo>
                <a:lnTo>
                  <a:pt x="2654300" y="41275"/>
                </a:lnTo>
                <a:lnTo>
                  <a:pt x="2673350" y="41275"/>
                </a:lnTo>
                <a:lnTo>
                  <a:pt x="2673350" y="34925"/>
                </a:lnTo>
                <a:close/>
              </a:path>
              <a:path w="3712845" h="76200" extrusionOk="0">
                <a:moveTo>
                  <a:pt x="2698750" y="34925"/>
                </a:moveTo>
                <a:lnTo>
                  <a:pt x="2679700" y="34925"/>
                </a:lnTo>
                <a:lnTo>
                  <a:pt x="2679700" y="41275"/>
                </a:lnTo>
                <a:lnTo>
                  <a:pt x="2698750" y="41275"/>
                </a:lnTo>
                <a:lnTo>
                  <a:pt x="2698750" y="34925"/>
                </a:lnTo>
                <a:close/>
              </a:path>
              <a:path w="3712845" h="76200" extrusionOk="0">
                <a:moveTo>
                  <a:pt x="2724150" y="34925"/>
                </a:moveTo>
                <a:lnTo>
                  <a:pt x="2705100" y="34925"/>
                </a:lnTo>
                <a:lnTo>
                  <a:pt x="2705100" y="41275"/>
                </a:lnTo>
                <a:lnTo>
                  <a:pt x="2724150" y="41275"/>
                </a:lnTo>
                <a:lnTo>
                  <a:pt x="2724150" y="34925"/>
                </a:lnTo>
                <a:close/>
              </a:path>
              <a:path w="3712845" h="76200" extrusionOk="0">
                <a:moveTo>
                  <a:pt x="2749550" y="34925"/>
                </a:moveTo>
                <a:lnTo>
                  <a:pt x="2730500" y="34925"/>
                </a:lnTo>
                <a:lnTo>
                  <a:pt x="2730500" y="41275"/>
                </a:lnTo>
                <a:lnTo>
                  <a:pt x="2749550" y="41275"/>
                </a:lnTo>
                <a:lnTo>
                  <a:pt x="2749550" y="34925"/>
                </a:lnTo>
                <a:close/>
              </a:path>
              <a:path w="3712845" h="76200" extrusionOk="0">
                <a:moveTo>
                  <a:pt x="2774950" y="34925"/>
                </a:moveTo>
                <a:lnTo>
                  <a:pt x="2755900" y="34925"/>
                </a:lnTo>
                <a:lnTo>
                  <a:pt x="2755900" y="41275"/>
                </a:lnTo>
                <a:lnTo>
                  <a:pt x="2774950" y="41275"/>
                </a:lnTo>
                <a:lnTo>
                  <a:pt x="2774950" y="34925"/>
                </a:lnTo>
                <a:close/>
              </a:path>
              <a:path w="3712845" h="76200" extrusionOk="0">
                <a:moveTo>
                  <a:pt x="2800350" y="34925"/>
                </a:moveTo>
                <a:lnTo>
                  <a:pt x="2781300" y="34925"/>
                </a:lnTo>
                <a:lnTo>
                  <a:pt x="2781300" y="41275"/>
                </a:lnTo>
                <a:lnTo>
                  <a:pt x="2800350" y="41275"/>
                </a:lnTo>
                <a:lnTo>
                  <a:pt x="2800350" y="34925"/>
                </a:lnTo>
                <a:close/>
              </a:path>
              <a:path w="3712845" h="76200" extrusionOk="0">
                <a:moveTo>
                  <a:pt x="2825750" y="34925"/>
                </a:moveTo>
                <a:lnTo>
                  <a:pt x="2806700" y="34925"/>
                </a:lnTo>
                <a:lnTo>
                  <a:pt x="2806700" y="41275"/>
                </a:lnTo>
                <a:lnTo>
                  <a:pt x="2825750" y="41275"/>
                </a:lnTo>
                <a:lnTo>
                  <a:pt x="2825750" y="34925"/>
                </a:lnTo>
                <a:close/>
              </a:path>
              <a:path w="3712845" h="76200" extrusionOk="0">
                <a:moveTo>
                  <a:pt x="2851150" y="34925"/>
                </a:moveTo>
                <a:lnTo>
                  <a:pt x="2832100" y="34925"/>
                </a:lnTo>
                <a:lnTo>
                  <a:pt x="2832100" y="41275"/>
                </a:lnTo>
                <a:lnTo>
                  <a:pt x="2851150" y="41275"/>
                </a:lnTo>
                <a:lnTo>
                  <a:pt x="2851150" y="34925"/>
                </a:lnTo>
                <a:close/>
              </a:path>
              <a:path w="3712845" h="76200" extrusionOk="0">
                <a:moveTo>
                  <a:pt x="2876550" y="34925"/>
                </a:moveTo>
                <a:lnTo>
                  <a:pt x="2857500" y="34925"/>
                </a:lnTo>
                <a:lnTo>
                  <a:pt x="2857500" y="41275"/>
                </a:lnTo>
                <a:lnTo>
                  <a:pt x="2876550" y="41275"/>
                </a:lnTo>
                <a:lnTo>
                  <a:pt x="2876550" y="34925"/>
                </a:lnTo>
                <a:close/>
              </a:path>
              <a:path w="3712845" h="76200" extrusionOk="0">
                <a:moveTo>
                  <a:pt x="2901950" y="34925"/>
                </a:moveTo>
                <a:lnTo>
                  <a:pt x="2882900" y="34925"/>
                </a:lnTo>
                <a:lnTo>
                  <a:pt x="2882900" y="41275"/>
                </a:lnTo>
                <a:lnTo>
                  <a:pt x="2901950" y="41275"/>
                </a:lnTo>
                <a:lnTo>
                  <a:pt x="2901950" y="34925"/>
                </a:lnTo>
                <a:close/>
              </a:path>
              <a:path w="3712845" h="76200" extrusionOk="0">
                <a:moveTo>
                  <a:pt x="2927350" y="34925"/>
                </a:moveTo>
                <a:lnTo>
                  <a:pt x="2908300" y="34925"/>
                </a:lnTo>
                <a:lnTo>
                  <a:pt x="2908300" y="41275"/>
                </a:lnTo>
                <a:lnTo>
                  <a:pt x="2927350" y="41275"/>
                </a:lnTo>
                <a:lnTo>
                  <a:pt x="2927350" y="34925"/>
                </a:lnTo>
                <a:close/>
              </a:path>
              <a:path w="3712845" h="76200" extrusionOk="0">
                <a:moveTo>
                  <a:pt x="2952750" y="34925"/>
                </a:moveTo>
                <a:lnTo>
                  <a:pt x="2933700" y="34925"/>
                </a:lnTo>
                <a:lnTo>
                  <a:pt x="2933700" y="41275"/>
                </a:lnTo>
                <a:lnTo>
                  <a:pt x="2952750" y="41275"/>
                </a:lnTo>
                <a:lnTo>
                  <a:pt x="2952750" y="34925"/>
                </a:lnTo>
                <a:close/>
              </a:path>
              <a:path w="3712845" h="76200" extrusionOk="0">
                <a:moveTo>
                  <a:pt x="2978150" y="34925"/>
                </a:moveTo>
                <a:lnTo>
                  <a:pt x="2959100" y="34925"/>
                </a:lnTo>
                <a:lnTo>
                  <a:pt x="2959100" y="41275"/>
                </a:lnTo>
                <a:lnTo>
                  <a:pt x="2978150" y="41275"/>
                </a:lnTo>
                <a:lnTo>
                  <a:pt x="2978150" y="34925"/>
                </a:lnTo>
                <a:close/>
              </a:path>
              <a:path w="3712845" h="76200" extrusionOk="0">
                <a:moveTo>
                  <a:pt x="3003550" y="34925"/>
                </a:moveTo>
                <a:lnTo>
                  <a:pt x="2984500" y="34925"/>
                </a:lnTo>
                <a:lnTo>
                  <a:pt x="2984500" y="41275"/>
                </a:lnTo>
                <a:lnTo>
                  <a:pt x="3003550" y="41275"/>
                </a:lnTo>
                <a:lnTo>
                  <a:pt x="3003550" y="34925"/>
                </a:lnTo>
                <a:close/>
              </a:path>
              <a:path w="3712845" h="76200" extrusionOk="0">
                <a:moveTo>
                  <a:pt x="3028950" y="34925"/>
                </a:moveTo>
                <a:lnTo>
                  <a:pt x="3009900" y="34925"/>
                </a:lnTo>
                <a:lnTo>
                  <a:pt x="3009900" y="41275"/>
                </a:lnTo>
                <a:lnTo>
                  <a:pt x="3028950" y="41275"/>
                </a:lnTo>
                <a:lnTo>
                  <a:pt x="3028950" y="34925"/>
                </a:lnTo>
                <a:close/>
              </a:path>
              <a:path w="3712845" h="76200" extrusionOk="0">
                <a:moveTo>
                  <a:pt x="3054350" y="34925"/>
                </a:moveTo>
                <a:lnTo>
                  <a:pt x="3035300" y="34925"/>
                </a:lnTo>
                <a:lnTo>
                  <a:pt x="3035300" y="41275"/>
                </a:lnTo>
                <a:lnTo>
                  <a:pt x="3054350" y="41275"/>
                </a:lnTo>
                <a:lnTo>
                  <a:pt x="3054350" y="34925"/>
                </a:lnTo>
                <a:close/>
              </a:path>
              <a:path w="3712845" h="76200" extrusionOk="0">
                <a:moveTo>
                  <a:pt x="3079750" y="34925"/>
                </a:moveTo>
                <a:lnTo>
                  <a:pt x="3060700" y="34925"/>
                </a:lnTo>
                <a:lnTo>
                  <a:pt x="3060700" y="41275"/>
                </a:lnTo>
                <a:lnTo>
                  <a:pt x="3079750" y="41275"/>
                </a:lnTo>
                <a:lnTo>
                  <a:pt x="3079750" y="34925"/>
                </a:lnTo>
                <a:close/>
              </a:path>
              <a:path w="3712845" h="76200" extrusionOk="0">
                <a:moveTo>
                  <a:pt x="3105150" y="34925"/>
                </a:moveTo>
                <a:lnTo>
                  <a:pt x="3086100" y="34925"/>
                </a:lnTo>
                <a:lnTo>
                  <a:pt x="3086100" y="41275"/>
                </a:lnTo>
                <a:lnTo>
                  <a:pt x="3105150" y="41275"/>
                </a:lnTo>
                <a:lnTo>
                  <a:pt x="3105150" y="34925"/>
                </a:lnTo>
                <a:close/>
              </a:path>
              <a:path w="3712845" h="76200" extrusionOk="0">
                <a:moveTo>
                  <a:pt x="3130550" y="34925"/>
                </a:moveTo>
                <a:lnTo>
                  <a:pt x="3111500" y="34925"/>
                </a:lnTo>
                <a:lnTo>
                  <a:pt x="3111500" y="41275"/>
                </a:lnTo>
                <a:lnTo>
                  <a:pt x="3130550" y="41275"/>
                </a:lnTo>
                <a:lnTo>
                  <a:pt x="3130550" y="34925"/>
                </a:lnTo>
                <a:close/>
              </a:path>
              <a:path w="3712845" h="76200" extrusionOk="0">
                <a:moveTo>
                  <a:pt x="3155950" y="34925"/>
                </a:moveTo>
                <a:lnTo>
                  <a:pt x="3136900" y="34925"/>
                </a:lnTo>
                <a:lnTo>
                  <a:pt x="3136900" y="41275"/>
                </a:lnTo>
                <a:lnTo>
                  <a:pt x="3155950" y="41275"/>
                </a:lnTo>
                <a:lnTo>
                  <a:pt x="3155950" y="34925"/>
                </a:lnTo>
                <a:close/>
              </a:path>
              <a:path w="3712845" h="76200" extrusionOk="0">
                <a:moveTo>
                  <a:pt x="3181350" y="34925"/>
                </a:moveTo>
                <a:lnTo>
                  <a:pt x="3162300" y="34925"/>
                </a:lnTo>
                <a:lnTo>
                  <a:pt x="3162300" y="41275"/>
                </a:lnTo>
                <a:lnTo>
                  <a:pt x="3181350" y="41275"/>
                </a:lnTo>
                <a:lnTo>
                  <a:pt x="3181350" y="34925"/>
                </a:lnTo>
                <a:close/>
              </a:path>
              <a:path w="3712845" h="76200" extrusionOk="0">
                <a:moveTo>
                  <a:pt x="3206750" y="34925"/>
                </a:moveTo>
                <a:lnTo>
                  <a:pt x="3187700" y="34925"/>
                </a:lnTo>
                <a:lnTo>
                  <a:pt x="3187700" y="41275"/>
                </a:lnTo>
                <a:lnTo>
                  <a:pt x="3206750" y="41275"/>
                </a:lnTo>
                <a:lnTo>
                  <a:pt x="3206750" y="34925"/>
                </a:lnTo>
                <a:close/>
              </a:path>
              <a:path w="3712845" h="76200" extrusionOk="0">
                <a:moveTo>
                  <a:pt x="3232150" y="34925"/>
                </a:moveTo>
                <a:lnTo>
                  <a:pt x="3213100" y="34925"/>
                </a:lnTo>
                <a:lnTo>
                  <a:pt x="3213100" y="41275"/>
                </a:lnTo>
                <a:lnTo>
                  <a:pt x="3232150" y="41275"/>
                </a:lnTo>
                <a:lnTo>
                  <a:pt x="3232150" y="34925"/>
                </a:lnTo>
                <a:close/>
              </a:path>
              <a:path w="3712845" h="76200" extrusionOk="0">
                <a:moveTo>
                  <a:pt x="3257550" y="34925"/>
                </a:moveTo>
                <a:lnTo>
                  <a:pt x="3238500" y="34925"/>
                </a:lnTo>
                <a:lnTo>
                  <a:pt x="3238500" y="41275"/>
                </a:lnTo>
                <a:lnTo>
                  <a:pt x="3257550" y="41275"/>
                </a:lnTo>
                <a:lnTo>
                  <a:pt x="3257550" y="34925"/>
                </a:lnTo>
                <a:close/>
              </a:path>
              <a:path w="3712845" h="76200" extrusionOk="0">
                <a:moveTo>
                  <a:pt x="3282950" y="34925"/>
                </a:moveTo>
                <a:lnTo>
                  <a:pt x="3263900" y="34925"/>
                </a:lnTo>
                <a:lnTo>
                  <a:pt x="3263900" y="41275"/>
                </a:lnTo>
                <a:lnTo>
                  <a:pt x="3282950" y="41275"/>
                </a:lnTo>
                <a:lnTo>
                  <a:pt x="3282950" y="34925"/>
                </a:lnTo>
                <a:close/>
              </a:path>
              <a:path w="3712845" h="76200" extrusionOk="0">
                <a:moveTo>
                  <a:pt x="3308350" y="34925"/>
                </a:moveTo>
                <a:lnTo>
                  <a:pt x="3289300" y="34925"/>
                </a:lnTo>
                <a:lnTo>
                  <a:pt x="3289300" y="41275"/>
                </a:lnTo>
                <a:lnTo>
                  <a:pt x="3308350" y="41275"/>
                </a:lnTo>
                <a:lnTo>
                  <a:pt x="3308350" y="34925"/>
                </a:lnTo>
                <a:close/>
              </a:path>
              <a:path w="3712845" h="76200" extrusionOk="0">
                <a:moveTo>
                  <a:pt x="3333750" y="34925"/>
                </a:moveTo>
                <a:lnTo>
                  <a:pt x="3314700" y="34925"/>
                </a:lnTo>
                <a:lnTo>
                  <a:pt x="3314700" y="41275"/>
                </a:lnTo>
                <a:lnTo>
                  <a:pt x="3333750" y="41275"/>
                </a:lnTo>
                <a:lnTo>
                  <a:pt x="3333750" y="34925"/>
                </a:lnTo>
                <a:close/>
              </a:path>
              <a:path w="3712845" h="76200" extrusionOk="0">
                <a:moveTo>
                  <a:pt x="3359150" y="34925"/>
                </a:moveTo>
                <a:lnTo>
                  <a:pt x="3340100" y="34925"/>
                </a:lnTo>
                <a:lnTo>
                  <a:pt x="3340100" y="41275"/>
                </a:lnTo>
                <a:lnTo>
                  <a:pt x="3359150" y="41275"/>
                </a:lnTo>
                <a:lnTo>
                  <a:pt x="3359150" y="34925"/>
                </a:lnTo>
                <a:close/>
              </a:path>
              <a:path w="3712845" h="76200" extrusionOk="0">
                <a:moveTo>
                  <a:pt x="3384550" y="34925"/>
                </a:moveTo>
                <a:lnTo>
                  <a:pt x="3365500" y="34925"/>
                </a:lnTo>
                <a:lnTo>
                  <a:pt x="3365500" y="41275"/>
                </a:lnTo>
                <a:lnTo>
                  <a:pt x="3384550" y="41275"/>
                </a:lnTo>
                <a:lnTo>
                  <a:pt x="3384550" y="34925"/>
                </a:lnTo>
                <a:close/>
              </a:path>
              <a:path w="3712845" h="76200" extrusionOk="0">
                <a:moveTo>
                  <a:pt x="3409950" y="34925"/>
                </a:moveTo>
                <a:lnTo>
                  <a:pt x="3390900" y="34925"/>
                </a:lnTo>
                <a:lnTo>
                  <a:pt x="3390900" y="41275"/>
                </a:lnTo>
                <a:lnTo>
                  <a:pt x="3409950" y="41275"/>
                </a:lnTo>
                <a:lnTo>
                  <a:pt x="3409950" y="34925"/>
                </a:lnTo>
                <a:close/>
              </a:path>
              <a:path w="3712845" h="76200" extrusionOk="0">
                <a:moveTo>
                  <a:pt x="3435350" y="34925"/>
                </a:moveTo>
                <a:lnTo>
                  <a:pt x="3416300" y="34925"/>
                </a:lnTo>
                <a:lnTo>
                  <a:pt x="3416300" y="41275"/>
                </a:lnTo>
                <a:lnTo>
                  <a:pt x="3435350" y="41275"/>
                </a:lnTo>
                <a:lnTo>
                  <a:pt x="3435350" y="34925"/>
                </a:lnTo>
                <a:close/>
              </a:path>
              <a:path w="3712845" h="76200" extrusionOk="0">
                <a:moveTo>
                  <a:pt x="3460750" y="34925"/>
                </a:moveTo>
                <a:lnTo>
                  <a:pt x="3441700" y="34925"/>
                </a:lnTo>
                <a:lnTo>
                  <a:pt x="3441700" y="41275"/>
                </a:lnTo>
                <a:lnTo>
                  <a:pt x="3460750" y="41275"/>
                </a:lnTo>
                <a:lnTo>
                  <a:pt x="3460750" y="34925"/>
                </a:lnTo>
                <a:close/>
              </a:path>
              <a:path w="3712845" h="76200" extrusionOk="0">
                <a:moveTo>
                  <a:pt x="3486150" y="34925"/>
                </a:moveTo>
                <a:lnTo>
                  <a:pt x="3467100" y="34925"/>
                </a:lnTo>
                <a:lnTo>
                  <a:pt x="3467100" y="41275"/>
                </a:lnTo>
                <a:lnTo>
                  <a:pt x="3486150" y="41275"/>
                </a:lnTo>
                <a:lnTo>
                  <a:pt x="3486150" y="34925"/>
                </a:lnTo>
                <a:close/>
              </a:path>
              <a:path w="3712845" h="76200" extrusionOk="0">
                <a:moveTo>
                  <a:pt x="3511550" y="34925"/>
                </a:moveTo>
                <a:lnTo>
                  <a:pt x="3492500" y="34925"/>
                </a:lnTo>
                <a:lnTo>
                  <a:pt x="3492500" y="41275"/>
                </a:lnTo>
                <a:lnTo>
                  <a:pt x="3511550" y="41275"/>
                </a:lnTo>
                <a:lnTo>
                  <a:pt x="3511550" y="34925"/>
                </a:lnTo>
                <a:close/>
              </a:path>
              <a:path w="3712845" h="76200" extrusionOk="0">
                <a:moveTo>
                  <a:pt x="3536950" y="34925"/>
                </a:moveTo>
                <a:lnTo>
                  <a:pt x="3517900" y="34925"/>
                </a:lnTo>
                <a:lnTo>
                  <a:pt x="3517900" y="41275"/>
                </a:lnTo>
                <a:lnTo>
                  <a:pt x="3536950" y="41275"/>
                </a:lnTo>
                <a:lnTo>
                  <a:pt x="3536950" y="34925"/>
                </a:lnTo>
                <a:close/>
              </a:path>
              <a:path w="3712845" h="76200" extrusionOk="0">
                <a:moveTo>
                  <a:pt x="3562350" y="34925"/>
                </a:moveTo>
                <a:lnTo>
                  <a:pt x="3543300" y="34925"/>
                </a:lnTo>
                <a:lnTo>
                  <a:pt x="3543300" y="41275"/>
                </a:lnTo>
                <a:lnTo>
                  <a:pt x="3562350" y="41275"/>
                </a:lnTo>
                <a:lnTo>
                  <a:pt x="3562350" y="34925"/>
                </a:lnTo>
                <a:close/>
              </a:path>
              <a:path w="3712845" h="76200" extrusionOk="0">
                <a:moveTo>
                  <a:pt x="3587750" y="34925"/>
                </a:moveTo>
                <a:lnTo>
                  <a:pt x="3568700" y="34925"/>
                </a:lnTo>
                <a:lnTo>
                  <a:pt x="3568700" y="41275"/>
                </a:lnTo>
                <a:lnTo>
                  <a:pt x="3587750" y="41275"/>
                </a:lnTo>
                <a:lnTo>
                  <a:pt x="3587750" y="34925"/>
                </a:lnTo>
                <a:close/>
              </a:path>
              <a:path w="3712845" h="76200" extrusionOk="0">
                <a:moveTo>
                  <a:pt x="3613150" y="34925"/>
                </a:moveTo>
                <a:lnTo>
                  <a:pt x="3594100" y="34925"/>
                </a:lnTo>
                <a:lnTo>
                  <a:pt x="3594100" y="41275"/>
                </a:lnTo>
                <a:lnTo>
                  <a:pt x="3613150" y="41275"/>
                </a:lnTo>
                <a:lnTo>
                  <a:pt x="3613150" y="34925"/>
                </a:lnTo>
                <a:close/>
              </a:path>
              <a:path w="3712845" h="76200" extrusionOk="0">
                <a:moveTo>
                  <a:pt x="3674503" y="0"/>
                </a:moveTo>
                <a:lnTo>
                  <a:pt x="3659672" y="2993"/>
                </a:lnTo>
                <a:lnTo>
                  <a:pt x="3647562" y="11158"/>
                </a:lnTo>
                <a:lnTo>
                  <a:pt x="3639397" y="23268"/>
                </a:lnTo>
                <a:lnTo>
                  <a:pt x="3636403" y="38100"/>
                </a:lnTo>
                <a:lnTo>
                  <a:pt x="3639397" y="52931"/>
                </a:lnTo>
                <a:lnTo>
                  <a:pt x="3647562" y="65041"/>
                </a:lnTo>
                <a:lnTo>
                  <a:pt x="3659672" y="73206"/>
                </a:lnTo>
                <a:lnTo>
                  <a:pt x="3674503" y="76200"/>
                </a:lnTo>
                <a:lnTo>
                  <a:pt x="3689334" y="73206"/>
                </a:lnTo>
                <a:lnTo>
                  <a:pt x="3701445" y="65041"/>
                </a:lnTo>
                <a:lnTo>
                  <a:pt x="3709609" y="52931"/>
                </a:lnTo>
                <a:lnTo>
                  <a:pt x="3711962" y="41275"/>
                </a:lnTo>
                <a:lnTo>
                  <a:pt x="3638550" y="41275"/>
                </a:lnTo>
                <a:lnTo>
                  <a:pt x="3638550" y="34925"/>
                </a:lnTo>
                <a:lnTo>
                  <a:pt x="3711962" y="34925"/>
                </a:lnTo>
                <a:lnTo>
                  <a:pt x="3709609" y="23268"/>
                </a:lnTo>
                <a:lnTo>
                  <a:pt x="3701445" y="11158"/>
                </a:lnTo>
                <a:lnTo>
                  <a:pt x="3689334" y="2993"/>
                </a:lnTo>
                <a:lnTo>
                  <a:pt x="3674503" y="0"/>
                </a:lnTo>
                <a:close/>
              </a:path>
              <a:path w="3712845" h="76200" extrusionOk="0">
                <a:moveTo>
                  <a:pt x="3637044" y="34925"/>
                </a:moveTo>
                <a:lnTo>
                  <a:pt x="3619500" y="34925"/>
                </a:lnTo>
                <a:lnTo>
                  <a:pt x="3619500" y="41275"/>
                </a:lnTo>
                <a:lnTo>
                  <a:pt x="3637044" y="41275"/>
                </a:lnTo>
                <a:lnTo>
                  <a:pt x="3636403" y="38100"/>
                </a:lnTo>
                <a:lnTo>
                  <a:pt x="3637044" y="34925"/>
                </a:lnTo>
                <a:close/>
              </a:path>
              <a:path w="3712845" h="76200" extrusionOk="0">
                <a:moveTo>
                  <a:pt x="3644900" y="34925"/>
                </a:moveTo>
                <a:lnTo>
                  <a:pt x="3638550" y="34925"/>
                </a:lnTo>
                <a:lnTo>
                  <a:pt x="3638550" y="41275"/>
                </a:lnTo>
                <a:lnTo>
                  <a:pt x="3644900" y="41275"/>
                </a:lnTo>
                <a:lnTo>
                  <a:pt x="3644900" y="34925"/>
                </a:lnTo>
                <a:close/>
              </a:path>
              <a:path w="3712845" h="76200" extrusionOk="0">
                <a:moveTo>
                  <a:pt x="3663950" y="34925"/>
                </a:moveTo>
                <a:lnTo>
                  <a:pt x="3644900" y="34925"/>
                </a:lnTo>
                <a:lnTo>
                  <a:pt x="3644900" y="41275"/>
                </a:lnTo>
                <a:lnTo>
                  <a:pt x="3663950" y="41275"/>
                </a:lnTo>
                <a:lnTo>
                  <a:pt x="3663950" y="34925"/>
                </a:lnTo>
                <a:close/>
              </a:path>
              <a:path w="3712845" h="76200" extrusionOk="0">
                <a:moveTo>
                  <a:pt x="3670300" y="34925"/>
                </a:moveTo>
                <a:lnTo>
                  <a:pt x="3663950" y="34925"/>
                </a:lnTo>
                <a:lnTo>
                  <a:pt x="3663950" y="41275"/>
                </a:lnTo>
                <a:lnTo>
                  <a:pt x="3670300" y="41275"/>
                </a:lnTo>
                <a:lnTo>
                  <a:pt x="3670300" y="34925"/>
                </a:lnTo>
                <a:close/>
              </a:path>
              <a:path w="3712845" h="76200" extrusionOk="0">
                <a:moveTo>
                  <a:pt x="3674503" y="34925"/>
                </a:moveTo>
                <a:lnTo>
                  <a:pt x="3670300" y="34925"/>
                </a:lnTo>
                <a:lnTo>
                  <a:pt x="3670300" y="41275"/>
                </a:lnTo>
                <a:lnTo>
                  <a:pt x="3674503" y="41275"/>
                </a:lnTo>
                <a:lnTo>
                  <a:pt x="3674503" y="34925"/>
                </a:lnTo>
                <a:close/>
              </a:path>
              <a:path w="3712845" h="76200" extrusionOk="0">
                <a:moveTo>
                  <a:pt x="3711962" y="34925"/>
                </a:moveTo>
                <a:lnTo>
                  <a:pt x="3674503" y="34925"/>
                </a:lnTo>
                <a:lnTo>
                  <a:pt x="3674503" y="41275"/>
                </a:lnTo>
                <a:lnTo>
                  <a:pt x="3711962" y="41275"/>
                </a:lnTo>
                <a:lnTo>
                  <a:pt x="3712603" y="38100"/>
                </a:lnTo>
                <a:lnTo>
                  <a:pt x="3711962" y="34925"/>
                </a:lnTo>
                <a:close/>
              </a:path>
            </a:pathLst>
          </a:custGeom>
          <a:solidFill>
            <a:srgbClr val="7F7F7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4" name="Google Shape;134;p2"/>
          <p:cNvSpPr/>
          <p:nvPr/>
        </p:nvSpPr>
        <p:spPr>
          <a:xfrm>
            <a:off x="2855507" y="3777842"/>
            <a:ext cx="3712845" cy="76200"/>
          </a:xfrm>
          <a:custGeom>
            <a:avLst/>
            <a:gdLst/>
            <a:ahLst/>
            <a:cxnLst/>
            <a:rect l="l" t="t" r="r" b="b"/>
            <a:pathLst>
              <a:path w="3712845" h="76200" extrusionOk="0">
                <a:moveTo>
                  <a:pt x="38100" y="0"/>
                </a:moveTo>
                <a:lnTo>
                  <a:pt x="23268" y="2993"/>
                </a:lnTo>
                <a:lnTo>
                  <a:pt x="11158" y="11158"/>
                </a:lnTo>
                <a:lnTo>
                  <a:pt x="2993" y="23268"/>
                </a:lnTo>
                <a:lnTo>
                  <a:pt x="0" y="38100"/>
                </a:lnTo>
                <a:lnTo>
                  <a:pt x="2993" y="52931"/>
                </a:lnTo>
                <a:lnTo>
                  <a:pt x="11158" y="65041"/>
                </a:lnTo>
                <a:lnTo>
                  <a:pt x="23268" y="73206"/>
                </a:lnTo>
                <a:lnTo>
                  <a:pt x="38100" y="76200"/>
                </a:lnTo>
                <a:lnTo>
                  <a:pt x="52931" y="73206"/>
                </a:lnTo>
                <a:lnTo>
                  <a:pt x="65041" y="65041"/>
                </a:lnTo>
                <a:lnTo>
                  <a:pt x="73206" y="52931"/>
                </a:lnTo>
                <a:lnTo>
                  <a:pt x="75559" y="41275"/>
                </a:lnTo>
                <a:lnTo>
                  <a:pt x="38100" y="41275"/>
                </a:lnTo>
                <a:lnTo>
                  <a:pt x="38100" y="34925"/>
                </a:lnTo>
                <a:lnTo>
                  <a:pt x="75559" y="34925"/>
                </a:lnTo>
                <a:lnTo>
                  <a:pt x="73206" y="23268"/>
                </a:lnTo>
                <a:lnTo>
                  <a:pt x="65041" y="11158"/>
                </a:lnTo>
                <a:lnTo>
                  <a:pt x="52931" y="2993"/>
                </a:lnTo>
                <a:lnTo>
                  <a:pt x="38100" y="0"/>
                </a:lnTo>
                <a:close/>
              </a:path>
              <a:path w="3712845" h="76200" extrusionOk="0">
                <a:moveTo>
                  <a:pt x="57150" y="34925"/>
                </a:moveTo>
                <a:lnTo>
                  <a:pt x="38100" y="34925"/>
                </a:lnTo>
                <a:lnTo>
                  <a:pt x="38100" y="41275"/>
                </a:lnTo>
                <a:lnTo>
                  <a:pt x="57150" y="41275"/>
                </a:lnTo>
                <a:lnTo>
                  <a:pt x="57150" y="34925"/>
                </a:lnTo>
                <a:close/>
              </a:path>
              <a:path w="3712845" h="76200" extrusionOk="0">
                <a:moveTo>
                  <a:pt x="63500" y="34925"/>
                </a:moveTo>
                <a:lnTo>
                  <a:pt x="57150" y="34925"/>
                </a:lnTo>
                <a:lnTo>
                  <a:pt x="57150" y="41275"/>
                </a:lnTo>
                <a:lnTo>
                  <a:pt x="63500" y="41275"/>
                </a:lnTo>
                <a:lnTo>
                  <a:pt x="63500" y="34925"/>
                </a:lnTo>
                <a:close/>
              </a:path>
              <a:path w="3712845" h="76200" extrusionOk="0">
                <a:moveTo>
                  <a:pt x="75559" y="34925"/>
                </a:moveTo>
                <a:lnTo>
                  <a:pt x="63500" y="34925"/>
                </a:lnTo>
                <a:lnTo>
                  <a:pt x="63500" y="41275"/>
                </a:lnTo>
                <a:lnTo>
                  <a:pt x="75559" y="41275"/>
                </a:lnTo>
                <a:lnTo>
                  <a:pt x="76200" y="38100"/>
                </a:lnTo>
                <a:lnTo>
                  <a:pt x="75559" y="34925"/>
                </a:lnTo>
                <a:close/>
              </a:path>
              <a:path w="3712845" h="76200" extrusionOk="0">
                <a:moveTo>
                  <a:pt x="82550" y="34925"/>
                </a:moveTo>
                <a:lnTo>
                  <a:pt x="75559" y="34925"/>
                </a:lnTo>
                <a:lnTo>
                  <a:pt x="76200" y="38100"/>
                </a:lnTo>
                <a:lnTo>
                  <a:pt x="75559" y="41275"/>
                </a:lnTo>
                <a:lnTo>
                  <a:pt x="82550" y="41275"/>
                </a:lnTo>
                <a:lnTo>
                  <a:pt x="82550" y="34925"/>
                </a:lnTo>
                <a:close/>
              </a:path>
              <a:path w="3712845" h="76200" extrusionOk="0">
                <a:moveTo>
                  <a:pt x="107950" y="34925"/>
                </a:moveTo>
                <a:lnTo>
                  <a:pt x="88900" y="34925"/>
                </a:lnTo>
                <a:lnTo>
                  <a:pt x="88900" y="41275"/>
                </a:lnTo>
                <a:lnTo>
                  <a:pt x="107950" y="41275"/>
                </a:lnTo>
                <a:lnTo>
                  <a:pt x="107950" y="34925"/>
                </a:lnTo>
                <a:close/>
              </a:path>
              <a:path w="3712845" h="76200" extrusionOk="0">
                <a:moveTo>
                  <a:pt x="133350" y="34925"/>
                </a:moveTo>
                <a:lnTo>
                  <a:pt x="114300" y="34925"/>
                </a:lnTo>
                <a:lnTo>
                  <a:pt x="114300" y="41275"/>
                </a:lnTo>
                <a:lnTo>
                  <a:pt x="133350" y="41275"/>
                </a:lnTo>
                <a:lnTo>
                  <a:pt x="133350" y="34925"/>
                </a:lnTo>
                <a:close/>
              </a:path>
              <a:path w="3712845" h="76200" extrusionOk="0">
                <a:moveTo>
                  <a:pt x="158750" y="34925"/>
                </a:moveTo>
                <a:lnTo>
                  <a:pt x="139700" y="34925"/>
                </a:lnTo>
                <a:lnTo>
                  <a:pt x="139700" y="41275"/>
                </a:lnTo>
                <a:lnTo>
                  <a:pt x="158750" y="41275"/>
                </a:lnTo>
                <a:lnTo>
                  <a:pt x="158750" y="34925"/>
                </a:lnTo>
                <a:close/>
              </a:path>
              <a:path w="3712845" h="76200" extrusionOk="0">
                <a:moveTo>
                  <a:pt x="184150" y="34925"/>
                </a:moveTo>
                <a:lnTo>
                  <a:pt x="165100" y="34925"/>
                </a:lnTo>
                <a:lnTo>
                  <a:pt x="165100" y="41275"/>
                </a:lnTo>
                <a:lnTo>
                  <a:pt x="184150" y="41275"/>
                </a:lnTo>
                <a:lnTo>
                  <a:pt x="184150" y="34925"/>
                </a:lnTo>
                <a:close/>
              </a:path>
              <a:path w="3712845" h="76200" extrusionOk="0">
                <a:moveTo>
                  <a:pt x="209550" y="34925"/>
                </a:moveTo>
                <a:lnTo>
                  <a:pt x="190500" y="34925"/>
                </a:lnTo>
                <a:lnTo>
                  <a:pt x="190500" y="41275"/>
                </a:lnTo>
                <a:lnTo>
                  <a:pt x="209550" y="41275"/>
                </a:lnTo>
                <a:lnTo>
                  <a:pt x="209550" y="34925"/>
                </a:lnTo>
                <a:close/>
              </a:path>
              <a:path w="3712845" h="76200" extrusionOk="0">
                <a:moveTo>
                  <a:pt x="234950" y="34925"/>
                </a:moveTo>
                <a:lnTo>
                  <a:pt x="215900" y="34925"/>
                </a:lnTo>
                <a:lnTo>
                  <a:pt x="215900" y="41275"/>
                </a:lnTo>
                <a:lnTo>
                  <a:pt x="234950" y="41275"/>
                </a:lnTo>
                <a:lnTo>
                  <a:pt x="234950" y="34925"/>
                </a:lnTo>
                <a:close/>
              </a:path>
              <a:path w="3712845" h="76200" extrusionOk="0">
                <a:moveTo>
                  <a:pt x="260350" y="34925"/>
                </a:moveTo>
                <a:lnTo>
                  <a:pt x="241300" y="34925"/>
                </a:lnTo>
                <a:lnTo>
                  <a:pt x="241300" y="41275"/>
                </a:lnTo>
                <a:lnTo>
                  <a:pt x="260350" y="41275"/>
                </a:lnTo>
                <a:lnTo>
                  <a:pt x="260350" y="34925"/>
                </a:lnTo>
                <a:close/>
              </a:path>
              <a:path w="3712845" h="76200" extrusionOk="0">
                <a:moveTo>
                  <a:pt x="285750" y="34925"/>
                </a:moveTo>
                <a:lnTo>
                  <a:pt x="266700" y="34925"/>
                </a:lnTo>
                <a:lnTo>
                  <a:pt x="266700" y="41275"/>
                </a:lnTo>
                <a:lnTo>
                  <a:pt x="285750" y="41275"/>
                </a:lnTo>
                <a:lnTo>
                  <a:pt x="285750" y="34925"/>
                </a:lnTo>
                <a:close/>
              </a:path>
              <a:path w="3712845" h="76200" extrusionOk="0">
                <a:moveTo>
                  <a:pt x="311150" y="34925"/>
                </a:moveTo>
                <a:lnTo>
                  <a:pt x="292100" y="34925"/>
                </a:lnTo>
                <a:lnTo>
                  <a:pt x="292100" y="41275"/>
                </a:lnTo>
                <a:lnTo>
                  <a:pt x="311150" y="41275"/>
                </a:lnTo>
                <a:lnTo>
                  <a:pt x="311150" y="34925"/>
                </a:lnTo>
                <a:close/>
              </a:path>
              <a:path w="3712845" h="76200" extrusionOk="0">
                <a:moveTo>
                  <a:pt x="336550" y="34925"/>
                </a:moveTo>
                <a:lnTo>
                  <a:pt x="317500" y="34925"/>
                </a:lnTo>
                <a:lnTo>
                  <a:pt x="317500" y="41275"/>
                </a:lnTo>
                <a:lnTo>
                  <a:pt x="336550" y="41275"/>
                </a:lnTo>
                <a:lnTo>
                  <a:pt x="336550" y="34925"/>
                </a:lnTo>
                <a:close/>
              </a:path>
              <a:path w="3712845" h="76200" extrusionOk="0">
                <a:moveTo>
                  <a:pt x="361950" y="34925"/>
                </a:moveTo>
                <a:lnTo>
                  <a:pt x="342900" y="34925"/>
                </a:lnTo>
                <a:lnTo>
                  <a:pt x="342900" y="41275"/>
                </a:lnTo>
                <a:lnTo>
                  <a:pt x="361950" y="41275"/>
                </a:lnTo>
                <a:lnTo>
                  <a:pt x="361950" y="34925"/>
                </a:lnTo>
                <a:close/>
              </a:path>
              <a:path w="3712845" h="76200" extrusionOk="0">
                <a:moveTo>
                  <a:pt x="387350" y="34925"/>
                </a:moveTo>
                <a:lnTo>
                  <a:pt x="368300" y="34925"/>
                </a:lnTo>
                <a:lnTo>
                  <a:pt x="368300" y="41275"/>
                </a:lnTo>
                <a:lnTo>
                  <a:pt x="387350" y="41275"/>
                </a:lnTo>
                <a:lnTo>
                  <a:pt x="387350" y="34925"/>
                </a:lnTo>
                <a:close/>
              </a:path>
              <a:path w="3712845" h="76200" extrusionOk="0">
                <a:moveTo>
                  <a:pt x="412750" y="34925"/>
                </a:moveTo>
                <a:lnTo>
                  <a:pt x="393700" y="34925"/>
                </a:lnTo>
                <a:lnTo>
                  <a:pt x="393700" y="41275"/>
                </a:lnTo>
                <a:lnTo>
                  <a:pt x="412750" y="41275"/>
                </a:lnTo>
                <a:lnTo>
                  <a:pt x="412750" y="34925"/>
                </a:lnTo>
                <a:close/>
              </a:path>
              <a:path w="3712845" h="76200" extrusionOk="0">
                <a:moveTo>
                  <a:pt x="438150" y="34925"/>
                </a:moveTo>
                <a:lnTo>
                  <a:pt x="419100" y="34925"/>
                </a:lnTo>
                <a:lnTo>
                  <a:pt x="419100" y="41275"/>
                </a:lnTo>
                <a:lnTo>
                  <a:pt x="438150" y="41275"/>
                </a:lnTo>
                <a:lnTo>
                  <a:pt x="438150" y="34925"/>
                </a:lnTo>
                <a:close/>
              </a:path>
              <a:path w="3712845" h="76200" extrusionOk="0">
                <a:moveTo>
                  <a:pt x="463550" y="34925"/>
                </a:moveTo>
                <a:lnTo>
                  <a:pt x="444500" y="34925"/>
                </a:lnTo>
                <a:lnTo>
                  <a:pt x="444500" y="41275"/>
                </a:lnTo>
                <a:lnTo>
                  <a:pt x="463550" y="41275"/>
                </a:lnTo>
                <a:lnTo>
                  <a:pt x="463550" y="34925"/>
                </a:lnTo>
                <a:close/>
              </a:path>
              <a:path w="3712845" h="76200" extrusionOk="0">
                <a:moveTo>
                  <a:pt x="488950" y="34925"/>
                </a:moveTo>
                <a:lnTo>
                  <a:pt x="469900" y="34925"/>
                </a:lnTo>
                <a:lnTo>
                  <a:pt x="469900" y="41275"/>
                </a:lnTo>
                <a:lnTo>
                  <a:pt x="488950" y="41275"/>
                </a:lnTo>
                <a:lnTo>
                  <a:pt x="488950" y="34925"/>
                </a:lnTo>
                <a:close/>
              </a:path>
              <a:path w="3712845" h="76200" extrusionOk="0">
                <a:moveTo>
                  <a:pt x="514350" y="34925"/>
                </a:moveTo>
                <a:lnTo>
                  <a:pt x="495300" y="34925"/>
                </a:lnTo>
                <a:lnTo>
                  <a:pt x="495300" y="41275"/>
                </a:lnTo>
                <a:lnTo>
                  <a:pt x="514350" y="41275"/>
                </a:lnTo>
                <a:lnTo>
                  <a:pt x="514350" y="34925"/>
                </a:lnTo>
                <a:close/>
              </a:path>
              <a:path w="3712845" h="76200" extrusionOk="0">
                <a:moveTo>
                  <a:pt x="539750" y="34925"/>
                </a:moveTo>
                <a:lnTo>
                  <a:pt x="520700" y="34925"/>
                </a:lnTo>
                <a:lnTo>
                  <a:pt x="520700" y="41275"/>
                </a:lnTo>
                <a:lnTo>
                  <a:pt x="539750" y="41275"/>
                </a:lnTo>
                <a:lnTo>
                  <a:pt x="539750" y="34925"/>
                </a:lnTo>
                <a:close/>
              </a:path>
              <a:path w="3712845" h="76200" extrusionOk="0">
                <a:moveTo>
                  <a:pt x="565150" y="34925"/>
                </a:moveTo>
                <a:lnTo>
                  <a:pt x="546100" y="34925"/>
                </a:lnTo>
                <a:lnTo>
                  <a:pt x="546100" y="41275"/>
                </a:lnTo>
                <a:lnTo>
                  <a:pt x="565150" y="41275"/>
                </a:lnTo>
                <a:lnTo>
                  <a:pt x="565150" y="34925"/>
                </a:lnTo>
                <a:close/>
              </a:path>
              <a:path w="3712845" h="76200" extrusionOk="0">
                <a:moveTo>
                  <a:pt x="590550" y="34925"/>
                </a:moveTo>
                <a:lnTo>
                  <a:pt x="571500" y="34925"/>
                </a:lnTo>
                <a:lnTo>
                  <a:pt x="571500" y="41275"/>
                </a:lnTo>
                <a:lnTo>
                  <a:pt x="590550" y="41275"/>
                </a:lnTo>
                <a:lnTo>
                  <a:pt x="590550" y="34925"/>
                </a:lnTo>
                <a:close/>
              </a:path>
              <a:path w="3712845" h="76200" extrusionOk="0">
                <a:moveTo>
                  <a:pt x="615950" y="34925"/>
                </a:moveTo>
                <a:lnTo>
                  <a:pt x="596900" y="34925"/>
                </a:lnTo>
                <a:lnTo>
                  <a:pt x="596900" y="41275"/>
                </a:lnTo>
                <a:lnTo>
                  <a:pt x="615950" y="41275"/>
                </a:lnTo>
                <a:lnTo>
                  <a:pt x="615950" y="34925"/>
                </a:lnTo>
                <a:close/>
              </a:path>
              <a:path w="3712845" h="76200" extrusionOk="0">
                <a:moveTo>
                  <a:pt x="641350" y="34925"/>
                </a:moveTo>
                <a:lnTo>
                  <a:pt x="622300" y="34925"/>
                </a:lnTo>
                <a:lnTo>
                  <a:pt x="622300" y="41275"/>
                </a:lnTo>
                <a:lnTo>
                  <a:pt x="641350" y="41275"/>
                </a:lnTo>
                <a:lnTo>
                  <a:pt x="641350" y="34925"/>
                </a:lnTo>
                <a:close/>
              </a:path>
              <a:path w="3712845" h="76200" extrusionOk="0">
                <a:moveTo>
                  <a:pt x="666750" y="34925"/>
                </a:moveTo>
                <a:lnTo>
                  <a:pt x="647700" y="34925"/>
                </a:lnTo>
                <a:lnTo>
                  <a:pt x="647700" y="41275"/>
                </a:lnTo>
                <a:lnTo>
                  <a:pt x="666750" y="41275"/>
                </a:lnTo>
                <a:lnTo>
                  <a:pt x="666750" y="34925"/>
                </a:lnTo>
                <a:close/>
              </a:path>
              <a:path w="3712845" h="76200" extrusionOk="0">
                <a:moveTo>
                  <a:pt x="692150" y="34925"/>
                </a:moveTo>
                <a:lnTo>
                  <a:pt x="673100" y="34925"/>
                </a:lnTo>
                <a:lnTo>
                  <a:pt x="673100" y="41275"/>
                </a:lnTo>
                <a:lnTo>
                  <a:pt x="692150" y="41275"/>
                </a:lnTo>
                <a:lnTo>
                  <a:pt x="692150" y="34925"/>
                </a:lnTo>
                <a:close/>
              </a:path>
              <a:path w="3712845" h="76200" extrusionOk="0">
                <a:moveTo>
                  <a:pt x="717550" y="34925"/>
                </a:moveTo>
                <a:lnTo>
                  <a:pt x="698500" y="34925"/>
                </a:lnTo>
                <a:lnTo>
                  <a:pt x="698500" y="41275"/>
                </a:lnTo>
                <a:lnTo>
                  <a:pt x="717550" y="41275"/>
                </a:lnTo>
                <a:lnTo>
                  <a:pt x="717550" y="34925"/>
                </a:lnTo>
                <a:close/>
              </a:path>
              <a:path w="3712845" h="76200" extrusionOk="0">
                <a:moveTo>
                  <a:pt x="742950" y="34925"/>
                </a:moveTo>
                <a:lnTo>
                  <a:pt x="723900" y="34925"/>
                </a:lnTo>
                <a:lnTo>
                  <a:pt x="723900" y="41275"/>
                </a:lnTo>
                <a:lnTo>
                  <a:pt x="742950" y="41275"/>
                </a:lnTo>
                <a:lnTo>
                  <a:pt x="742950" y="34925"/>
                </a:lnTo>
                <a:close/>
              </a:path>
              <a:path w="3712845" h="76200" extrusionOk="0">
                <a:moveTo>
                  <a:pt x="768350" y="34925"/>
                </a:moveTo>
                <a:lnTo>
                  <a:pt x="749300" y="34925"/>
                </a:lnTo>
                <a:lnTo>
                  <a:pt x="749300" y="41275"/>
                </a:lnTo>
                <a:lnTo>
                  <a:pt x="768350" y="41275"/>
                </a:lnTo>
                <a:lnTo>
                  <a:pt x="768350" y="34925"/>
                </a:lnTo>
                <a:close/>
              </a:path>
              <a:path w="3712845" h="76200" extrusionOk="0">
                <a:moveTo>
                  <a:pt x="793750" y="34925"/>
                </a:moveTo>
                <a:lnTo>
                  <a:pt x="774700" y="34925"/>
                </a:lnTo>
                <a:lnTo>
                  <a:pt x="774700" y="41275"/>
                </a:lnTo>
                <a:lnTo>
                  <a:pt x="793750" y="41275"/>
                </a:lnTo>
                <a:lnTo>
                  <a:pt x="793750" y="34925"/>
                </a:lnTo>
                <a:close/>
              </a:path>
              <a:path w="3712845" h="76200" extrusionOk="0">
                <a:moveTo>
                  <a:pt x="819150" y="34925"/>
                </a:moveTo>
                <a:lnTo>
                  <a:pt x="800100" y="34925"/>
                </a:lnTo>
                <a:lnTo>
                  <a:pt x="800100" y="41275"/>
                </a:lnTo>
                <a:lnTo>
                  <a:pt x="819150" y="41275"/>
                </a:lnTo>
                <a:lnTo>
                  <a:pt x="819150" y="34925"/>
                </a:lnTo>
                <a:close/>
              </a:path>
              <a:path w="3712845" h="76200" extrusionOk="0">
                <a:moveTo>
                  <a:pt x="844550" y="34925"/>
                </a:moveTo>
                <a:lnTo>
                  <a:pt x="825500" y="34925"/>
                </a:lnTo>
                <a:lnTo>
                  <a:pt x="825500" y="41275"/>
                </a:lnTo>
                <a:lnTo>
                  <a:pt x="844550" y="41275"/>
                </a:lnTo>
                <a:lnTo>
                  <a:pt x="844550" y="34925"/>
                </a:lnTo>
                <a:close/>
              </a:path>
              <a:path w="3712845" h="76200" extrusionOk="0">
                <a:moveTo>
                  <a:pt x="869950" y="34925"/>
                </a:moveTo>
                <a:lnTo>
                  <a:pt x="850900" y="34925"/>
                </a:lnTo>
                <a:lnTo>
                  <a:pt x="850900" y="41275"/>
                </a:lnTo>
                <a:lnTo>
                  <a:pt x="869950" y="41275"/>
                </a:lnTo>
                <a:lnTo>
                  <a:pt x="869950" y="34925"/>
                </a:lnTo>
                <a:close/>
              </a:path>
              <a:path w="3712845" h="76200" extrusionOk="0">
                <a:moveTo>
                  <a:pt x="895350" y="34925"/>
                </a:moveTo>
                <a:lnTo>
                  <a:pt x="876300" y="34925"/>
                </a:lnTo>
                <a:lnTo>
                  <a:pt x="876300" y="41275"/>
                </a:lnTo>
                <a:lnTo>
                  <a:pt x="895350" y="41275"/>
                </a:lnTo>
                <a:lnTo>
                  <a:pt x="895350" y="34925"/>
                </a:lnTo>
                <a:close/>
              </a:path>
              <a:path w="3712845" h="76200" extrusionOk="0">
                <a:moveTo>
                  <a:pt x="920750" y="34925"/>
                </a:moveTo>
                <a:lnTo>
                  <a:pt x="901700" y="34925"/>
                </a:lnTo>
                <a:lnTo>
                  <a:pt x="901700" y="41275"/>
                </a:lnTo>
                <a:lnTo>
                  <a:pt x="920750" y="41275"/>
                </a:lnTo>
                <a:lnTo>
                  <a:pt x="920750" y="34925"/>
                </a:lnTo>
                <a:close/>
              </a:path>
              <a:path w="3712845" h="76200" extrusionOk="0">
                <a:moveTo>
                  <a:pt x="946150" y="34925"/>
                </a:moveTo>
                <a:lnTo>
                  <a:pt x="927100" y="34925"/>
                </a:lnTo>
                <a:lnTo>
                  <a:pt x="927100" y="41275"/>
                </a:lnTo>
                <a:lnTo>
                  <a:pt x="946150" y="41275"/>
                </a:lnTo>
                <a:lnTo>
                  <a:pt x="946150" y="34925"/>
                </a:lnTo>
                <a:close/>
              </a:path>
              <a:path w="3712845" h="76200" extrusionOk="0">
                <a:moveTo>
                  <a:pt x="971550" y="34925"/>
                </a:moveTo>
                <a:lnTo>
                  <a:pt x="952500" y="34925"/>
                </a:lnTo>
                <a:lnTo>
                  <a:pt x="952500" y="41275"/>
                </a:lnTo>
                <a:lnTo>
                  <a:pt x="971550" y="41275"/>
                </a:lnTo>
                <a:lnTo>
                  <a:pt x="971550" y="34925"/>
                </a:lnTo>
                <a:close/>
              </a:path>
              <a:path w="3712845" h="76200" extrusionOk="0">
                <a:moveTo>
                  <a:pt x="996950" y="34925"/>
                </a:moveTo>
                <a:lnTo>
                  <a:pt x="977900" y="34925"/>
                </a:lnTo>
                <a:lnTo>
                  <a:pt x="977900" y="41275"/>
                </a:lnTo>
                <a:lnTo>
                  <a:pt x="996950" y="41275"/>
                </a:lnTo>
                <a:lnTo>
                  <a:pt x="996950" y="34925"/>
                </a:lnTo>
                <a:close/>
              </a:path>
              <a:path w="3712845" h="76200" extrusionOk="0">
                <a:moveTo>
                  <a:pt x="1022350" y="34925"/>
                </a:moveTo>
                <a:lnTo>
                  <a:pt x="1003300" y="34925"/>
                </a:lnTo>
                <a:lnTo>
                  <a:pt x="1003300" y="41275"/>
                </a:lnTo>
                <a:lnTo>
                  <a:pt x="1022350" y="41275"/>
                </a:lnTo>
                <a:lnTo>
                  <a:pt x="1022350" y="34925"/>
                </a:lnTo>
                <a:close/>
              </a:path>
              <a:path w="3712845" h="76200" extrusionOk="0">
                <a:moveTo>
                  <a:pt x="1047750" y="34925"/>
                </a:moveTo>
                <a:lnTo>
                  <a:pt x="1028700" y="34925"/>
                </a:lnTo>
                <a:lnTo>
                  <a:pt x="1028700" y="41275"/>
                </a:lnTo>
                <a:lnTo>
                  <a:pt x="1047750" y="41275"/>
                </a:lnTo>
                <a:lnTo>
                  <a:pt x="1047750" y="34925"/>
                </a:lnTo>
                <a:close/>
              </a:path>
              <a:path w="3712845" h="76200" extrusionOk="0">
                <a:moveTo>
                  <a:pt x="1073150" y="34925"/>
                </a:moveTo>
                <a:lnTo>
                  <a:pt x="1054100" y="34925"/>
                </a:lnTo>
                <a:lnTo>
                  <a:pt x="1054100" y="41275"/>
                </a:lnTo>
                <a:lnTo>
                  <a:pt x="1073150" y="41275"/>
                </a:lnTo>
                <a:lnTo>
                  <a:pt x="1073150" y="34925"/>
                </a:lnTo>
                <a:close/>
              </a:path>
              <a:path w="3712845" h="76200" extrusionOk="0">
                <a:moveTo>
                  <a:pt x="1098550" y="34925"/>
                </a:moveTo>
                <a:lnTo>
                  <a:pt x="1079500" y="34925"/>
                </a:lnTo>
                <a:lnTo>
                  <a:pt x="1079500" y="41275"/>
                </a:lnTo>
                <a:lnTo>
                  <a:pt x="1098550" y="41275"/>
                </a:lnTo>
                <a:lnTo>
                  <a:pt x="1098550" y="34925"/>
                </a:lnTo>
                <a:close/>
              </a:path>
              <a:path w="3712845" h="76200" extrusionOk="0">
                <a:moveTo>
                  <a:pt x="1123950" y="34925"/>
                </a:moveTo>
                <a:lnTo>
                  <a:pt x="1104900" y="34925"/>
                </a:lnTo>
                <a:lnTo>
                  <a:pt x="1104900" y="41275"/>
                </a:lnTo>
                <a:lnTo>
                  <a:pt x="1123950" y="41275"/>
                </a:lnTo>
                <a:lnTo>
                  <a:pt x="1123950" y="34925"/>
                </a:lnTo>
                <a:close/>
              </a:path>
              <a:path w="3712845" h="76200" extrusionOk="0">
                <a:moveTo>
                  <a:pt x="1149350" y="34925"/>
                </a:moveTo>
                <a:lnTo>
                  <a:pt x="1130300" y="34925"/>
                </a:lnTo>
                <a:lnTo>
                  <a:pt x="1130300" y="41275"/>
                </a:lnTo>
                <a:lnTo>
                  <a:pt x="1149350" y="41275"/>
                </a:lnTo>
                <a:lnTo>
                  <a:pt x="1149350" y="34925"/>
                </a:lnTo>
                <a:close/>
              </a:path>
              <a:path w="3712845" h="76200" extrusionOk="0">
                <a:moveTo>
                  <a:pt x="1174750" y="34925"/>
                </a:moveTo>
                <a:lnTo>
                  <a:pt x="1155700" y="34925"/>
                </a:lnTo>
                <a:lnTo>
                  <a:pt x="1155700" y="41275"/>
                </a:lnTo>
                <a:lnTo>
                  <a:pt x="1174750" y="41275"/>
                </a:lnTo>
                <a:lnTo>
                  <a:pt x="1174750" y="34925"/>
                </a:lnTo>
                <a:close/>
              </a:path>
              <a:path w="3712845" h="76200" extrusionOk="0">
                <a:moveTo>
                  <a:pt x="1200150" y="34925"/>
                </a:moveTo>
                <a:lnTo>
                  <a:pt x="1181100" y="34925"/>
                </a:lnTo>
                <a:lnTo>
                  <a:pt x="1181100" y="41275"/>
                </a:lnTo>
                <a:lnTo>
                  <a:pt x="1200150" y="41275"/>
                </a:lnTo>
                <a:lnTo>
                  <a:pt x="1200150" y="34925"/>
                </a:lnTo>
                <a:close/>
              </a:path>
              <a:path w="3712845" h="76200" extrusionOk="0">
                <a:moveTo>
                  <a:pt x="1225550" y="34925"/>
                </a:moveTo>
                <a:lnTo>
                  <a:pt x="1206500" y="34925"/>
                </a:lnTo>
                <a:lnTo>
                  <a:pt x="1206500" y="41275"/>
                </a:lnTo>
                <a:lnTo>
                  <a:pt x="1225550" y="41275"/>
                </a:lnTo>
                <a:lnTo>
                  <a:pt x="1225550" y="34925"/>
                </a:lnTo>
                <a:close/>
              </a:path>
              <a:path w="3712845" h="76200" extrusionOk="0">
                <a:moveTo>
                  <a:pt x="1250950" y="34925"/>
                </a:moveTo>
                <a:lnTo>
                  <a:pt x="1231900" y="34925"/>
                </a:lnTo>
                <a:lnTo>
                  <a:pt x="1231900" y="41275"/>
                </a:lnTo>
                <a:lnTo>
                  <a:pt x="1250950" y="41275"/>
                </a:lnTo>
                <a:lnTo>
                  <a:pt x="1250950" y="34925"/>
                </a:lnTo>
                <a:close/>
              </a:path>
              <a:path w="3712845" h="76200" extrusionOk="0">
                <a:moveTo>
                  <a:pt x="1276350" y="34925"/>
                </a:moveTo>
                <a:lnTo>
                  <a:pt x="1257300" y="34925"/>
                </a:lnTo>
                <a:lnTo>
                  <a:pt x="1257300" y="41275"/>
                </a:lnTo>
                <a:lnTo>
                  <a:pt x="1276350" y="41275"/>
                </a:lnTo>
                <a:lnTo>
                  <a:pt x="1276350" y="34925"/>
                </a:lnTo>
                <a:close/>
              </a:path>
              <a:path w="3712845" h="76200" extrusionOk="0">
                <a:moveTo>
                  <a:pt x="1301750" y="34925"/>
                </a:moveTo>
                <a:lnTo>
                  <a:pt x="1282700" y="34925"/>
                </a:lnTo>
                <a:lnTo>
                  <a:pt x="1282700" y="41275"/>
                </a:lnTo>
                <a:lnTo>
                  <a:pt x="1301750" y="41275"/>
                </a:lnTo>
                <a:lnTo>
                  <a:pt x="1301750" y="34925"/>
                </a:lnTo>
                <a:close/>
              </a:path>
              <a:path w="3712845" h="76200" extrusionOk="0">
                <a:moveTo>
                  <a:pt x="1327150" y="34925"/>
                </a:moveTo>
                <a:lnTo>
                  <a:pt x="1308100" y="34925"/>
                </a:lnTo>
                <a:lnTo>
                  <a:pt x="1308100" y="41275"/>
                </a:lnTo>
                <a:lnTo>
                  <a:pt x="1327150" y="41275"/>
                </a:lnTo>
                <a:lnTo>
                  <a:pt x="1327150" y="34925"/>
                </a:lnTo>
                <a:close/>
              </a:path>
              <a:path w="3712845" h="76200" extrusionOk="0">
                <a:moveTo>
                  <a:pt x="1352550" y="34925"/>
                </a:moveTo>
                <a:lnTo>
                  <a:pt x="1333500" y="34925"/>
                </a:lnTo>
                <a:lnTo>
                  <a:pt x="1333500" y="41275"/>
                </a:lnTo>
                <a:lnTo>
                  <a:pt x="1352550" y="41275"/>
                </a:lnTo>
                <a:lnTo>
                  <a:pt x="1352550" y="34925"/>
                </a:lnTo>
                <a:close/>
              </a:path>
              <a:path w="3712845" h="76200" extrusionOk="0">
                <a:moveTo>
                  <a:pt x="1377950" y="34925"/>
                </a:moveTo>
                <a:lnTo>
                  <a:pt x="1358900" y="34925"/>
                </a:lnTo>
                <a:lnTo>
                  <a:pt x="1358900" y="41275"/>
                </a:lnTo>
                <a:lnTo>
                  <a:pt x="1377950" y="41275"/>
                </a:lnTo>
                <a:lnTo>
                  <a:pt x="1377950" y="34925"/>
                </a:lnTo>
                <a:close/>
              </a:path>
              <a:path w="3712845" h="76200" extrusionOk="0">
                <a:moveTo>
                  <a:pt x="1403350" y="34925"/>
                </a:moveTo>
                <a:lnTo>
                  <a:pt x="1384300" y="34925"/>
                </a:lnTo>
                <a:lnTo>
                  <a:pt x="1384300" y="41275"/>
                </a:lnTo>
                <a:lnTo>
                  <a:pt x="1403350" y="41275"/>
                </a:lnTo>
                <a:lnTo>
                  <a:pt x="1403350" y="34925"/>
                </a:lnTo>
                <a:close/>
              </a:path>
              <a:path w="3712845" h="76200" extrusionOk="0">
                <a:moveTo>
                  <a:pt x="1428750" y="34925"/>
                </a:moveTo>
                <a:lnTo>
                  <a:pt x="1409700" y="34925"/>
                </a:lnTo>
                <a:lnTo>
                  <a:pt x="1409700" y="41275"/>
                </a:lnTo>
                <a:lnTo>
                  <a:pt x="1428750" y="41275"/>
                </a:lnTo>
                <a:lnTo>
                  <a:pt x="1428750" y="34925"/>
                </a:lnTo>
                <a:close/>
              </a:path>
              <a:path w="3712845" h="76200" extrusionOk="0">
                <a:moveTo>
                  <a:pt x="1454150" y="34925"/>
                </a:moveTo>
                <a:lnTo>
                  <a:pt x="1435100" y="34925"/>
                </a:lnTo>
                <a:lnTo>
                  <a:pt x="1435100" y="41275"/>
                </a:lnTo>
                <a:lnTo>
                  <a:pt x="1454150" y="41275"/>
                </a:lnTo>
                <a:lnTo>
                  <a:pt x="1454150" y="34925"/>
                </a:lnTo>
                <a:close/>
              </a:path>
              <a:path w="3712845" h="76200" extrusionOk="0">
                <a:moveTo>
                  <a:pt x="1479550" y="34925"/>
                </a:moveTo>
                <a:lnTo>
                  <a:pt x="1460500" y="34925"/>
                </a:lnTo>
                <a:lnTo>
                  <a:pt x="1460500" y="41275"/>
                </a:lnTo>
                <a:lnTo>
                  <a:pt x="1479550" y="41275"/>
                </a:lnTo>
                <a:lnTo>
                  <a:pt x="1479550" y="34925"/>
                </a:lnTo>
                <a:close/>
              </a:path>
              <a:path w="3712845" h="76200" extrusionOk="0">
                <a:moveTo>
                  <a:pt x="1504950" y="34925"/>
                </a:moveTo>
                <a:lnTo>
                  <a:pt x="1485900" y="34925"/>
                </a:lnTo>
                <a:lnTo>
                  <a:pt x="1485900" y="41275"/>
                </a:lnTo>
                <a:lnTo>
                  <a:pt x="1504950" y="41275"/>
                </a:lnTo>
                <a:lnTo>
                  <a:pt x="1504950" y="34925"/>
                </a:lnTo>
                <a:close/>
              </a:path>
              <a:path w="3712845" h="76200" extrusionOk="0">
                <a:moveTo>
                  <a:pt x="1530350" y="34925"/>
                </a:moveTo>
                <a:lnTo>
                  <a:pt x="1511300" y="34925"/>
                </a:lnTo>
                <a:lnTo>
                  <a:pt x="1511300" y="41275"/>
                </a:lnTo>
                <a:lnTo>
                  <a:pt x="1530350" y="41275"/>
                </a:lnTo>
                <a:lnTo>
                  <a:pt x="1530350" y="34925"/>
                </a:lnTo>
                <a:close/>
              </a:path>
              <a:path w="3712845" h="76200" extrusionOk="0">
                <a:moveTo>
                  <a:pt x="1555750" y="34925"/>
                </a:moveTo>
                <a:lnTo>
                  <a:pt x="1536700" y="34925"/>
                </a:lnTo>
                <a:lnTo>
                  <a:pt x="1536700" y="41275"/>
                </a:lnTo>
                <a:lnTo>
                  <a:pt x="1555750" y="41275"/>
                </a:lnTo>
                <a:lnTo>
                  <a:pt x="1555750" y="34925"/>
                </a:lnTo>
                <a:close/>
              </a:path>
              <a:path w="3712845" h="76200" extrusionOk="0">
                <a:moveTo>
                  <a:pt x="1581150" y="34925"/>
                </a:moveTo>
                <a:lnTo>
                  <a:pt x="1562100" y="34925"/>
                </a:lnTo>
                <a:lnTo>
                  <a:pt x="1562100" y="41275"/>
                </a:lnTo>
                <a:lnTo>
                  <a:pt x="1581150" y="41275"/>
                </a:lnTo>
                <a:lnTo>
                  <a:pt x="1581150" y="34925"/>
                </a:lnTo>
                <a:close/>
              </a:path>
              <a:path w="3712845" h="76200" extrusionOk="0">
                <a:moveTo>
                  <a:pt x="1606550" y="34925"/>
                </a:moveTo>
                <a:lnTo>
                  <a:pt x="1587500" y="34925"/>
                </a:lnTo>
                <a:lnTo>
                  <a:pt x="1587500" y="41275"/>
                </a:lnTo>
                <a:lnTo>
                  <a:pt x="1606550" y="41275"/>
                </a:lnTo>
                <a:lnTo>
                  <a:pt x="1606550" y="34925"/>
                </a:lnTo>
                <a:close/>
              </a:path>
              <a:path w="3712845" h="76200" extrusionOk="0">
                <a:moveTo>
                  <a:pt x="1631950" y="34925"/>
                </a:moveTo>
                <a:lnTo>
                  <a:pt x="1612900" y="34925"/>
                </a:lnTo>
                <a:lnTo>
                  <a:pt x="1612900" y="41275"/>
                </a:lnTo>
                <a:lnTo>
                  <a:pt x="1631950" y="41275"/>
                </a:lnTo>
                <a:lnTo>
                  <a:pt x="1631950" y="34925"/>
                </a:lnTo>
                <a:close/>
              </a:path>
              <a:path w="3712845" h="76200" extrusionOk="0">
                <a:moveTo>
                  <a:pt x="1657350" y="34925"/>
                </a:moveTo>
                <a:lnTo>
                  <a:pt x="1638300" y="34925"/>
                </a:lnTo>
                <a:lnTo>
                  <a:pt x="1638300" y="41275"/>
                </a:lnTo>
                <a:lnTo>
                  <a:pt x="1657350" y="41275"/>
                </a:lnTo>
                <a:lnTo>
                  <a:pt x="1657350" y="34925"/>
                </a:lnTo>
                <a:close/>
              </a:path>
              <a:path w="3712845" h="76200" extrusionOk="0">
                <a:moveTo>
                  <a:pt x="1682750" y="34925"/>
                </a:moveTo>
                <a:lnTo>
                  <a:pt x="1663700" y="34925"/>
                </a:lnTo>
                <a:lnTo>
                  <a:pt x="1663700" y="41275"/>
                </a:lnTo>
                <a:lnTo>
                  <a:pt x="1682750" y="41275"/>
                </a:lnTo>
                <a:lnTo>
                  <a:pt x="1682750" y="34925"/>
                </a:lnTo>
                <a:close/>
              </a:path>
              <a:path w="3712845" h="76200" extrusionOk="0">
                <a:moveTo>
                  <a:pt x="1708150" y="34925"/>
                </a:moveTo>
                <a:lnTo>
                  <a:pt x="1689100" y="34925"/>
                </a:lnTo>
                <a:lnTo>
                  <a:pt x="1689100" y="41275"/>
                </a:lnTo>
                <a:lnTo>
                  <a:pt x="1708150" y="41275"/>
                </a:lnTo>
                <a:lnTo>
                  <a:pt x="1708150" y="34925"/>
                </a:lnTo>
                <a:close/>
              </a:path>
              <a:path w="3712845" h="76200" extrusionOk="0">
                <a:moveTo>
                  <a:pt x="1733550" y="34925"/>
                </a:moveTo>
                <a:lnTo>
                  <a:pt x="1714500" y="34925"/>
                </a:lnTo>
                <a:lnTo>
                  <a:pt x="1714500" y="41275"/>
                </a:lnTo>
                <a:lnTo>
                  <a:pt x="1733550" y="41275"/>
                </a:lnTo>
                <a:lnTo>
                  <a:pt x="1733550" y="34925"/>
                </a:lnTo>
                <a:close/>
              </a:path>
              <a:path w="3712845" h="76200" extrusionOk="0">
                <a:moveTo>
                  <a:pt x="1758950" y="34925"/>
                </a:moveTo>
                <a:lnTo>
                  <a:pt x="1739900" y="34925"/>
                </a:lnTo>
                <a:lnTo>
                  <a:pt x="1739900" y="41275"/>
                </a:lnTo>
                <a:lnTo>
                  <a:pt x="1758950" y="41275"/>
                </a:lnTo>
                <a:lnTo>
                  <a:pt x="1758950" y="34925"/>
                </a:lnTo>
                <a:close/>
              </a:path>
              <a:path w="3712845" h="76200" extrusionOk="0">
                <a:moveTo>
                  <a:pt x="1784350" y="34925"/>
                </a:moveTo>
                <a:lnTo>
                  <a:pt x="1765300" y="34925"/>
                </a:lnTo>
                <a:lnTo>
                  <a:pt x="1765300" y="41275"/>
                </a:lnTo>
                <a:lnTo>
                  <a:pt x="1784350" y="41275"/>
                </a:lnTo>
                <a:lnTo>
                  <a:pt x="1784350" y="34925"/>
                </a:lnTo>
                <a:close/>
              </a:path>
              <a:path w="3712845" h="76200" extrusionOk="0">
                <a:moveTo>
                  <a:pt x="1809750" y="34925"/>
                </a:moveTo>
                <a:lnTo>
                  <a:pt x="1790700" y="34925"/>
                </a:lnTo>
                <a:lnTo>
                  <a:pt x="1790700" y="41275"/>
                </a:lnTo>
                <a:lnTo>
                  <a:pt x="1809750" y="41275"/>
                </a:lnTo>
                <a:lnTo>
                  <a:pt x="1809750" y="34925"/>
                </a:lnTo>
                <a:close/>
              </a:path>
              <a:path w="3712845" h="76200" extrusionOk="0">
                <a:moveTo>
                  <a:pt x="1835150" y="34925"/>
                </a:moveTo>
                <a:lnTo>
                  <a:pt x="1816100" y="34925"/>
                </a:lnTo>
                <a:lnTo>
                  <a:pt x="1816100" y="41275"/>
                </a:lnTo>
                <a:lnTo>
                  <a:pt x="1835150" y="41275"/>
                </a:lnTo>
                <a:lnTo>
                  <a:pt x="1835150" y="34925"/>
                </a:lnTo>
                <a:close/>
              </a:path>
              <a:path w="3712845" h="76200" extrusionOk="0">
                <a:moveTo>
                  <a:pt x="1860550" y="34925"/>
                </a:moveTo>
                <a:lnTo>
                  <a:pt x="1841500" y="34925"/>
                </a:lnTo>
                <a:lnTo>
                  <a:pt x="1841500" y="41275"/>
                </a:lnTo>
                <a:lnTo>
                  <a:pt x="1860550" y="41275"/>
                </a:lnTo>
                <a:lnTo>
                  <a:pt x="1860550" y="34925"/>
                </a:lnTo>
                <a:close/>
              </a:path>
              <a:path w="3712845" h="76200" extrusionOk="0">
                <a:moveTo>
                  <a:pt x="1885950" y="34925"/>
                </a:moveTo>
                <a:lnTo>
                  <a:pt x="1866900" y="34925"/>
                </a:lnTo>
                <a:lnTo>
                  <a:pt x="1866900" y="41275"/>
                </a:lnTo>
                <a:lnTo>
                  <a:pt x="1885950" y="41275"/>
                </a:lnTo>
                <a:lnTo>
                  <a:pt x="1885950" y="34925"/>
                </a:lnTo>
                <a:close/>
              </a:path>
              <a:path w="3712845" h="76200" extrusionOk="0">
                <a:moveTo>
                  <a:pt x="1911350" y="34925"/>
                </a:moveTo>
                <a:lnTo>
                  <a:pt x="1892300" y="34925"/>
                </a:lnTo>
                <a:lnTo>
                  <a:pt x="1892300" y="41275"/>
                </a:lnTo>
                <a:lnTo>
                  <a:pt x="1911350" y="41275"/>
                </a:lnTo>
                <a:lnTo>
                  <a:pt x="1911350" y="34925"/>
                </a:lnTo>
                <a:close/>
              </a:path>
              <a:path w="3712845" h="76200" extrusionOk="0">
                <a:moveTo>
                  <a:pt x="1936750" y="34925"/>
                </a:moveTo>
                <a:lnTo>
                  <a:pt x="1917700" y="34925"/>
                </a:lnTo>
                <a:lnTo>
                  <a:pt x="1917700" y="41275"/>
                </a:lnTo>
                <a:lnTo>
                  <a:pt x="1936750" y="41275"/>
                </a:lnTo>
                <a:lnTo>
                  <a:pt x="1936750" y="34925"/>
                </a:lnTo>
                <a:close/>
              </a:path>
              <a:path w="3712845" h="76200" extrusionOk="0">
                <a:moveTo>
                  <a:pt x="1962150" y="34925"/>
                </a:moveTo>
                <a:lnTo>
                  <a:pt x="1943100" y="34925"/>
                </a:lnTo>
                <a:lnTo>
                  <a:pt x="1943100" y="41275"/>
                </a:lnTo>
                <a:lnTo>
                  <a:pt x="1962150" y="41275"/>
                </a:lnTo>
                <a:lnTo>
                  <a:pt x="1962150" y="34925"/>
                </a:lnTo>
                <a:close/>
              </a:path>
              <a:path w="3712845" h="76200" extrusionOk="0">
                <a:moveTo>
                  <a:pt x="1987550" y="34925"/>
                </a:moveTo>
                <a:lnTo>
                  <a:pt x="1968500" y="34925"/>
                </a:lnTo>
                <a:lnTo>
                  <a:pt x="1968500" y="41275"/>
                </a:lnTo>
                <a:lnTo>
                  <a:pt x="1987550" y="41275"/>
                </a:lnTo>
                <a:lnTo>
                  <a:pt x="1987550" y="34925"/>
                </a:lnTo>
                <a:close/>
              </a:path>
              <a:path w="3712845" h="76200" extrusionOk="0">
                <a:moveTo>
                  <a:pt x="2012950" y="34925"/>
                </a:moveTo>
                <a:lnTo>
                  <a:pt x="1993900" y="34925"/>
                </a:lnTo>
                <a:lnTo>
                  <a:pt x="1993900" y="41275"/>
                </a:lnTo>
                <a:lnTo>
                  <a:pt x="2012950" y="41275"/>
                </a:lnTo>
                <a:lnTo>
                  <a:pt x="2012950" y="34925"/>
                </a:lnTo>
                <a:close/>
              </a:path>
              <a:path w="3712845" h="76200" extrusionOk="0">
                <a:moveTo>
                  <a:pt x="2038350" y="34925"/>
                </a:moveTo>
                <a:lnTo>
                  <a:pt x="2019300" y="34925"/>
                </a:lnTo>
                <a:lnTo>
                  <a:pt x="2019300" y="41275"/>
                </a:lnTo>
                <a:lnTo>
                  <a:pt x="2038350" y="41275"/>
                </a:lnTo>
                <a:lnTo>
                  <a:pt x="2038350" y="34925"/>
                </a:lnTo>
                <a:close/>
              </a:path>
              <a:path w="3712845" h="76200" extrusionOk="0">
                <a:moveTo>
                  <a:pt x="2063750" y="34925"/>
                </a:moveTo>
                <a:lnTo>
                  <a:pt x="2044700" y="34925"/>
                </a:lnTo>
                <a:lnTo>
                  <a:pt x="2044700" y="41275"/>
                </a:lnTo>
                <a:lnTo>
                  <a:pt x="2063750" y="41275"/>
                </a:lnTo>
                <a:lnTo>
                  <a:pt x="2063750" y="34925"/>
                </a:lnTo>
                <a:close/>
              </a:path>
              <a:path w="3712845" h="76200" extrusionOk="0">
                <a:moveTo>
                  <a:pt x="2089150" y="34925"/>
                </a:moveTo>
                <a:lnTo>
                  <a:pt x="2070100" y="34925"/>
                </a:lnTo>
                <a:lnTo>
                  <a:pt x="2070100" y="41275"/>
                </a:lnTo>
                <a:lnTo>
                  <a:pt x="2089150" y="41275"/>
                </a:lnTo>
                <a:lnTo>
                  <a:pt x="2089150" y="34925"/>
                </a:lnTo>
                <a:close/>
              </a:path>
              <a:path w="3712845" h="76200" extrusionOk="0">
                <a:moveTo>
                  <a:pt x="2114550" y="34925"/>
                </a:moveTo>
                <a:lnTo>
                  <a:pt x="2095500" y="34925"/>
                </a:lnTo>
                <a:lnTo>
                  <a:pt x="2095500" y="41275"/>
                </a:lnTo>
                <a:lnTo>
                  <a:pt x="2114550" y="41275"/>
                </a:lnTo>
                <a:lnTo>
                  <a:pt x="2114550" y="34925"/>
                </a:lnTo>
                <a:close/>
              </a:path>
              <a:path w="3712845" h="76200" extrusionOk="0">
                <a:moveTo>
                  <a:pt x="2139950" y="34925"/>
                </a:moveTo>
                <a:lnTo>
                  <a:pt x="2120900" y="34925"/>
                </a:lnTo>
                <a:lnTo>
                  <a:pt x="2120900" y="41275"/>
                </a:lnTo>
                <a:lnTo>
                  <a:pt x="2139950" y="41275"/>
                </a:lnTo>
                <a:lnTo>
                  <a:pt x="2139950" y="34925"/>
                </a:lnTo>
                <a:close/>
              </a:path>
              <a:path w="3712845" h="76200" extrusionOk="0">
                <a:moveTo>
                  <a:pt x="2165350" y="34925"/>
                </a:moveTo>
                <a:lnTo>
                  <a:pt x="2146300" y="34925"/>
                </a:lnTo>
                <a:lnTo>
                  <a:pt x="2146300" y="41275"/>
                </a:lnTo>
                <a:lnTo>
                  <a:pt x="2165350" y="41275"/>
                </a:lnTo>
                <a:lnTo>
                  <a:pt x="2165350" y="34925"/>
                </a:lnTo>
                <a:close/>
              </a:path>
              <a:path w="3712845" h="76200" extrusionOk="0">
                <a:moveTo>
                  <a:pt x="2190750" y="34925"/>
                </a:moveTo>
                <a:lnTo>
                  <a:pt x="2171700" y="34925"/>
                </a:lnTo>
                <a:lnTo>
                  <a:pt x="2171700" y="41275"/>
                </a:lnTo>
                <a:lnTo>
                  <a:pt x="2190750" y="41275"/>
                </a:lnTo>
                <a:lnTo>
                  <a:pt x="2190750" y="34925"/>
                </a:lnTo>
                <a:close/>
              </a:path>
              <a:path w="3712845" h="76200" extrusionOk="0">
                <a:moveTo>
                  <a:pt x="2216150" y="34925"/>
                </a:moveTo>
                <a:lnTo>
                  <a:pt x="2197100" y="34925"/>
                </a:lnTo>
                <a:lnTo>
                  <a:pt x="2197100" y="41275"/>
                </a:lnTo>
                <a:lnTo>
                  <a:pt x="2216150" y="41275"/>
                </a:lnTo>
                <a:lnTo>
                  <a:pt x="2216150" y="34925"/>
                </a:lnTo>
                <a:close/>
              </a:path>
              <a:path w="3712845" h="76200" extrusionOk="0">
                <a:moveTo>
                  <a:pt x="2241550" y="34925"/>
                </a:moveTo>
                <a:lnTo>
                  <a:pt x="2222500" y="34925"/>
                </a:lnTo>
                <a:lnTo>
                  <a:pt x="2222500" y="41275"/>
                </a:lnTo>
                <a:lnTo>
                  <a:pt x="2241550" y="41275"/>
                </a:lnTo>
                <a:lnTo>
                  <a:pt x="2241550" y="34925"/>
                </a:lnTo>
                <a:close/>
              </a:path>
              <a:path w="3712845" h="76200" extrusionOk="0">
                <a:moveTo>
                  <a:pt x="2266950" y="34925"/>
                </a:moveTo>
                <a:lnTo>
                  <a:pt x="2247900" y="34925"/>
                </a:lnTo>
                <a:lnTo>
                  <a:pt x="2247900" y="41275"/>
                </a:lnTo>
                <a:lnTo>
                  <a:pt x="2266950" y="41275"/>
                </a:lnTo>
                <a:lnTo>
                  <a:pt x="2266950" y="34925"/>
                </a:lnTo>
                <a:close/>
              </a:path>
              <a:path w="3712845" h="76200" extrusionOk="0">
                <a:moveTo>
                  <a:pt x="2292350" y="34925"/>
                </a:moveTo>
                <a:lnTo>
                  <a:pt x="2273300" y="34925"/>
                </a:lnTo>
                <a:lnTo>
                  <a:pt x="2273300" y="41275"/>
                </a:lnTo>
                <a:lnTo>
                  <a:pt x="2292350" y="41275"/>
                </a:lnTo>
                <a:lnTo>
                  <a:pt x="2292350" y="34925"/>
                </a:lnTo>
                <a:close/>
              </a:path>
              <a:path w="3712845" h="76200" extrusionOk="0">
                <a:moveTo>
                  <a:pt x="2317750" y="34925"/>
                </a:moveTo>
                <a:lnTo>
                  <a:pt x="2298700" y="34925"/>
                </a:lnTo>
                <a:lnTo>
                  <a:pt x="2298700" y="41275"/>
                </a:lnTo>
                <a:lnTo>
                  <a:pt x="2317750" y="41275"/>
                </a:lnTo>
                <a:lnTo>
                  <a:pt x="2317750" y="34925"/>
                </a:lnTo>
                <a:close/>
              </a:path>
              <a:path w="3712845" h="76200" extrusionOk="0">
                <a:moveTo>
                  <a:pt x="2343150" y="34925"/>
                </a:moveTo>
                <a:lnTo>
                  <a:pt x="2324100" y="34925"/>
                </a:lnTo>
                <a:lnTo>
                  <a:pt x="2324100" y="41275"/>
                </a:lnTo>
                <a:lnTo>
                  <a:pt x="2343150" y="41275"/>
                </a:lnTo>
                <a:lnTo>
                  <a:pt x="2343150" y="34925"/>
                </a:lnTo>
                <a:close/>
              </a:path>
              <a:path w="3712845" h="76200" extrusionOk="0">
                <a:moveTo>
                  <a:pt x="2368550" y="34925"/>
                </a:moveTo>
                <a:lnTo>
                  <a:pt x="2349500" y="34925"/>
                </a:lnTo>
                <a:lnTo>
                  <a:pt x="2349500" y="41275"/>
                </a:lnTo>
                <a:lnTo>
                  <a:pt x="2368550" y="41275"/>
                </a:lnTo>
                <a:lnTo>
                  <a:pt x="2368550" y="34925"/>
                </a:lnTo>
                <a:close/>
              </a:path>
              <a:path w="3712845" h="76200" extrusionOk="0">
                <a:moveTo>
                  <a:pt x="2393950" y="34925"/>
                </a:moveTo>
                <a:lnTo>
                  <a:pt x="2374900" y="34925"/>
                </a:lnTo>
                <a:lnTo>
                  <a:pt x="2374900" y="41275"/>
                </a:lnTo>
                <a:lnTo>
                  <a:pt x="2393950" y="41275"/>
                </a:lnTo>
                <a:lnTo>
                  <a:pt x="2393950" y="34925"/>
                </a:lnTo>
                <a:close/>
              </a:path>
              <a:path w="3712845" h="76200" extrusionOk="0">
                <a:moveTo>
                  <a:pt x="2419350" y="34925"/>
                </a:moveTo>
                <a:lnTo>
                  <a:pt x="2400300" y="34925"/>
                </a:lnTo>
                <a:lnTo>
                  <a:pt x="2400300" y="41275"/>
                </a:lnTo>
                <a:lnTo>
                  <a:pt x="2419350" y="41275"/>
                </a:lnTo>
                <a:lnTo>
                  <a:pt x="2419350" y="34925"/>
                </a:lnTo>
                <a:close/>
              </a:path>
              <a:path w="3712845" h="76200" extrusionOk="0">
                <a:moveTo>
                  <a:pt x="2444750" y="34925"/>
                </a:moveTo>
                <a:lnTo>
                  <a:pt x="2425700" y="34925"/>
                </a:lnTo>
                <a:lnTo>
                  <a:pt x="2425700" y="41275"/>
                </a:lnTo>
                <a:lnTo>
                  <a:pt x="2444750" y="41275"/>
                </a:lnTo>
                <a:lnTo>
                  <a:pt x="2444750" y="34925"/>
                </a:lnTo>
                <a:close/>
              </a:path>
              <a:path w="3712845" h="76200" extrusionOk="0">
                <a:moveTo>
                  <a:pt x="2470150" y="34925"/>
                </a:moveTo>
                <a:lnTo>
                  <a:pt x="2451100" y="34925"/>
                </a:lnTo>
                <a:lnTo>
                  <a:pt x="2451100" y="41275"/>
                </a:lnTo>
                <a:lnTo>
                  <a:pt x="2470150" y="41275"/>
                </a:lnTo>
                <a:lnTo>
                  <a:pt x="2470150" y="34925"/>
                </a:lnTo>
                <a:close/>
              </a:path>
              <a:path w="3712845" h="76200" extrusionOk="0">
                <a:moveTo>
                  <a:pt x="2495550" y="34925"/>
                </a:moveTo>
                <a:lnTo>
                  <a:pt x="2476500" y="34925"/>
                </a:lnTo>
                <a:lnTo>
                  <a:pt x="2476500" y="41275"/>
                </a:lnTo>
                <a:lnTo>
                  <a:pt x="2495550" y="41275"/>
                </a:lnTo>
                <a:lnTo>
                  <a:pt x="2495550" y="34925"/>
                </a:lnTo>
                <a:close/>
              </a:path>
              <a:path w="3712845" h="76200" extrusionOk="0">
                <a:moveTo>
                  <a:pt x="2520950" y="34925"/>
                </a:moveTo>
                <a:lnTo>
                  <a:pt x="2501900" y="34925"/>
                </a:lnTo>
                <a:lnTo>
                  <a:pt x="2501900" y="41275"/>
                </a:lnTo>
                <a:lnTo>
                  <a:pt x="2520950" y="41275"/>
                </a:lnTo>
                <a:lnTo>
                  <a:pt x="2520950" y="34925"/>
                </a:lnTo>
                <a:close/>
              </a:path>
              <a:path w="3712845" h="76200" extrusionOk="0">
                <a:moveTo>
                  <a:pt x="2546350" y="34925"/>
                </a:moveTo>
                <a:lnTo>
                  <a:pt x="2527300" y="34925"/>
                </a:lnTo>
                <a:lnTo>
                  <a:pt x="2527300" y="41275"/>
                </a:lnTo>
                <a:lnTo>
                  <a:pt x="2546350" y="41275"/>
                </a:lnTo>
                <a:lnTo>
                  <a:pt x="2546350" y="34925"/>
                </a:lnTo>
                <a:close/>
              </a:path>
              <a:path w="3712845" h="76200" extrusionOk="0">
                <a:moveTo>
                  <a:pt x="2571750" y="34925"/>
                </a:moveTo>
                <a:lnTo>
                  <a:pt x="2552700" y="34925"/>
                </a:lnTo>
                <a:lnTo>
                  <a:pt x="2552700" y="41275"/>
                </a:lnTo>
                <a:lnTo>
                  <a:pt x="2571750" y="41275"/>
                </a:lnTo>
                <a:lnTo>
                  <a:pt x="2571750" y="34925"/>
                </a:lnTo>
                <a:close/>
              </a:path>
              <a:path w="3712845" h="76200" extrusionOk="0">
                <a:moveTo>
                  <a:pt x="2597150" y="34925"/>
                </a:moveTo>
                <a:lnTo>
                  <a:pt x="2578100" y="34925"/>
                </a:lnTo>
                <a:lnTo>
                  <a:pt x="2578100" y="41275"/>
                </a:lnTo>
                <a:lnTo>
                  <a:pt x="2597150" y="41275"/>
                </a:lnTo>
                <a:lnTo>
                  <a:pt x="2597150" y="34925"/>
                </a:lnTo>
                <a:close/>
              </a:path>
              <a:path w="3712845" h="76200" extrusionOk="0">
                <a:moveTo>
                  <a:pt x="2622550" y="34925"/>
                </a:moveTo>
                <a:lnTo>
                  <a:pt x="2603500" y="34925"/>
                </a:lnTo>
                <a:lnTo>
                  <a:pt x="2603500" y="41275"/>
                </a:lnTo>
                <a:lnTo>
                  <a:pt x="2622550" y="41275"/>
                </a:lnTo>
                <a:lnTo>
                  <a:pt x="2622550" y="34925"/>
                </a:lnTo>
                <a:close/>
              </a:path>
              <a:path w="3712845" h="76200" extrusionOk="0">
                <a:moveTo>
                  <a:pt x="2647950" y="34925"/>
                </a:moveTo>
                <a:lnTo>
                  <a:pt x="2628900" y="34925"/>
                </a:lnTo>
                <a:lnTo>
                  <a:pt x="2628900" y="41275"/>
                </a:lnTo>
                <a:lnTo>
                  <a:pt x="2647950" y="41275"/>
                </a:lnTo>
                <a:lnTo>
                  <a:pt x="2647950" y="34925"/>
                </a:lnTo>
                <a:close/>
              </a:path>
              <a:path w="3712845" h="76200" extrusionOk="0">
                <a:moveTo>
                  <a:pt x="2673350" y="34925"/>
                </a:moveTo>
                <a:lnTo>
                  <a:pt x="2654300" y="34925"/>
                </a:lnTo>
                <a:lnTo>
                  <a:pt x="2654300" y="41275"/>
                </a:lnTo>
                <a:lnTo>
                  <a:pt x="2673350" y="41275"/>
                </a:lnTo>
                <a:lnTo>
                  <a:pt x="2673350" y="34925"/>
                </a:lnTo>
                <a:close/>
              </a:path>
              <a:path w="3712845" h="76200" extrusionOk="0">
                <a:moveTo>
                  <a:pt x="2698750" y="34925"/>
                </a:moveTo>
                <a:lnTo>
                  <a:pt x="2679700" y="34925"/>
                </a:lnTo>
                <a:lnTo>
                  <a:pt x="2679700" y="41275"/>
                </a:lnTo>
                <a:lnTo>
                  <a:pt x="2698750" y="41275"/>
                </a:lnTo>
                <a:lnTo>
                  <a:pt x="2698750" y="34925"/>
                </a:lnTo>
                <a:close/>
              </a:path>
              <a:path w="3712845" h="76200" extrusionOk="0">
                <a:moveTo>
                  <a:pt x="2724150" y="34925"/>
                </a:moveTo>
                <a:lnTo>
                  <a:pt x="2705100" y="34925"/>
                </a:lnTo>
                <a:lnTo>
                  <a:pt x="2705100" y="41275"/>
                </a:lnTo>
                <a:lnTo>
                  <a:pt x="2724150" y="41275"/>
                </a:lnTo>
                <a:lnTo>
                  <a:pt x="2724150" y="34925"/>
                </a:lnTo>
                <a:close/>
              </a:path>
              <a:path w="3712845" h="76200" extrusionOk="0">
                <a:moveTo>
                  <a:pt x="2749550" y="34925"/>
                </a:moveTo>
                <a:lnTo>
                  <a:pt x="2730500" y="34925"/>
                </a:lnTo>
                <a:lnTo>
                  <a:pt x="2730500" y="41275"/>
                </a:lnTo>
                <a:lnTo>
                  <a:pt x="2749550" y="41275"/>
                </a:lnTo>
                <a:lnTo>
                  <a:pt x="2749550" y="34925"/>
                </a:lnTo>
                <a:close/>
              </a:path>
              <a:path w="3712845" h="76200" extrusionOk="0">
                <a:moveTo>
                  <a:pt x="2774950" y="34925"/>
                </a:moveTo>
                <a:lnTo>
                  <a:pt x="2755900" y="34925"/>
                </a:lnTo>
                <a:lnTo>
                  <a:pt x="2755900" y="41275"/>
                </a:lnTo>
                <a:lnTo>
                  <a:pt x="2774950" y="41275"/>
                </a:lnTo>
                <a:lnTo>
                  <a:pt x="2774950" y="34925"/>
                </a:lnTo>
                <a:close/>
              </a:path>
              <a:path w="3712845" h="76200" extrusionOk="0">
                <a:moveTo>
                  <a:pt x="2800350" y="34925"/>
                </a:moveTo>
                <a:lnTo>
                  <a:pt x="2781300" y="34925"/>
                </a:lnTo>
                <a:lnTo>
                  <a:pt x="2781300" y="41275"/>
                </a:lnTo>
                <a:lnTo>
                  <a:pt x="2800350" y="41275"/>
                </a:lnTo>
                <a:lnTo>
                  <a:pt x="2800350" y="34925"/>
                </a:lnTo>
                <a:close/>
              </a:path>
              <a:path w="3712845" h="76200" extrusionOk="0">
                <a:moveTo>
                  <a:pt x="2825750" y="34925"/>
                </a:moveTo>
                <a:lnTo>
                  <a:pt x="2806700" y="34925"/>
                </a:lnTo>
                <a:lnTo>
                  <a:pt x="2806700" y="41275"/>
                </a:lnTo>
                <a:lnTo>
                  <a:pt x="2825750" y="41275"/>
                </a:lnTo>
                <a:lnTo>
                  <a:pt x="2825750" y="34925"/>
                </a:lnTo>
                <a:close/>
              </a:path>
              <a:path w="3712845" h="76200" extrusionOk="0">
                <a:moveTo>
                  <a:pt x="2851150" y="34925"/>
                </a:moveTo>
                <a:lnTo>
                  <a:pt x="2832100" y="34925"/>
                </a:lnTo>
                <a:lnTo>
                  <a:pt x="2832100" y="41275"/>
                </a:lnTo>
                <a:lnTo>
                  <a:pt x="2851150" y="41275"/>
                </a:lnTo>
                <a:lnTo>
                  <a:pt x="2851150" y="34925"/>
                </a:lnTo>
                <a:close/>
              </a:path>
              <a:path w="3712845" h="76200" extrusionOk="0">
                <a:moveTo>
                  <a:pt x="2876550" y="34925"/>
                </a:moveTo>
                <a:lnTo>
                  <a:pt x="2857500" y="34925"/>
                </a:lnTo>
                <a:lnTo>
                  <a:pt x="2857500" y="41275"/>
                </a:lnTo>
                <a:lnTo>
                  <a:pt x="2876550" y="41275"/>
                </a:lnTo>
                <a:lnTo>
                  <a:pt x="2876550" y="34925"/>
                </a:lnTo>
                <a:close/>
              </a:path>
              <a:path w="3712845" h="76200" extrusionOk="0">
                <a:moveTo>
                  <a:pt x="2901950" y="34925"/>
                </a:moveTo>
                <a:lnTo>
                  <a:pt x="2882900" y="34925"/>
                </a:lnTo>
                <a:lnTo>
                  <a:pt x="2882900" y="41275"/>
                </a:lnTo>
                <a:lnTo>
                  <a:pt x="2901950" y="41275"/>
                </a:lnTo>
                <a:lnTo>
                  <a:pt x="2901950" y="34925"/>
                </a:lnTo>
                <a:close/>
              </a:path>
              <a:path w="3712845" h="76200" extrusionOk="0">
                <a:moveTo>
                  <a:pt x="2927350" y="34925"/>
                </a:moveTo>
                <a:lnTo>
                  <a:pt x="2908300" y="34925"/>
                </a:lnTo>
                <a:lnTo>
                  <a:pt x="2908300" y="41275"/>
                </a:lnTo>
                <a:lnTo>
                  <a:pt x="2927350" y="41275"/>
                </a:lnTo>
                <a:lnTo>
                  <a:pt x="2927350" y="34925"/>
                </a:lnTo>
                <a:close/>
              </a:path>
              <a:path w="3712845" h="76200" extrusionOk="0">
                <a:moveTo>
                  <a:pt x="2952750" y="34925"/>
                </a:moveTo>
                <a:lnTo>
                  <a:pt x="2933700" y="34925"/>
                </a:lnTo>
                <a:lnTo>
                  <a:pt x="2933700" y="41275"/>
                </a:lnTo>
                <a:lnTo>
                  <a:pt x="2952750" y="41275"/>
                </a:lnTo>
                <a:lnTo>
                  <a:pt x="2952750" y="34925"/>
                </a:lnTo>
                <a:close/>
              </a:path>
              <a:path w="3712845" h="76200" extrusionOk="0">
                <a:moveTo>
                  <a:pt x="2978150" y="34925"/>
                </a:moveTo>
                <a:lnTo>
                  <a:pt x="2959100" y="34925"/>
                </a:lnTo>
                <a:lnTo>
                  <a:pt x="2959100" y="41275"/>
                </a:lnTo>
                <a:lnTo>
                  <a:pt x="2978150" y="41275"/>
                </a:lnTo>
                <a:lnTo>
                  <a:pt x="2978150" y="34925"/>
                </a:lnTo>
                <a:close/>
              </a:path>
              <a:path w="3712845" h="76200" extrusionOk="0">
                <a:moveTo>
                  <a:pt x="3003550" y="34925"/>
                </a:moveTo>
                <a:lnTo>
                  <a:pt x="2984500" y="34925"/>
                </a:lnTo>
                <a:lnTo>
                  <a:pt x="2984500" y="41275"/>
                </a:lnTo>
                <a:lnTo>
                  <a:pt x="3003550" y="41275"/>
                </a:lnTo>
                <a:lnTo>
                  <a:pt x="3003550" y="34925"/>
                </a:lnTo>
                <a:close/>
              </a:path>
              <a:path w="3712845" h="76200" extrusionOk="0">
                <a:moveTo>
                  <a:pt x="3028950" y="34925"/>
                </a:moveTo>
                <a:lnTo>
                  <a:pt x="3009900" y="34925"/>
                </a:lnTo>
                <a:lnTo>
                  <a:pt x="3009900" y="41275"/>
                </a:lnTo>
                <a:lnTo>
                  <a:pt x="3028950" y="41275"/>
                </a:lnTo>
                <a:lnTo>
                  <a:pt x="3028950" y="34925"/>
                </a:lnTo>
                <a:close/>
              </a:path>
              <a:path w="3712845" h="76200" extrusionOk="0">
                <a:moveTo>
                  <a:pt x="3054350" y="34925"/>
                </a:moveTo>
                <a:lnTo>
                  <a:pt x="3035300" y="34925"/>
                </a:lnTo>
                <a:lnTo>
                  <a:pt x="3035300" y="41275"/>
                </a:lnTo>
                <a:lnTo>
                  <a:pt x="3054350" y="41275"/>
                </a:lnTo>
                <a:lnTo>
                  <a:pt x="3054350" y="34925"/>
                </a:lnTo>
                <a:close/>
              </a:path>
              <a:path w="3712845" h="76200" extrusionOk="0">
                <a:moveTo>
                  <a:pt x="3079750" y="34925"/>
                </a:moveTo>
                <a:lnTo>
                  <a:pt x="3060700" y="34925"/>
                </a:lnTo>
                <a:lnTo>
                  <a:pt x="3060700" y="41275"/>
                </a:lnTo>
                <a:lnTo>
                  <a:pt x="3079750" y="41275"/>
                </a:lnTo>
                <a:lnTo>
                  <a:pt x="3079750" y="34925"/>
                </a:lnTo>
                <a:close/>
              </a:path>
              <a:path w="3712845" h="76200" extrusionOk="0">
                <a:moveTo>
                  <a:pt x="3105150" y="34925"/>
                </a:moveTo>
                <a:lnTo>
                  <a:pt x="3086100" y="34925"/>
                </a:lnTo>
                <a:lnTo>
                  <a:pt x="3086100" y="41275"/>
                </a:lnTo>
                <a:lnTo>
                  <a:pt x="3105150" y="41275"/>
                </a:lnTo>
                <a:lnTo>
                  <a:pt x="3105150" y="34925"/>
                </a:lnTo>
                <a:close/>
              </a:path>
              <a:path w="3712845" h="76200" extrusionOk="0">
                <a:moveTo>
                  <a:pt x="3130550" y="34925"/>
                </a:moveTo>
                <a:lnTo>
                  <a:pt x="3111500" y="34925"/>
                </a:lnTo>
                <a:lnTo>
                  <a:pt x="3111500" y="41275"/>
                </a:lnTo>
                <a:lnTo>
                  <a:pt x="3130550" y="41275"/>
                </a:lnTo>
                <a:lnTo>
                  <a:pt x="3130550" y="34925"/>
                </a:lnTo>
                <a:close/>
              </a:path>
              <a:path w="3712845" h="76200" extrusionOk="0">
                <a:moveTo>
                  <a:pt x="3155950" y="34925"/>
                </a:moveTo>
                <a:lnTo>
                  <a:pt x="3136900" y="34925"/>
                </a:lnTo>
                <a:lnTo>
                  <a:pt x="3136900" y="41275"/>
                </a:lnTo>
                <a:lnTo>
                  <a:pt x="3155950" y="41275"/>
                </a:lnTo>
                <a:lnTo>
                  <a:pt x="3155950" y="34925"/>
                </a:lnTo>
                <a:close/>
              </a:path>
              <a:path w="3712845" h="76200" extrusionOk="0">
                <a:moveTo>
                  <a:pt x="3181350" y="34925"/>
                </a:moveTo>
                <a:lnTo>
                  <a:pt x="3162300" y="34925"/>
                </a:lnTo>
                <a:lnTo>
                  <a:pt x="3162300" y="41275"/>
                </a:lnTo>
                <a:lnTo>
                  <a:pt x="3181350" y="41275"/>
                </a:lnTo>
                <a:lnTo>
                  <a:pt x="3181350" y="34925"/>
                </a:lnTo>
                <a:close/>
              </a:path>
              <a:path w="3712845" h="76200" extrusionOk="0">
                <a:moveTo>
                  <a:pt x="3206750" y="34925"/>
                </a:moveTo>
                <a:lnTo>
                  <a:pt x="3187700" y="34925"/>
                </a:lnTo>
                <a:lnTo>
                  <a:pt x="3187700" y="41275"/>
                </a:lnTo>
                <a:lnTo>
                  <a:pt x="3206750" y="41275"/>
                </a:lnTo>
                <a:lnTo>
                  <a:pt x="3206750" y="34925"/>
                </a:lnTo>
                <a:close/>
              </a:path>
              <a:path w="3712845" h="76200" extrusionOk="0">
                <a:moveTo>
                  <a:pt x="3232150" y="34925"/>
                </a:moveTo>
                <a:lnTo>
                  <a:pt x="3213100" y="34925"/>
                </a:lnTo>
                <a:lnTo>
                  <a:pt x="3213100" y="41275"/>
                </a:lnTo>
                <a:lnTo>
                  <a:pt x="3232150" y="41275"/>
                </a:lnTo>
                <a:lnTo>
                  <a:pt x="3232150" y="34925"/>
                </a:lnTo>
                <a:close/>
              </a:path>
              <a:path w="3712845" h="76200" extrusionOk="0">
                <a:moveTo>
                  <a:pt x="3257550" y="34925"/>
                </a:moveTo>
                <a:lnTo>
                  <a:pt x="3238500" y="34925"/>
                </a:lnTo>
                <a:lnTo>
                  <a:pt x="3238500" y="41275"/>
                </a:lnTo>
                <a:lnTo>
                  <a:pt x="3257550" y="41275"/>
                </a:lnTo>
                <a:lnTo>
                  <a:pt x="3257550" y="34925"/>
                </a:lnTo>
                <a:close/>
              </a:path>
              <a:path w="3712845" h="76200" extrusionOk="0">
                <a:moveTo>
                  <a:pt x="3282950" y="34925"/>
                </a:moveTo>
                <a:lnTo>
                  <a:pt x="3263900" y="34925"/>
                </a:lnTo>
                <a:lnTo>
                  <a:pt x="3263900" y="41275"/>
                </a:lnTo>
                <a:lnTo>
                  <a:pt x="3282950" y="41275"/>
                </a:lnTo>
                <a:lnTo>
                  <a:pt x="3282950" y="34925"/>
                </a:lnTo>
                <a:close/>
              </a:path>
              <a:path w="3712845" h="76200" extrusionOk="0">
                <a:moveTo>
                  <a:pt x="3308350" y="34925"/>
                </a:moveTo>
                <a:lnTo>
                  <a:pt x="3289300" y="34925"/>
                </a:lnTo>
                <a:lnTo>
                  <a:pt x="3289300" y="41275"/>
                </a:lnTo>
                <a:lnTo>
                  <a:pt x="3308350" y="41275"/>
                </a:lnTo>
                <a:lnTo>
                  <a:pt x="3308350" y="34925"/>
                </a:lnTo>
                <a:close/>
              </a:path>
              <a:path w="3712845" h="76200" extrusionOk="0">
                <a:moveTo>
                  <a:pt x="3333750" y="34925"/>
                </a:moveTo>
                <a:lnTo>
                  <a:pt x="3314700" y="34925"/>
                </a:lnTo>
                <a:lnTo>
                  <a:pt x="3314700" y="41275"/>
                </a:lnTo>
                <a:lnTo>
                  <a:pt x="3333750" y="41275"/>
                </a:lnTo>
                <a:lnTo>
                  <a:pt x="3333750" y="34925"/>
                </a:lnTo>
                <a:close/>
              </a:path>
              <a:path w="3712845" h="76200" extrusionOk="0">
                <a:moveTo>
                  <a:pt x="3359150" y="34925"/>
                </a:moveTo>
                <a:lnTo>
                  <a:pt x="3340100" y="34925"/>
                </a:lnTo>
                <a:lnTo>
                  <a:pt x="3340100" y="41275"/>
                </a:lnTo>
                <a:lnTo>
                  <a:pt x="3359150" y="41275"/>
                </a:lnTo>
                <a:lnTo>
                  <a:pt x="3359150" y="34925"/>
                </a:lnTo>
                <a:close/>
              </a:path>
              <a:path w="3712845" h="76200" extrusionOk="0">
                <a:moveTo>
                  <a:pt x="3384550" y="34925"/>
                </a:moveTo>
                <a:lnTo>
                  <a:pt x="3365500" y="34925"/>
                </a:lnTo>
                <a:lnTo>
                  <a:pt x="3365500" y="41275"/>
                </a:lnTo>
                <a:lnTo>
                  <a:pt x="3384550" y="41275"/>
                </a:lnTo>
                <a:lnTo>
                  <a:pt x="3384550" y="34925"/>
                </a:lnTo>
                <a:close/>
              </a:path>
              <a:path w="3712845" h="76200" extrusionOk="0">
                <a:moveTo>
                  <a:pt x="3409950" y="34925"/>
                </a:moveTo>
                <a:lnTo>
                  <a:pt x="3390900" y="34925"/>
                </a:lnTo>
                <a:lnTo>
                  <a:pt x="3390900" y="41275"/>
                </a:lnTo>
                <a:lnTo>
                  <a:pt x="3409950" y="41275"/>
                </a:lnTo>
                <a:lnTo>
                  <a:pt x="3409950" y="34925"/>
                </a:lnTo>
                <a:close/>
              </a:path>
              <a:path w="3712845" h="76200" extrusionOk="0">
                <a:moveTo>
                  <a:pt x="3435350" y="34925"/>
                </a:moveTo>
                <a:lnTo>
                  <a:pt x="3416300" y="34925"/>
                </a:lnTo>
                <a:lnTo>
                  <a:pt x="3416300" y="41275"/>
                </a:lnTo>
                <a:lnTo>
                  <a:pt x="3435350" y="41275"/>
                </a:lnTo>
                <a:lnTo>
                  <a:pt x="3435350" y="34925"/>
                </a:lnTo>
                <a:close/>
              </a:path>
              <a:path w="3712845" h="76200" extrusionOk="0">
                <a:moveTo>
                  <a:pt x="3460750" y="34925"/>
                </a:moveTo>
                <a:lnTo>
                  <a:pt x="3441700" y="34925"/>
                </a:lnTo>
                <a:lnTo>
                  <a:pt x="3441700" y="41275"/>
                </a:lnTo>
                <a:lnTo>
                  <a:pt x="3460750" y="41275"/>
                </a:lnTo>
                <a:lnTo>
                  <a:pt x="3460750" y="34925"/>
                </a:lnTo>
                <a:close/>
              </a:path>
              <a:path w="3712845" h="76200" extrusionOk="0">
                <a:moveTo>
                  <a:pt x="3486150" y="34925"/>
                </a:moveTo>
                <a:lnTo>
                  <a:pt x="3467100" y="34925"/>
                </a:lnTo>
                <a:lnTo>
                  <a:pt x="3467100" y="41275"/>
                </a:lnTo>
                <a:lnTo>
                  <a:pt x="3486150" y="41275"/>
                </a:lnTo>
                <a:lnTo>
                  <a:pt x="3486150" y="34925"/>
                </a:lnTo>
                <a:close/>
              </a:path>
              <a:path w="3712845" h="76200" extrusionOk="0">
                <a:moveTo>
                  <a:pt x="3511550" y="34925"/>
                </a:moveTo>
                <a:lnTo>
                  <a:pt x="3492500" y="34925"/>
                </a:lnTo>
                <a:lnTo>
                  <a:pt x="3492500" y="41275"/>
                </a:lnTo>
                <a:lnTo>
                  <a:pt x="3511550" y="41275"/>
                </a:lnTo>
                <a:lnTo>
                  <a:pt x="3511550" y="34925"/>
                </a:lnTo>
                <a:close/>
              </a:path>
              <a:path w="3712845" h="76200" extrusionOk="0">
                <a:moveTo>
                  <a:pt x="3536950" y="34925"/>
                </a:moveTo>
                <a:lnTo>
                  <a:pt x="3517900" y="34925"/>
                </a:lnTo>
                <a:lnTo>
                  <a:pt x="3517900" y="41275"/>
                </a:lnTo>
                <a:lnTo>
                  <a:pt x="3536950" y="41275"/>
                </a:lnTo>
                <a:lnTo>
                  <a:pt x="3536950" y="34925"/>
                </a:lnTo>
                <a:close/>
              </a:path>
              <a:path w="3712845" h="76200" extrusionOk="0">
                <a:moveTo>
                  <a:pt x="3562350" y="34925"/>
                </a:moveTo>
                <a:lnTo>
                  <a:pt x="3543300" y="34925"/>
                </a:lnTo>
                <a:lnTo>
                  <a:pt x="3543300" y="41275"/>
                </a:lnTo>
                <a:lnTo>
                  <a:pt x="3562350" y="41275"/>
                </a:lnTo>
                <a:lnTo>
                  <a:pt x="3562350" y="34925"/>
                </a:lnTo>
                <a:close/>
              </a:path>
              <a:path w="3712845" h="76200" extrusionOk="0">
                <a:moveTo>
                  <a:pt x="3587750" y="34925"/>
                </a:moveTo>
                <a:lnTo>
                  <a:pt x="3568700" y="34925"/>
                </a:lnTo>
                <a:lnTo>
                  <a:pt x="3568700" y="41275"/>
                </a:lnTo>
                <a:lnTo>
                  <a:pt x="3587750" y="41275"/>
                </a:lnTo>
                <a:lnTo>
                  <a:pt x="3587750" y="34925"/>
                </a:lnTo>
                <a:close/>
              </a:path>
              <a:path w="3712845" h="76200" extrusionOk="0">
                <a:moveTo>
                  <a:pt x="3613150" y="34925"/>
                </a:moveTo>
                <a:lnTo>
                  <a:pt x="3594100" y="34925"/>
                </a:lnTo>
                <a:lnTo>
                  <a:pt x="3594100" y="41275"/>
                </a:lnTo>
                <a:lnTo>
                  <a:pt x="3613150" y="41275"/>
                </a:lnTo>
                <a:lnTo>
                  <a:pt x="3613150" y="34925"/>
                </a:lnTo>
                <a:close/>
              </a:path>
              <a:path w="3712845" h="76200" extrusionOk="0">
                <a:moveTo>
                  <a:pt x="3674503" y="0"/>
                </a:moveTo>
                <a:lnTo>
                  <a:pt x="3659672" y="2993"/>
                </a:lnTo>
                <a:lnTo>
                  <a:pt x="3647562" y="11158"/>
                </a:lnTo>
                <a:lnTo>
                  <a:pt x="3639397" y="23268"/>
                </a:lnTo>
                <a:lnTo>
                  <a:pt x="3636403" y="38100"/>
                </a:lnTo>
                <a:lnTo>
                  <a:pt x="3639397" y="52931"/>
                </a:lnTo>
                <a:lnTo>
                  <a:pt x="3647562" y="65041"/>
                </a:lnTo>
                <a:lnTo>
                  <a:pt x="3659672" y="73206"/>
                </a:lnTo>
                <a:lnTo>
                  <a:pt x="3674503" y="76200"/>
                </a:lnTo>
                <a:lnTo>
                  <a:pt x="3689334" y="73206"/>
                </a:lnTo>
                <a:lnTo>
                  <a:pt x="3701445" y="65041"/>
                </a:lnTo>
                <a:lnTo>
                  <a:pt x="3709609" y="52931"/>
                </a:lnTo>
                <a:lnTo>
                  <a:pt x="3711962" y="41275"/>
                </a:lnTo>
                <a:lnTo>
                  <a:pt x="3638550" y="41275"/>
                </a:lnTo>
                <a:lnTo>
                  <a:pt x="3638550" y="34925"/>
                </a:lnTo>
                <a:lnTo>
                  <a:pt x="3711962" y="34925"/>
                </a:lnTo>
                <a:lnTo>
                  <a:pt x="3709609" y="23268"/>
                </a:lnTo>
                <a:lnTo>
                  <a:pt x="3701445" y="11158"/>
                </a:lnTo>
                <a:lnTo>
                  <a:pt x="3689334" y="2993"/>
                </a:lnTo>
                <a:lnTo>
                  <a:pt x="3674503" y="0"/>
                </a:lnTo>
                <a:close/>
              </a:path>
              <a:path w="3712845" h="76200" extrusionOk="0">
                <a:moveTo>
                  <a:pt x="3637044" y="34925"/>
                </a:moveTo>
                <a:lnTo>
                  <a:pt x="3619500" y="34925"/>
                </a:lnTo>
                <a:lnTo>
                  <a:pt x="3619500" y="41275"/>
                </a:lnTo>
                <a:lnTo>
                  <a:pt x="3637044" y="41275"/>
                </a:lnTo>
                <a:lnTo>
                  <a:pt x="3636403" y="38100"/>
                </a:lnTo>
                <a:lnTo>
                  <a:pt x="3637044" y="34925"/>
                </a:lnTo>
                <a:close/>
              </a:path>
              <a:path w="3712845" h="76200" extrusionOk="0">
                <a:moveTo>
                  <a:pt x="3644900" y="34925"/>
                </a:moveTo>
                <a:lnTo>
                  <a:pt x="3638550" y="34925"/>
                </a:lnTo>
                <a:lnTo>
                  <a:pt x="3638550" y="41275"/>
                </a:lnTo>
                <a:lnTo>
                  <a:pt x="3644900" y="41275"/>
                </a:lnTo>
                <a:lnTo>
                  <a:pt x="3644900" y="34925"/>
                </a:lnTo>
                <a:close/>
              </a:path>
              <a:path w="3712845" h="76200" extrusionOk="0">
                <a:moveTo>
                  <a:pt x="3663950" y="34925"/>
                </a:moveTo>
                <a:lnTo>
                  <a:pt x="3644900" y="34925"/>
                </a:lnTo>
                <a:lnTo>
                  <a:pt x="3644900" y="41275"/>
                </a:lnTo>
                <a:lnTo>
                  <a:pt x="3663950" y="41275"/>
                </a:lnTo>
                <a:lnTo>
                  <a:pt x="3663950" y="34925"/>
                </a:lnTo>
                <a:close/>
              </a:path>
              <a:path w="3712845" h="76200" extrusionOk="0">
                <a:moveTo>
                  <a:pt x="3670300" y="34925"/>
                </a:moveTo>
                <a:lnTo>
                  <a:pt x="3663950" y="34925"/>
                </a:lnTo>
                <a:lnTo>
                  <a:pt x="3663950" y="41275"/>
                </a:lnTo>
                <a:lnTo>
                  <a:pt x="3670300" y="41275"/>
                </a:lnTo>
                <a:lnTo>
                  <a:pt x="3670300" y="34925"/>
                </a:lnTo>
                <a:close/>
              </a:path>
              <a:path w="3712845" h="76200" extrusionOk="0">
                <a:moveTo>
                  <a:pt x="3674503" y="34925"/>
                </a:moveTo>
                <a:lnTo>
                  <a:pt x="3670300" y="34925"/>
                </a:lnTo>
                <a:lnTo>
                  <a:pt x="3670300" y="41275"/>
                </a:lnTo>
                <a:lnTo>
                  <a:pt x="3674503" y="41275"/>
                </a:lnTo>
                <a:lnTo>
                  <a:pt x="3674503" y="34925"/>
                </a:lnTo>
                <a:close/>
              </a:path>
              <a:path w="3712845" h="76200" extrusionOk="0">
                <a:moveTo>
                  <a:pt x="3711962" y="34925"/>
                </a:moveTo>
                <a:lnTo>
                  <a:pt x="3674503" y="34925"/>
                </a:lnTo>
                <a:lnTo>
                  <a:pt x="3674503" y="41275"/>
                </a:lnTo>
                <a:lnTo>
                  <a:pt x="3711962" y="41275"/>
                </a:lnTo>
                <a:lnTo>
                  <a:pt x="3712603" y="38100"/>
                </a:lnTo>
                <a:lnTo>
                  <a:pt x="3711962" y="34925"/>
                </a:lnTo>
                <a:close/>
              </a:path>
            </a:pathLst>
          </a:custGeom>
          <a:solidFill>
            <a:srgbClr val="7F7F7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5" name="Google Shape;135;p2"/>
          <p:cNvSpPr/>
          <p:nvPr/>
        </p:nvSpPr>
        <p:spPr>
          <a:xfrm>
            <a:off x="2813847" y="4766993"/>
            <a:ext cx="3712845" cy="76200"/>
          </a:xfrm>
          <a:custGeom>
            <a:avLst/>
            <a:gdLst/>
            <a:ahLst/>
            <a:cxnLst/>
            <a:rect l="l" t="t" r="r" b="b"/>
            <a:pathLst>
              <a:path w="3712845" h="76200" extrusionOk="0">
                <a:moveTo>
                  <a:pt x="38100" y="0"/>
                </a:moveTo>
                <a:lnTo>
                  <a:pt x="23268" y="2993"/>
                </a:lnTo>
                <a:lnTo>
                  <a:pt x="11158" y="11158"/>
                </a:lnTo>
                <a:lnTo>
                  <a:pt x="2993" y="23268"/>
                </a:lnTo>
                <a:lnTo>
                  <a:pt x="0" y="38100"/>
                </a:lnTo>
                <a:lnTo>
                  <a:pt x="2993" y="52931"/>
                </a:lnTo>
                <a:lnTo>
                  <a:pt x="11158" y="65041"/>
                </a:lnTo>
                <a:lnTo>
                  <a:pt x="23268" y="73206"/>
                </a:lnTo>
                <a:lnTo>
                  <a:pt x="38100" y="76200"/>
                </a:lnTo>
                <a:lnTo>
                  <a:pt x="52931" y="73206"/>
                </a:lnTo>
                <a:lnTo>
                  <a:pt x="65041" y="65041"/>
                </a:lnTo>
                <a:lnTo>
                  <a:pt x="73206" y="52931"/>
                </a:lnTo>
                <a:lnTo>
                  <a:pt x="75559" y="41275"/>
                </a:lnTo>
                <a:lnTo>
                  <a:pt x="38100" y="41275"/>
                </a:lnTo>
                <a:lnTo>
                  <a:pt x="38100" y="34925"/>
                </a:lnTo>
                <a:lnTo>
                  <a:pt x="75559" y="34925"/>
                </a:lnTo>
                <a:lnTo>
                  <a:pt x="73206" y="23268"/>
                </a:lnTo>
                <a:lnTo>
                  <a:pt x="65041" y="11158"/>
                </a:lnTo>
                <a:lnTo>
                  <a:pt x="52931" y="2993"/>
                </a:lnTo>
                <a:lnTo>
                  <a:pt x="38100" y="0"/>
                </a:lnTo>
                <a:close/>
              </a:path>
              <a:path w="3712845" h="76200" extrusionOk="0">
                <a:moveTo>
                  <a:pt x="57150" y="34925"/>
                </a:moveTo>
                <a:lnTo>
                  <a:pt x="38100" y="34925"/>
                </a:lnTo>
                <a:lnTo>
                  <a:pt x="38100" y="41275"/>
                </a:lnTo>
                <a:lnTo>
                  <a:pt x="57150" y="41275"/>
                </a:lnTo>
                <a:lnTo>
                  <a:pt x="57150" y="34925"/>
                </a:lnTo>
                <a:close/>
              </a:path>
              <a:path w="3712845" h="76200" extrusionOk="0">
                <a:moveTo>
                  <a:pt x="63500" y="34925"/>
                </a:moveTo>
                <a:lnTo>
                  <a:pt x="57150" y="34925"/>
                </a:lnTo>
                <a:lnTo>
                  <a:pt x="57150" y="41275"/>
                </a:lnTo>
                <a:lnTo>
                  <a:pt x="63500" y="41275"/>
                </a:lnTo>
                <a:lnTo>
                  <a:pt x="63500" y="34925"/>
                </a:lnTo>
                <a:close/>
              </a:path>
              <a:path w="3712845" h="76200" extrusionOk="0">
                <a:moveTo>
                  <a:pt x="75559" y="34925"/>
                </a:moveTo>
                <a:lnTo>
                  <a:pt x="63500" y="34925"/>
                </a:lnTo>
                <a:lnTo>
                  <a:pt x="63500" y="41275"/>
                </a:lnTo>
                <a:lnTo>
                  <a:pt x="75559" y="41275"/>
                </a:lnTo>
                <a:lnTo>
                  <a:pt x="76200" y="38100"/>
                </a:lnTo>
                <a:lnTo>
                  <a:pt x="75559" y="34925"/>
                </a:lnTo>
                <a:close/>
              </a:path>
              <a:path w="3712845" h="76200" extrusionOk="0">
                <a:moveTo>
                  <a:pt x="82550" y="34925"/>
                </a:moveTo>
                <a:lnTo>
                  <a:pt x="75559" y="34925"/>
                </a:lnTo>
                <a:lnTo>
                  <a:pt x="76200" y="38100"/>
                </a:lnTo>
                <a:lnTo>
                  <a:pt x="75559" y="41275"/>
                </a:lnTo>
                <a:lnTo>
                  <a:pt x="82550" y="41275"/>
                </a:lnTo>
                <a:lnTo>
                  <a:pt x="82550" y="34925"/>
                </a:lnTo>
                <a:close/>
              </a:path>
              <a:path w="3712845" h="76200" extrusionOk="0">
                <a:moveTo>
                  <a:pt x="107950" y="34925"/>
                </a:moveTo>
                <a:lnTo>
                  <a:pt x="88900" y="34925"/>
                </a:lnTo>
                <a:lnTo>
                  <a:pt x="88900" y="41275"/>
                </a:lnTo>
                <a:lnTo>
                  <a:pt x="107950" y="41275"/>
                </a:lnTo>
                <a:lnTo>
                  <a:pt x="107950" y="34925"/>
                </a:lnTo>
                <a:close/>
              </a:path>
              <a:path w="3712845" h="76200" extrusionOk="0">
                <a:moveTo>
                  <a:pt x="133350" y="34925"/>
                </a:moveTo>
                <a:lnTo>
                  <a:pt x="114300" y="34925"/>
                </a:lnTo>
                <a:lnTo>
                  <a:pt x="114300" y="41275"/>
                </a:lnTo>
                <a:lnTo>
                  <a:pt x="133350" y="41275"/>
                </a:lnTo>
                <a:lnTo>
                  <a:pt x="133350" y="34925"/>
                </a:lnTo>
                <a:close/>
              </a:path>
              <a:path w="3712845" h="76200" extrusionOk="0">
                <a:moveTo>
                  <a:pt x="158750" y="34925"/>
                </a:moveTo>
                <a:lnTo>
                  <a:pt x="139700" y="34925"/>
                </a:lnTo>
                <a:lnTo>
                  <a:pt x="139700" y="41275"/>
                </a:lnTo>
                <a:lnTo>
                  <a:pt x="158750" y="41275"/>
                </a:lnTo>
                <a:lnTo>
                  <a:pt x="158750" y="34925"/>
                </a:lnTo>
                <a:close/>
              </a:path>
              <a:path w="3712845" h="76200" extrusionOk="0">
                <a:moveTo>
                  <a:pt x="184150" y="34925"/>
                </a:moveTo>
                <a:lnTo>
                  <a:pt x="165100" y="34925"/>
                </a:lnTo>
                <a:lnTo>
                  <a:pt x="165100" y="41275"/>
                </a:lnTo>
                <a:lnTo>
                  <a:pt x="184150" y="41275"/>
                </a:lnTo>
                <a:lnTo>
                  <a:pt x="184150" y="34925"/>
                </a:lnTo>
                <a:close/>
              </a:path>
              <a:path w="3712845" h="76200" extrusionOk="0">
                <a:moveTo>
                  <a:pt x="209550" y="34925"/>
                </a:moveTo>
                <a:lnTo>
                  <a:pt x="190500" y="34925"/>
                </a:lnTo>
                <a:lnTo>
                  <a:pt x="190500" y="41275"/>
                </a:lnTo>
                <a:lnTo>
                  <a:pt x="209550" y="41275"/>
                </a:lnTo>
                <a:lnTo>
                  <a:pt x="209550" y="34925"/>
                </a:lnTo>
                <a:close/>
              </a:path>
              <a:path w="3712845" h="76200" extrusionOk="0">
                <a:moveTo>
                  <a:pt x="234950" y="34925"/>
                </a:moveTo>
                <a:lnTo>
                  <a:pt x="215900" y="34925"/>
                </a:lnTo>
                <a:lnTo>
                  <a:pt x="215900" y="41275"/>
                </a:lnTo>
                <a:lnTo>
                  <a:pt x="234950" y="41275"/>
                </a:lnTo>
                <a:lnTo>
                  <a:pt x="234950" y="34925"/>
                </a:lnTo>
                <a:close/>
              </a:path>
              <a:path w="3712845" h="76200" extrusionOk="0">
                <a:moveTo>
                  <a:pt x="260350" y="34925"/>
                </a:moveTo>
                <a:lnTo>
                  <a:pt x="241300" y="34925"/>
                </a:lnTo>
                <a:lnTo>
                  <a:pt x="241300" y="41275"/>
                </a:lnTo>
                <a:lnTo>
                  <a:pt x="260350" y="41275"/>
                </a:lnTo>
                <a:lnTo>
                  <a:pt x="260350" y="34925"/>
                </a:lnTo>
                <a:close/>
              </a:path>
              <a:path w="3712845" h="76200" extrusionOk="0">
                <a:moveTo>
                  <a:pt x="285750" y="34925"/>
                </a:moveTo>
                <a:lnTo>
                  <a:pt x="266700" y="34925"/>
                </a:lnTo>
                <a:lnTo>
                  <a:pt x="266700" y="41275"/>
                </a:lnTo>
                <a:lnTo>
                  <a:pt x="285750" y="41275"/>
                </a:lnTo>
                <a:lnTo>
                  <a:pt x="285750" y="34925"/>
                </a:lnTo>
                <a:close/>
              </a:path>
              <a:path w="3712845" h="76200" extrusionOk="0">
                <a:moveTo>
                  <a:pt x="311150" y="34925"/>
                </a:moveTo>
                <a:lnTo>
                  <a:pt x="292100" y="34925"/>
                </a:lnTo>
                <a:lnTo>
                  <a:pt x="292100" y="41275"/>
                </a:lnTo>
                <a:lnTo>
                  <a:pt x="311150" y="41275"/>
                </a:lnTo>
                <a:lnTo>
                  <a:pt x="311150" y="34925"/>
                </a:lnTo>
                <a:close/>
              </a:path>
              <a:path w="3712845" h="76200" extrusionOk="0">
                <a:moveTo>
                  <a:pt x="336550" y="34925"/>
                </a:moveTo>
                <a:lnTo>
                  <a:pt x="317500" y="34925"/>
                </a:lnTo>
                <a:lnTo>
                  <a:pt x="317500" y="41275"/>
                </a:lnTo>
                <a:lnTo>
                  <a:pt x="336550" y="41275"/>
                </a:lnTo>
                <a:lnTo>
                  <a:pt x="336550" y="34925"/>
                </a:lnTo>
                <a:close/>
              </a:path>
              <a:path w="3712845" h="76200" extrusionOk="0">
                <a:moveTo>
                  <a:pt x="361950" y="34925"/>
                </a:moveTo>
                <a:lnTo>
                  <a:pt x="342900" y="34925"/>
                </a:lnTo>
                <a:lnTo>
                  <a:pt x="342900" y="41275"/>
                </a:lnTo>
                <a:lnTo>
                  <a:pt x="361950" y="41275"/>
                </a:lnTo>
                <a:lnTo>
                  <a:pt x="361950" y="34925"/>
                </a:lnTo>
                <a:close/>
              </a:path>
              <a:path w="3712845" h="76200" extrusionOk="0">
                <a:moveTo>
                  <a:pt x="387350" y="34925"/>
                </a:moveTo>
                <a:lnTo>
                  <a:pt x="368300" y="34925"/>
                </a:lnTo>
                <a:lnTo>
                  <a:pt x="368300" y="41275"/>
                </a:lnTo>
                <a:lnTo>
                  <a:pt x="387350" y="41275"/>
                </a:lnTo>
                <a:lnTo>
                  <a:pt x="387350" y="34925"/>
                </a:lnTo>
                <a:close/>
              </a:path>
              <a:path w="3712845" h="76200" extrusionOk="0">
                <a:moveTo>
                  <a:pt x="412750" y="34925"/>
                </a:moveTo>
                <a:lnTo>
                  <a:pt x="393700" y="34925"/>
                </a:lnTo>
                <a:lnTo>
                  <a:pt x="393700" y="41275"/>
                </a:lnTo>
                <a:lnTo>
                  <a:pt x="412750" y="41275"/>
                </a:lnTo>
                <a:lnTo>
                  <a:pt x="412750" y="34925"/>
                </a:lnTo>
                <a:close/>
              </a:path>
              <a:path w="3712845" h="76200" extrusionOk="0">
                <a:moveTo>
                  <a:pt x="438150" y="34925"/>
                </a:moveTo>
                <a:lnTo>
                  <a:pt x="419100" y="34925"/>
                </a:lnTo>
                <a:lnTo>
                  <a:pt x="419100" y="41275"/>
                </a:lnTo>
                <a:lnTo>
                  <a:pt x="438150" y="41275"/>
                </a:lnTo>
                <a:lnTo>
                  <a:pt x="438150" y="34925"/>
                </a:lnTo>
                <a:close/>
              </a:path>
              <a:path w="3712845" h="76200" extrusionOk="0">
                <a:moveTo>
                  <a:pt x="463550" y="34925"/>
                </a:moveTo>
                <a:lnTo>
                  <a:pt x="444500" y="34925"/>
                </a:lnTo>
                <a:lnTo>
                  <a:pt x="444500" y="41275"/>
                </a:lnTo>
                <a:lnTo>
                  <a:pt x="463550" y="41275"/>
                </a:lnTo>
                <a:lnTo>
                  <a:pt x="463550" y="34925"/>
                </a:lnTo>
                <a:close/>
              </a:path>
              <a:path w="3712845" h="76200" extrusionOk="0">
                <a:moveTo>
                  <a:pt x="488950" y="34925"/>
                </a:moveTo>
                <a:lnTo>
                  <a:pt x="469900" y="34925"/>
                </a:lnTo>
                <a:lnTo>
                  <a:pt x="469900" y="41275"/>
                </a:lnTo>
                <a:lnTo>
                  <a:pt x="488950" y="41275"/>
                </a:lnTo>
                <a:lnTo>
                  <a:pt x="488950" y="34925"/>
                </a:lnTo>
                <a:close/>
              </a:path>
              <a:path w="3712845" h="76200" extrusionOk="0">
                <a:moveTo>
                  <a:pt x="514350" y="34925"/>
                </a:moveTo>
                <a:lnTo>
                  <a:pt x="495300" y="34925"/>
                </a:lnTo>
                <a:lnTo>
                  <a:pt x="495300" y="41275"/>
                </a:lnTo>
                <a:lnTo>
                  <a:pt x="514350" y="41275"/>
                </a:lnTo>
                <a:lnTo>
                  <a:pt x="514350" y="34925"/>
                </a:lnTo>
                <a:close/>
              </a:path>
              <a:path w="3712845" h="76200" extrusionOk="0">
                <a:moveTo>
                  <a:pt x="539750" y="34925"/>
                </a:moveTo>
                <a:lnTo>
                  <a:pt x="520700" y="34925"/>
                </a:lnTo>
                <a:lnTo>
                  <a:pt x="520700" y="41275"/>
                </a:lnTo>
                <a:lnTo>
                  <a:pt x="539750" y="41275"/>
                </a:lnTo>
                <a:lnTo>
                  <a:pt x="539750" y="34925"/>
                </a:lnTo>
                <a:close/>
              </a:path>
              <a:path w="3712845" h="76200" extrusionOk="0">
                <a:moveTo>
                  <a:pt x="565150" y="34925"/>
                </a:moveTo>
                <a:lnTo>
                  <a:pt x="546100" y="34925"/>
                </a:lnTo>
                <a:lnTo>
                  <a:pt x="546100" y="41275"/>
                </a:lnTo>
                <a:lnTo>
                  <a:pt x="565150" y="41275"/>
                </a:lnTo>
                <a:lnTo>
                  <a:pt x="565150" y="34925"/>
                </a:lnTo>
                <a:close/>
              </a:path>
              <a:path w="3712845" h="76200" extrusionOk="0">
                <a:moveTo>
                  <a:pt x="590550" y="34925"/>
                </a:moveTo>
                <a:lnTo>
                  <a:pt x="571500" y="34925"/>
                </a:lnTo>
                <a:lnTo>
                  <a:pt x="571500" y="41275"/>
                </a:lnTo>
                <a:lnTo>
                  <a:pt x="590550" y="41275"/>
                </a:lnTo>
                <a:lnTo>
                  <a:pt x="590550" y="34925"/>
                </a:lnTo>
                <a:close/>
              </a:path>
              <a:path w="3712845" h="76200" extrusionOk="0">
                <a:moveTo>
                  <a:pt x="615950" y="34925"/>
                </a:moveTo>
                <a:lnTo>
                  <a:pt x="596900" y="34925"/>
                </a:lnTo>
                <a:lnTo>
                  <a:pt x="596900" y="41275"/>
                </a:lnTo>
                <a:lnTo>
                  <a:pt x="615950" y="41275"/>
                </a:lnTo>
                <a:lnTo>
                  <a:pt x="615950" y="34925"/>
                </a:lnTo>
                <a:close/>
              </a:path>
              <a:path w="3712845" h="76200" extrusionOk="0">
                <a:moveTo>
                  <a:pt x="641350" y="34925"/>
                </a:moveTo>
                <a:lnTo>
                  <a:pt x="622300" y="34925"/>
                </a:lnTo>
                <a:lnTo>
                  <a:pt x="622300" y="41275"/>
                </a:lnTo>
                <a:lnTo>
                  <a:pt x="641350" y="41275"/>
                </a:lnTo>
                <a:lnTo>
                  <a:pt x="641350" y="34925"/>
                </a:lnTo>
                <a:close/>
              </a:path>
              <a:path w="3712845" h="76200" extrusionOk="0">
                <a:moveTo>
                  <a:pt x="666750" y="34925"/>
                </a:moveTo>
                <a:lnTo>
                  <a:pt x="647700" y="34925"/>
                </a:lnTo>
                <a:lnTo>
                  <a:pt x="647700" y="41275"/>
                </a:lnTo>
                <a:lnTo>
                  <a:pt x="666750" y="41275"/>
                </a:lnTo>
                <a:lnTo>
                  <a:pt x="666750" y="34925"/>
                </a:lnTo>
                <a:close/>
              </a:path>
              <a:path w="3712845" h="76200" extrusionOk="0">
                <a:moveTo>
                  <a:pt x="692150" y="34925"/>
                </a:moveTo>
                <a:lnTo>
                  <a:pt x="673100" y="34925"/>
                </a:lnTo>
                <a:lnTo>
                  <a:pt x="673100" y="41275"/>
                </a:lnTo>
                <a:lnTo>
                  <a:pt x="692150" y="41275"/>
                </a:lnTo>
                <a:lnTo>
                  <a:pt x="692150" y="34925"/>
                </a:lnTo>
                <a:close/>
              </a:path>
              <a:path w="3712845" h="76200" extrusionOk="0">
                <a:moveTo>
                  <a:pt x="717550" y="34925"/>
                </a:moveTo>
                <a:lnTo>
                  <a:pt x="698500" y="34925"/>
                </a:lnTo>
                <a:lnTo>
                  <a:pt x="698500" y="41275"/>
                </a:lnTo>
                <a:lnTo>
                  <a:pt x="717550" y="41275"/>
                </a:lnTo>
                <a:lnTo>
                  <a:pt x="717550" y="34925"/>
                </a:lnTo>
                <a:close/>
              </a:path>
              <a:path w="3712845" h="76200" extrusionOk="0">
                <a:moveTo>
                  <a:pt x="742950" y="34925"/>
                </a:moveTo>
                <a:lnTo>
                  <a:pt x="723900" y="34925"/>
                </a:lnTo>
                <a:lnTo>
                  <a:pt x="723900" y="41275"/>
                </a:lnTo>
                <a:lnTo>
                  <a:pt x="742950" y="41275"/>
                </a:lnTo>
                <a:lnTo>
                  <a:pt x="742950" y="34925"/>
                </a:lnTo>
                <a:close/>
              </a:path>
              <a:path w="3712845" h="76200" extrusionOk="0">
                <a:moveTo>
                  <a:pt x="768350" y="34925"/>
                </a:moveTo>
                <a:lnTo>
                  <a:pt x="749300" y="34925"/>
                </a:lnTo>
                <a:lnTo>
                  <a:pt x="749300" y="41275"/>
                </a:lnTo>
                <a:lnTo>
                  <a:pt x="768350" y="41275"/>
                </a:lnTo>
                <a:lnTo>
                  <a:pt x="768350" y="34925"/>
                </a:lnTo>
                <a:close/>
              </a:path>
              <a:path w="3712845" h="76200" extrusionOk="0">
                <a:moveTo>
                  <a:pt x="793750" y="34925"/>
                </a:moveTo>
                <a:lnTo>
                  <a:pt x="774700" y="34925"/>
                </a:lnTo>
                <a:lnTo>
                  <a:pt x="774700" y="41275"/>
                </a:lnTo>
                <a:lnTo>
                  <a:pt x="793750" y="41275"/>
                </a:lnTo>
                <a:lnTo>
                  <a:pt x="793750" y="34925"/>
                </a:lnTo>
                <a:close/>
              </a:path>
              <a:path w="3712845" h="76200" extrusionOk="0">
                <a:moveTo>
                  <a:pt x="819150" y="34925"/>
                </a:moveTo>
                <a:lnTo>
                  <a:pt x="800100" y="34925"/>
                </a:lnTo>
                <a:lnTo>
                  <a:pt x="800100" y="41275"/>
                </a:lnTo>
                <a:lnTo>
                  <a:pt x="819150" y="41275"/>
                </a:lnTo>
                <a:lnTo>
                  <a:pt x="819150" y="34925"/>
                </a:lnTo>
                <a:close/>
              </a:path>
              <a:path w="3712845" h="76200" extrusionOk="0">
                <a:moveTo>
                  <a:pt x="844550" y="34925"/>
                </a:moveTo>
                <a:lnTo>
                  <a:pt x="825500" y="34925"/>
                </a:lnTo>
                <a:lnTo>
                  <a:pt x="825500" y="41275"/>
                </a:lnTo>
                <a:lnTo>
                  <a:pt x="844550" y="41275"/>
                </a:lnTo>
                <a:lnTo>
                  <a:pt x="844550" y="34925"/>
                </a:lnTo>
                <a:close/>
              </a:path>
              <a:path w="3712845" h="76200" extrusionOk="0">
                <a:moveTo>
                  <a:pt x="869950" y="34925"/>
                </a:moveTo>
                <a:lnTo>
                  <a:pt x="850900" y="34925"/>
                </a:lnTo>
                <a:lnTo>
                  <a:pt x="850900" y="41275"/>
                </a:lnTo>
                <a:lnTo>
                  <a:pt x="869950" y="41275"/>
                </a:lnTo>
                <a:lnTo>
                  <a:pt x="869950" y="34925"/>
                </a:lnTo>
                <a:close/>
              </a:path>
              <a:path w="3712845" h="76200" extrusionOk="0">
                <a:moveTo>
                  <a:pt x="895350" y="34925"/>
                </a:moveTo>
                <a:lnTo>
                  <a:pt x="876300" y="34925"/>
                </a:lnTo>
                <a:lnTo>
                  <a:pt x="876300" y="41275"/>
                </a:lnTo>
                <a:lnTo>
                  <a:pt x="895350" y="41275"/>
                </a:lnTo>
                <a:lnTo>
                  <a:pt x="895350" y="34925"/>
                </a:lnTo>
                <a:close/>
              </a:path>
              <a:path w="3712845" h="76200" extrusionOk="0">
                <a:moveTo>
                  <a:pt x="920750" y="34925"/>
                </a:moveTo>
                <a:lnTo>
                  <a:pt x="901700" y="34925"/>
                </a:lnTo>
                <a:lnTo>
                  <a:pt x="901700" y="41275"/>
                </a:lnTo>
                <a:lnTo>
                  <a:pt x="920750" y="41275"/>
                </a:lnTo>
                <a:lnTo>
                  <a:pt x="920750" y="34925"/>
                </a:lnTo>
                <a:close/>
              </a:path>
              <a:path w="3712845" h="76200" extrusionOk="0">
                <a:moveTo>
                  <a:pt x="946150" y="34925"/>
                </a:moveTo>
                <a:lnTo>
                  <a:pt x="927100" y="34925"/>
                </a:lnTo>
                <a:lnTo>
                  <a:pt x="927100" y="41275"/>
                </a:lnTo>
                <a:lnTo>
                  <a:pt x="946150" y="41275"/>
                </a:lnTo>
                <a:lnTo>
                  <a:pt x="946150" y="34925"/>
                </a:lnTo>
                <a:close/>
              </a:path>
              <a:path w="3712845" h="76200" extrusionOk="0">
                <a:moveTo>
                  <a:pt x="971550" y="34925"/>
                </a:moveTo>
                <a:lnTo>
                  <a:pt x="952500" y="34925"/>
                </a:lnTo>
                <a:lnTo>
                  <a:pt x="952500" y="41275"/>
                </a:lnTo>
                <a:lnTo>
                  <a:pt x="971550" y="41275"/>
                </a:lnTo>
                <a:lnTo>
                  <a:pt x="971550" y="34925"/>
                </a:lnTo>
                <a:close/>
              </a:path>
              <a:path w="3712845" h="76200" extrusionOk="0">
                <a:moveTo>
                  <a:pt x="996950" y="34925"/>
                </a:moveTo>
                <a:lnTo>
                  <a:pt x="977900" y="34925"/>
                </a:lnTo>
                <a:lnTo>
                  <a:pt x="977900" y="41275"/>
                </a:lnTo>
                <a:lnTo>
                  <a:pt x="996950" y="41275"/>
                </a:lnTo>
                <a:lnTo>
                  <a:pt x="996950" y="34925"/>
                </a:lnTo>
                <a:close/>
              </a:path>
              <a:path w="3712845" h="76200" extrusionOk="0">
                <a:moveTo>
                  <a:pt x="1022350" y="34925"/>
                </a:moveTo>
                <a:lnTo>
                  <a:pt x="1003300" y="34925"/>
                </a:lnTo>
                <a:lnTo>
                  <a:pt x="1003300" y="41275"/>
                </a:lnTo>
                <a:lnTo>
                  <a:pt x="1022350" y="41275"/>
                </a:lnTo>
                <a:lnTo>
                  <a:pt x="1022350" y="34925"/>
                </a:lnTo>
                <a:close/>
              </a:path>
              <a:path w="3712845" h="76200" extrusionOk="0">
                <a:moveTo>
                  <a:pt x="1047750" y="34925"/>
                </a:moveTo>
                <a:lnTo>
                  <a:pt x="1028700" y="34925"/>
                </a:lnTo>
                <a:lnTo>
                  <a:pt x="1028700" y="41275"/>
                </a:lnTo>
                <a:lnTo>
                  <a:pt x="1047750" y="41275"/>
                </a:lnTo>
                <a:lnTo>
                  <a:pt x="1047750" y="34925"/>
                </a:lnTo>
                <a:close/>
              </a:path>
              <a:path w="3712845" h="76200" extrusionOk="0">
                <a:moveTo>
                  <a:pt x="1073150" y="34925"/>
                </a:moveTo>
                <a:lnTo>
                  <a:pt x="1054100" y="34925"/>
                </a:lnTo>
                <a:lnTo>
                  <a:pt x="1054100" y="41275"/>
                </a:lnTo>
                <a:lnTo>
                  <a:pt x="1073150" y="41275"/>
                </a:lnTo>
                <a:lnTo>
                  <a:pt x="1073150" y="34925"/>
                </a:lnTo>
                <a:close/>
              </a:path>
              <a:path w="3712845" h="76200" extrusionOk="0">
                <a:moveTo>
                  <a:pt x="1098550" y="34925"/>
                </a:moveTo>
                <a:lnTo>
                  <a:pt x="1079500" y="34925"/>
                </a:lnTo>
                <a:lnTo>
                  <a:pt x="1079500" y="41275"/>
                </a:lnTo>
                <a:lnTo>
                  <a:pt x="1098550" y="41275"/>
                </a:lnTo>
                <a:lnTo>
                  <a:pt x="1098550" y="34925"/>
                </a:lnTo>
                <a:close/>
              </a:path>
              <a:path w="3712845" h="76200" extrusionOk="0">
                <a:moveTo>
                  <a:pt x="1123950" y="34925"/>
                </a:moveTo>
                <a:lnTo>
                  <a:pt x="1104900" y="34925"/>
                </a:lnTo>
                <a:lnTo>
                  <a:pt x="1104900" y="41275"/>
                </a:lnTo>
                <a:lnTo>
                  <a:pt x="1123950" y="41275"/>
                </a:lnTo>
                <a:lnTo>
                  <a:pt x="1123950" y="34925"/>
                </a:lnTo>
                <a:close/>
              </a:path>
              <a:path w="3712845" h="76200" extrusionOk="0">
                <a:moveTo>
                  <a:pt x="1149350" y="34925"/>
                </a:moveTo>
                <a:lnTo>
                  <a:pt x="1130300" y="34925"/>
                </a:lnTo>
                <a:lnTo>
                  <a:pt x="1130300" y="41275"/>
                </a:lnTo>
                <a:lnTo>
                  <a:pt x="1149350" y="41275"/>
                </a:lnTo>
                <a:lnTo>
                  <a:pt x="1149350" y="34925"/>
                </a:lnTo>
                <a:close/>
              </a:path>
              <a:path w="3712845" h="76200" extrusionOk="0">
                <a:moveTo>
                  <a:pt x="1174750" y="34925"/>
                </a:moveTo>
                <a:lnTo>
                  <a:pt x="1155700" y="34925"/>
                </a:lnTo>
                <a:lnTo>
                  <a:pt x="1155700" y="41275"/>
                </a:lnTo>
                <a:lnTo>
                  <a:pt x="1174750" y="41275"/>
                </a:lnTo>
                <a:lnTo>
                  <a:pt x="1174750" y="34925"/>
                </a:lnTo>
                <a:close/>
              </a:path>
              <a:path w="3712845" h="76200" extrusionOk="0">
                <a:moveTo>
                  <a:pt x="1200150" y="34925"/>
                </a:moveTo>
                <a:lnTo>
                  <a:pt x="1181100" y="34925"/>
                </a:lnTo>
                <a:lnTo>
                  <a:pt x="1181100" y="41275"/>
                </a:lnTo>
                <a:lnTo>
                  <a:pt x="1200150" y="41275"/>
                </a:lnTo>
                <a:lnTo>
                  <a:pt x="1200150" y="34925"/>
                </a:lnTo>
                <a:close/>
              </a:path>
              <a:path w="3712845" h="76200" extrusionOk="0">
                <a:moveTo>
                  <a:pt x="1225550" y="34925"/>
                </a:moveTo>
                <a:lnTo>
                  <a:pt x="1206500" y="34925"/>
                </a:lnTo>
                <a:lnTo>
                  <a:pt x="1206500" y="41275"/>
                </a:lnTo>
                <a:lnTo>
                  <a:pt x="1225550" y="41275"/>
                </a:lnTo>
                <a:lnTo>
                  <a:pt x="1225550" y="34925"/>
                </a:lnTo>
                <a:close/>
              </a:path>
              <a:path w="3712845" h="76200" extrusionOk="0">
                <a:moveTo>
                  <a:pt x="1250950" y="34925"/>
                </a:moveTo>
                <a:lnTo>
                  <a:pt x="1231900" y="34925"/>
                </a:lnTo>
                <a:lnTo>
                  <a:pt x="1231900" y="41275"/>
                </a:lnTo>
                <a:lnTo>
                  <a:pt x="1250950" y="41275"/>
                </a:lnTo>
                <a:lnTo>
                  <a:pt x="1250950" y="34925"/>
                </a:lnTo>
                <a:close/>
              </a:path>
              <a:path w="3712845" h="76200" extrusionOk="0">
                <a:moveTo>
                  <a:pt x="1276350" y="34925"/>
                </a:moveTo>
                <a:lnTo>
                  <a:pt x="1257300" y="34925"/>
                </a:lnTo>
                <a:lnTo>
                  <a:pt x="1257300" y="41275"/>
                </a:lnTo>
                <a:lnTo>
                  <a:pt x="1276350" y="41275"/>
                </a:lnTo>
                <a:lnTo>
                  <a:pt x="1276350" y="34925"/>
                </a:lnTo>
                <a:close/>
              </a:path>
              <a:path w="3712845" h="76200" extrusionOk="0">
                <a:moveTo>
                  <a:pt x="1301750" y="34925"/>
                </a:moveTo>
                <a:lnTo>
                  <a:pt x="1282700" y="34925"/>
                </a:lnTo>
                <a:lnTo>
                  <a:pt x="1282700" y="41275"/>
                </a:lnTo>
                <a:lnTo>
                  <a:pt x="1301750" y="41275"/>
                </a:lnTo>
                <a:lnTo>
                  <a:pt x="1301750" y="34925"/>
                </a:lnTo>
                <a:close/>
              </a:path>
              <a:path w="3712845" h="76200" extrusionOk="0">
                <a:moveTo>
                  <a:pt x="1327150" y="34925"/>
                </a:moveTo>
                <a:lnTo>
                  <a:pt x="1308100" y="34925"/>
                </a:lnTo>
                <a:lnTo>
                  <a:pt x="1308100" y="41275"/>
                </a:lnTo>
                <a:lnTo>
                  <a:pt x="1327150" y="41275"/>
                </a:lnTo>
                <a:lnTo>
                  <a:pt x="1327150" y="34925"/>
                </a:lnTo>
                <a:close/>
              </a:path>
              <a:path w="3712845" h="76200" extrusionOk="0">
                <a:moveTo>
                  <a:pt x="1352550" y="34925"/>
                </a:moveTo>
                <a:lnTo>
                  <a:pt x="1333500" y="34925"/>
                </a:lnTo>
                <a:lnTo>
                  <a:pt x="1333500" y="41275"/>
                </a:lnTo>
                <a:lnTo>
                  <a:pt x="1352550" y="41275"/>
                </a:lnTo>
                <a:lnTo>
                  <a:pt x="1352550" y="34925"/>
                </a:lnTo>
                <a:close/>
              </a:path>
              <a:path w="3712845" h="76200" extrusionOk="0">
                <a:moveTo>
                  <a:pt x="1377950" y="34925"/>
                </a:moveTo>
                <a:lnTo>
                  <a:pt x="1358900" y="34925"/>
                </a:lnTo>
                <a:lnTo>
                  <a:pt x="1358900" y="41275"/>
                </a:lnTo>
                <a:lnTo>
                  <a:pt x="1377950" y="41275"/>
                </a:lnTo>
                <a:lnTo>
                  <a:pt x="1377950" y="34925"/>
                </a:lnTo>
                <a:close/>
              </a:path>
              <a:path w="3712845" h="76200" extrusionOk="0">
                <a:moveTo>
                  <a:pt x="1403350" y="34925"/>
                </a:moveTo>
                <a:lnTo>
                  <a:pt x="1384300" y="34925"/>
                </a:lnTo>
                <a:lnTo>
                  <a:pt x="1384300" y="41275"/>
                </a:lnTo>
                <a:lnTo>
                  <a:pt x="1403350" y="41275"/>
                </a:lnTo>
                <a:lnTo>
                  <a:pt x="1403350" y="34925"/>
                </a:lnTo>
                <a:close/>
              </a:path>
              <a:path w="3712845" h="76200" extrusionOk="0">
                <a:moveTo>
                  <a:pt x="1428750" y="34925"/>
                </a:moveTo>
                <a:lnTo>
                  <a:pt x="1409700" y="34925"/>
                </a:lnTo>
                <a:lnTo>
                  <a:pt x="1409700" y="41275"/>
                </a:lnTo>
                <a:lnTo>
                  <a:pt x="1428750" y="41275"/>
                </a:lnTo>
                <a:lnTo>
                  <a:pt x="1428750" y="34925"/>
                </a:lnTo>
                <a:close/>
              </a:path>
              <a:path w="3712845" h="76200" extrusionOk="0">
                <a:moveTo>
                  <a:pt x="1454150" y="34925"/>
                </a:moveTo>
                <a:lnTo>
                  <a:pt x="1435100" y="34925"/>
                </a:lnTo>
                <a:lnTo>
                  <a:pt x="1435100" y="41275"/>
                </a:lnTo>
                <a:lnTo>
                  <a:pt x="1454150" y="41275"/>
                </a:lnTo>
                <a:lnTo>
                  <a:pt x="1454150" y="34925"/>
                </a:lnTo>
                <a:close/>
              </a:path>
              <a:path w="3712845" h="76200" extrusionOk="0">
                <a:moveTo>
                  <a:pt x="1479550" y="34925"/>
                </a:moveTo>
                <a:lnTo>
                  <a:pt x="1460500" y="34925"/>
                </a:lnTo>
                <a:lnTo>
                  <a:pt x="1460500" y="41275"/>
                </a:lnTo>
                <a:lnTo>
                  <a:pt x="1479550" y="41275"/>
                </a:lnTo>
                <a:lnTo>
                  <a:pt x="1479550" y="34925"/>
                </a:lnTo>
                <a:close/>
              </a:path>
              <a:path w="3712845" h="76200" extrusionOk="0">
                <a:moveTo>
                  <a:pt x="1504950" y="34925"/>
                </a:moveTo>
                <a:lnTo>
                  <a:pt x="1485900" y="34925"/>
                </a:lnTo>
                <a:lnTo>
                  <a:pt x="1485900" y="41275"/>
                </a:lnTo>
                <a:lnTo>
                  <a:pt x="1504950" y="41275"/>
                </a:lnTo>
                <a:lnTo>
                  <a:pt x="1504950" y="34925"/>
                </a:lnTo>
                <a:close/>
              </a:path>
              <a:path w="3712845" h="76200" extrusionOk="0">
                <a:moveTo>
                  <a:pt x="1530350" y="34925"/>
                </a:moveTo>
                <a:lnTo>
                  <a:pt x="1511300" y="34925"/>
                </a:lnTo>
                <a:lnTo>
                  <a:pt x="1511300" y="41275"/>
                </a:lnTo>
                <a:lnTo>
                  <a:pt x="1530350" y="41275"/>
                </a:lnTo>
                <a:lnTo>
                  <a:pt x="1530350" y="34925"/>
                </a:lnTo>
                <a:close/>
              </a:path>
              <a:path w="3712845" h="76200" extrusionOk="0">
                <a:moveTo>
                  <a:pt x="1555750" y="34925"/>
                </a:moveTo>
                <a:lnTo>
                  <a:pt x="1536700" y="34925"/>
                </a:lnTo>
                <a:lnTo>
                  <a:pt x="1536700" y="41275"/>
                </a:lnTo>
                <a:lnTo>
                  <a:pt x="1555750" y="41275"/>
                </a:lnTo>
                <a:lnTo>
                  <a:pt x="1555750" y="34925"/>
                </a:lnTo>
                <a:close/>
              </a:path>
              <a:path w="3712845" h="76200" extrusionOk="0">
                <a:moveTo>
                  <a:pt x="1581150" y="34925"/>
                </a:moveTo>
                <a:lnTo>
                  <a:pt x="1562100" y="34925"/>
                </a:lnTo>
                <a:lnTo>
                  <a:pt x="1562100" y="41275"/>
                </a:lnTo>
                <a:lnTo>
                  <a:pt x="1581150" y="41275"/>
                </a:lnTo>
                <a:lnTo>
                  <a:pt x="1581150" y="34925"/>
                </a:lnTo>
                <a:close/>
              </a:path>
              <a:path w="3712845" h="76200" extrusionOk="0">
                <a:moveTo>
                  <a:pt x="1606550" y="34925"/>
                </a:moveTo>
                <a:lnTo>
                  <a:pt x="1587500" y="34925"/>
                </a:lnTo>
                <a:lnTo>
                  <a:pt x="1587500" y="41275"/>
                </a:lnTo>
                <a:lnTo>
                  <a:pt x="1606550" y="41275"/>
                </a:lnTo>
                <a:lnTo>
                  <a:pt x="1606550" y="34925"/>
                </a:lnTo>
                <a:close/>
              </a:path>
              <a:path w="3712845" h="76200" extrusionOk="0">
                <a:moveTo>
                  <a:pt x="1631950" y="34925"/>
                </a:moveTo>
                <a:lnTo>
                  <a:pt x="1612900" y="34925"/>
                </a:lnTo>
                <a:lnTo>
                  <a:pt x="1612900" y="41275"/>
                </a:lnTo>
                <a:lnTo>
                  <a:pt x="1631950" y="41275"/>
                </a:lnTo>
                <a:lnTo>
                  <a:pt x="1631950" y="34925"/>
                </a:lnTo>
                <a:close/>
              </a:path>
              <a:path w="3712845" h="76200" extrusionOk="0">
                <a:moveTo>
                  <a:pt x="1657350" y="34925"/>
                </a:moveTo>
                <a:lnTo>
                  <a:pt x="1638300" y="34925"/>
                </a:lnTo>
                <a:lnTo>
                  <a:pt x="1638300" y="41275"/>
                </a:lnTo>
                <a:lnTo>
                  <a:pt x="1657350" y="41275"/>
                </a:lnTo>
                <a:lnTo>
                  <a:pt x="1657350" y="34925"/>
                </a:lnTo>
                <a:close/>
              </a:path>
              <a:path w="3712845" h="76200" extrusionOk="0">
                <a:moveTo>
                  <a:pt x="1682750" y="34925"/>
                </a:moveTo>
                <a:lnTo>
                  <a:pt x="1663700" y="34925"/>
                </a:lnTo>
                <a:lnTo>
                  <a:pt x="1663700" y="41275"/>
                </a:lnTo>
                <a:lnTo>
                  <a:pt x="1682750" y="41275"/>
                </a:lnTo>
                <a:lnTo>
                  <a:pt x="1682750" y="34925"/>
                </a:lnTo>
                <a:close/>
              </a:path>
              <a:path w="3712845" h="76200" extrusionOk="0">
                <a:moveTo>
                  <a:pt x="1708150" y="34925"/>
                </a:moveTo>
                <a:lnTo>
                  <a:pt x="1689100" y="34925"/>
                </a:lnTo>
                <a:lnTo>
                  <a:pt x="1689100" y="41275"/>
                </a:lnTo>
                <a:lnTo>
                  <a:pt x="1708150" y="41275"/>
                </a:lnTo>
                <a:lnTo>
                  <a:pt x="1708150" y="34925"/>
                </a:lnTo>
                <a:close/>
              </a:path>
              <a:path w="3712845" h="76200" extrusionOk="0">
                <a:moveTo>
                  <a:pt x="1733550" y="34925"/>
                </a:moveTo>
                <a:lnTo>
                  <a:pt x="1714500" y="34925"/>
                </a:lnTo>
                <a:lnTo>
                  <a:pt x="1714500" y="41275"/>
                </a:lnTo>
                <a:lnTo>
                  <a:pt x="1733550" y="41275"/>
                </a:lnTo>
                <a:lnTo>
                  <a:pt x="1733550" y="34925"/>
                </a:lnTo>
                <a:close/>
              </a:path>
              <a:path w="3712845" h="76200" extrusionOk="0">
                <a:moveTo>
                  <a:pt x="1758950" y="34925"/>
                </a:moveTo>
                <a:lnTo>
                  <a:pt x="1739900" y="34925"/>
                </a:lnTo>
                <a:lnTo>
                  <a:pt x="1739900" y="41275"/>
                </a:lnTo>
                <a:lnTo>
                  <a:pt x="1758950" y="41275"/>
                </a:lnTo>
                <a:lnTo>
                  <a:pt x="1758950" y="34925"/>
                </a:lnTo>
                <a:close/>
              </a:path>
              <a:path w="3712845" h="76200" extrusionOk="0">
                <a:moveTo>
                  <a:pt x="1784350" y="34925"/>
                </a:moveTo>
                <a:lnTo>
                  <a:pt x="1765300" y="34925"/>
                </a:lnTo>
                <a:lnTo>
                  <a:pt x="1765300" y="41275"/>
                </a:lnTo>
                <a:lnTo>
                  <a:pt x="1784350" y="41275"/>
                </a:lnTo>
                <a:lnTo>
                  <a:pt x="1784350" y="34925"/>
                </a:lnTo>
                <a:close/>
              </a:path>
              <a:path w="3712845" h="76200" extrusionOk="0">
                <a:moveTo>
                  <a:pt x="1809750" y="34925"/>
                </a:moveTo>
                <a:lnTo>
                  <a:pt x="1790700" y="34925"/>
                </a:lnTo>
                <a:lnTo>
                  <a:pt x="1790700" y="41275"/>
                </a:lnTo>
                <a:lnTo>
                  <a:pt x="1809750" y="41275"/>
                </a:lnTo>
                <a:lnTo>
                  <a:pt x="1809750" y="34925"/>
                </a:lnTo>
                <a:close/>
              </a:path>
              <a:path w="3712845" h="76200" extrusionOk="0">
                <a:moveTo>
                  <a:pt x="1835150" y="34925"/>
                </a:moveTo>
                <a:lnTo>
                  <a:pt x="1816100" y="34925"/>
                </a:lnTo>
                <a:lnTo>
                  <a:pt x="1816100" y="41275"/>
                </a:lnTo>
                <a:lnTo>
                  <a:pt x="1835150" y="41275"/>
                </a:lnTo>
                <a:lnTo>
                  <a:pt x="1835150" y="34925"/>
                </a:lnTo>
                <a:close/>
              </a:path>
              <a:path w="3712845" h="76200" extrusionOk="0">
                <a:moveTo>
                  <a:pt x="1860550" y="34925"/>
                </a:moveTo>
                <a:lnTo>
                  <a:pt x="1841500" y="34925"/>
                </a:lnTo>
                <a:lnTo>
                  <a:pt x="1841500" y="41275"/>
                </a:lnTo>
                <a:lnTo>
                  <a:pt x="1860550" y="41275"/>
                </a:lnTo>
                <a:lnTo>
                  <a:pt x="1860550" y="34925"/>
                </a:lnTo>
                <a:close/>
              </a:path>
              <a:path w="3712845" h="76200" extrusionOk="0">
                <a:moveTo>
                  <a:pt x="1885950" y="34925"/>
                </a:moveTo>
                <a:lnTo>
                  <a:pt x="1866900" y="34925"/>
                </a:lnTo>
                <a:lnTo>
                  <a:pt x="1866900" y="41275"/>
                </a:lnTo>
                <a:lnTo>
                  <a:pt x="1885950" y="41275"/>
                </a:lnTo>
                <a:lnTo>
                  <a:pt x="1885950" y="34925"/>
                </a:lnTo>
                <a:close/>
              </a:path>
              <a:path w="3712845" h="76200" extrusionOk="0">
                <a:moveTo>
                  <a:pt x="1911350" y="34925"/>
                </a:moveTo>
                <a:lnTo>
                  <a:pt x="1892300" y="34925"/>
                </a:lnTo>
                <a:lnTo>
                  <a:pt x="1892300" y="41275"/>
                </a:lnTo>
                <a:lnTo>
                  <a:pt x="1911350" y="41275"/>
                </a:lnTo>
                <a:lnTo>
                  <a:pt x="1911350" y="34925"/>
                </a:lnTo>
                <a:close/>
              </a:path>
              <a:path w="3712845" h="76200" extrusionOk="0">
                <a:moveTo>
                  <a:pt x="1936750" y="34925"/>
                </a:moveTo>
                <a:lnTo>
                  <a:pt x="1917700" y="34925"/>
                </a:lnTo>
                <a:lnTo>
                  <a:pt x="1917700" y="41275"/>
                </a:lnTo>
                <a:lnTo>
                  <a:pt x="1936750" y="41275"/>
                </a:lnTo>
                <a:lnTo>
                  <a:pt x="1936750" y="34925"/>
                </a:lnTo>
                <a:close/>
              </a:path>
              <a:path w="3712845" h="76200" extrusionOk="0">
                <a:moveTo>
                  <a:pt x="1962150" y="34925"/>
                </a:moveTo>
                <a:lnTo>
                  <a:pt x="1943100" y="34925"/>
                </a:lnTo>
                <a:lnTo>
                  <a:pt x="1943100" y="41275"/>
                </a:lnTo>
                <a:lnTo>
                  <a:pt x="1962150" y="41275"/>
                </a:lnTo>
                <a:lnTo>
                  <a:pt x="1962150" y="34925"/>
                </a:lnTo>
                <a:close/>
              </a:path>
              <a:path w="3712845" h="76200" extrusionOk="0">
                <a:moveTo>
                  <a:pt x="1987550" y="34925"/>
                </a:moveTo>
                <a:lnTo>
                  <a:pt x="1968500" y="34925"/>
                </a:lnTo>
                <a:lnTo>
                  <a:pt x="1968500" y="41275"/>
                </a:lnTo>
                <a:lnTo>
                  <a:pt x="1987550" y="41275"/>
                </a:lnTo>
                <a:lnTo>
                  <a:pt x="1987550" y="34925"/>
                </a:lnTo>
                <a:close/>
              </a:path>
              <a:path w="3712845" h="76200" extrusionOk="0">
                <a:moveTo>
                  <a:pt x="2012950" y="34925"/>
                </a:moveTo>
                <a:lnTo>
                  <a:pt x="1993900" y="34925"/>
                </a:lnTo>
                <a:lnTo>
                  <a:pt x="1993900" y="41275"/>
                </a:lnTo>
                <a:lnTo>
                  <a:pt x="2012950" y="41275"/>
                </a:lnTo>
                <a:lnTo>
                  <a:pt x="2012950" y="34925"/>
                </a:lnTo>
                <a:close/>
              </a:path>
              <a:path w="3712845" h="76200" extrusionOk="0">
                <a:moveTo>
                  <a:pt x="2038350" y="34925"/>
                </a:moveTo>
                <a:lnTo>
                  <a:pt x="2019300" y="34925"/>
                </a:lnTo>
                <a:lnTo>
                  <a:pt x="2019300" y="41275"/>
                </a:lnTo>
                <a:lnTo>
                  <a:pt x="2038350" y="41275"/>
                </a:lnTo>
                <a:lnTo>
                  <a:pt x="2038350" y="34925"/>
                </a:lnTo>
                <a:close/>
              </a:path>
              <a:path w="3712845" h="76200" extrusionOk="0">
                <a:moveTo>
                  <a:pt x="2063750" y="34925"/>
                </a:moveTo>
                <a:lnTo>
                  <a:pt x="2044700" y="34925"/>
                </a:lnTo>
                <a:lnTo>
                  <a:pt x="2044700" y="41275"/>
                </a:lnTo>
                <a:lnTo>
                  <a:pt x="2063750" y="41275"/>
                </a:lnTo>
                <a:lnTo>
                  <a:pt x="2063750" y="34925"/>
                </a:lnTo>
                <a:close/>
              </a:path>
              <a:path w="3712845" h="76200" extrusionOk="0">
                <a:moveTo>
                  <a:pt x="2089150" y="34925"/>
                </a:moveTo>
                <a:lnTo>
                  <a:pt x="2070100" y="34925"/>
                </a:lnTo>
                <a:lnTo>
                  <a:pt x="2070100" y="41275"/>
                </a:lnTo>
                <a:lnTo>
                  <a:pt x="2089150" y="41275"/>
                </a:lnTo>
                <a:lnTo>
                  <a:pt x="2089150" y="34925"/>
                </a:lnTo>
                <a:close/>
              </a:path>
              <a:path w="3712845" h="76200" extrusionOk="0">
                <a:moveTo>
                  <a:pt x="2114550" y="34925"/>
                </a:moveTo>
                <a:lnTo>
                  <a:pt x="2095500" y="34925"/>
                </a:lnTo>
                <a:lnTo>
                  <a:pt x="2095500" y="41275"/>
                </a:lnTo>
                <a:lnTo>
                  <a:pt x="2114550" y="41275"/>
                </a:lnTo>
                <a:lnTo>
                  <a:pt x="2114550" y="34925"/>
                </a:lnTo>
                <a:close/>
              </a:path>
              <a:path w="3712845" h="76200" extrusionOk="0">
                <a:moveTo>
                  <a:pt x="2139950" y="34925"/>
                </a:moveTo>
                <a:lnTo>
                  <a:pt x="2120900" y="34925"/>
                </a:lnTo>
                <a:lnTo>
                  <a:pt x="2120900" y="41275"/>
                </a:lnTo>
                <a:lnTo>
                  <a:pt x="2139950" y="41275"/>
                </a:lnTo>
                <a:lnTo>
                  <a:pt x="2139950" y="34925"/>
                </a:lnTo>
                <a:close/>
              </a:path>
              <a:path w="3712845" h="76200" extrusionOk="0">
                <a:moveTo>
                  <a:pt x="2165350" y="34925"/>
                </a:moveTo>
                <a:lnTo>
                  <a:pt x="2146300" y="34925"/>
                </a:lnTo>
                <a:lnTo>
                  <a:pt x="2146300" y="41275"/>
                </a:lnTo>
                <a:lnTo>
                  <a:pt x="2165350" y="41275"/>
                </a:lnTo>
                <a:lnTo>
                  <a:pt x="2165350" y="34925"/>
                </a:lnTo>
                <a:close/>
              </a:path>
              <a:path w="3712845" h="76200" extrusionOk="0">
                <a:moveTo>
                  <a:pt x="2190750" y="34925"/>
                </a:moveTo>
                <a:lnTo>
                  <a:pt x="2171700" y="34925"/>
                </a:lnTo>
                <a:lnTo>
                  <a:pt x="2171700" y="41275"/>
                </a:lnTo>
                <a:lnTo>
                  <a:pt x="2190750" y="41275"/>
                </a:lnTo>
                <a:lnTo>
                  <a:pt x="2190750" y="34925"/>
                </a:lnTo>
                <a:close/>
              </a:path>
              <a:path w="3712845" h="76200" extrusionOk="0">
                <a:moveTo>
                  <a:pt x="2216150" y="34925"/>
                </a:moveTo>
                <a:lnTo>
                  <a:pt x="2197100" y="34925"/>
                </a:lnTo>
                <a:lnTo>
                  <a:pt x="2197100" y="41275"/>
                </a:lnTo>
                <a:lnTo>
                  <a:pt x="2216150" y="41275"/>
                </a:lnTo>
                <a:lnTo>
                  <a:pt x="2216150" y="34925"/>
                </a:lnTo>
                <a:close/>
              </a:path>
              <a:path w="3712845" h="76200" extrusionOk="0">
                <a:moveTo>
                  <a:pt x="2241550" y="34925"/>
                </a:moveTo>
                <a:lnTo>
                  <a:pt x="2222500" y="34925"/>
                </a:lnTo>
                <a:lnTo>
                  <a:pt x="2222500" y="41275"/>
                </a:lnTo>
                <a:lnTo>
                  <a:pt x="2241550" y="41275"/>
                </a:lnTo>
                <a:lnTo>
                  <a:pt x="2241550" y="34925"/>
                </a:lnTo>
                <a:close/>
              </a:path>
              <a:path w="3712845" h="76200" extrusionOk="0">
                <a:moveTo>
                  <a:pt x="2266950" y="34925"/>
                </a:moveTo>
                <a:lnTo>
                  <a:pt x="2247900" y="34925"/>
                </a:lnTo>
                <a:lnTo>
                  <a:pt x="2247900" y="41275"/>
                </a:lnTo>
                <a:lnTo>
                  <a:pt x="2266950" y="41275"/>
                </a:lnTo>
                <a:lnTo>
                  <a:pt x="2266950" y="34925"/>
                </a:lnTo>
                <a:close/>
              </a:path>
              <a:path w="3712845" h="76200" extrusionOk="0">
                <a:moveTo>
                  <a:pt x="2292350" y="34925"/>
                </a:moveTo>
                <a:lnTo>
                  <a:pt x="2273300" y="34925"/>
                </a:lnTo>
                <a:lnTo>
                  <a:pt x="2273300" y="41275"/>
                </a:lnTo>
                <a:lnTo>
                  <a:pt x="2292350" y="41275"/>
                </a:lnTo>
                <a:lnTo>
                  <a:pt x="2292350" y="34925"/>
                </a:lnTo>
                <a:close/>
              </a:path>
              <a:path w="3712845" h="76200" extrusionOk="0">
                <a:moveTo>
                  <a:pt x="2317750" y="34925"/>
                </a:moveTo>
                <a:lnTo>
                  <a:pt x="2298700" y="34925"/>
                </a:lnTo>
                <a:lnTo>
                  <a:pt x="2298700" y="41275"/>
                </a:lnTo>
                <a:lnTo>
                  <a:pt x="2317750" y="41275"/>
                </a:lnTo>
                <a:lnTo>
                  <a:pt x="2317750" y="34925"/>
                </a:lnTo>
                <a:close/>
              </a:path>
              <a:path w="3712845" h="76200" extrusionOk="0">
                <a:moveTo>
                  <a:pt x="2343150" y="34925"/>
                </a:moveTo>
                <a:lnTo>
                  <a:pt x="2324100" y="34925"/>
                </a:lnTo>
                <a:lnTo>
                  <a:pt x="2324100" y="41275"/>
                </a:lnTo>
                <a:lnTo>
                  <a:pt x="2343150" y="41275"/>
                </a:lnTo>
                <a:lnTo>
                  <a:pt x="2343150" y="34925"/>
                </a:lnTo>
                <a:close/>
              </a:path>
              <a:path w="3712845" h="76200" extrusionOk="0">
                <a:moveTo>
                  <a:pt x="2368550" y="34925"/>
                </a:moveTo>
                <a:lnTo>
                  <a:pt x="2349500" y="34925"/>
                </a:lnTo>
                <a:lnTo>
                  <a:pt x="2349500" y="41275"/>
                </a:lnTo>
                <a:lnTo>
                  <a:pt x="2368550" y="41275"/>
                </a:lnTo>
                <a:lnTo>
                  <a:pt x="2368550" y="34925"/>
                </a:lnTo>
                <a:close/>
              </a:path>
              <a:path w="3712845" h="76200" extrusionOk="0">
                <a:moveTo>
                  <a:pt x="2393950" y="34925"/>
                </a:moveTo>
                <a:lnTo>
                  <a:pt x="2374900" y="34925"/>
                </a:lnTo>
                <a:lnTo>
                  <a:pt x="2374900" y="41275"/>
                </a:lnTo>
                <a:lnTo>
                  <a:pt x="2393950" y="41275"/>
                </a:lnTo>
                <a:lnTo>
                  <a:pt x="2393950" y="34925"/>
                </a:lnTo>
                <a:close/>
              </a:path>
              <a:path w="3712845" h="76200" extrusionOk="0">
                <a:moveTo>
                  <a:pt x="2419350" y="34925"/>
                </a:moveTo>
                <a:lnTo>
                  <a:pt x="2400300" y="34925"/>
                </a:lnTo>
                <a:lnTo>
                  <a:pt x="2400300" y="41275"/>
                </a:lnTo>
                <a:lnTo>
                  <a:pt x="2419350" y="41275"/>
                </a:lnTo>
                <a:lnTo>
                  <a:pt x="2419350" y="34925"/>
                </a:lnTo>
                <a:close/>
              </a:path>
              <a:path w="3712845" h="76200" extrusionOk="0">
                <a:moveTo>
                  <a:pt x="2444750" y="34925"/>
                </a:moveTo>
                <a:lnTo>
                  <a:pt x="2425700" y="34925"/>
                </a:lnTo>
                <a:lnTo>
                  <a:pt x="2425700" y="41275"/>
                </a:lnTo>
                <a:lnTo>
                  <a:pt x="2444750" y="41275"/>
                </a:lnTo>
                <a:lnTo>
                  <a:pt x="2444750" y="34925"/>
                </a:lnTo>
                <a:close/>
              </a:path>
              <a:path w="3712845" h="76200" extrusionOk="0">
                <a:moveTo>
                  <a:pt x="2470150" y="34925"/>
                </a:moveTo>
                <a:lnTo>
                  <a:pt x="2451100" y="34925"/>
                </a:lnTo>
                <a:lnTo>
                  <a:pt x="2451100" y="41275"/>
                </a:lnTo>
                <a:lnTo>
                  <a:pt x="2470150" y="41275"/>
                </a:lnTo>
                <a:lnTo>
                  <a:pt x="2470150" y="34925"/>
                </a:lnTo>
                <a:close/>
              </a:path>
              <a:path w="3712845" h="76200" extrusionOk="0">
                <a:moveTo>
                  <a:pt x="2495550" y="34925"/>
                </a:moveTo>
                <a:lnTo>
                  <a:pt x="2476500" y="34925"/>
                </a:lnTo>
                <a:lnTo>
                  <a:pt x="2476500" y="41275"/>
                </a:lnTo>
                <a:lnTo>
                  <a:pt x="2495550" y="41275"/>
                </a:lnTo>
                <a:lnTo>
                  <a:pt x="2495550" y="34925"/>
                </a:lnTo>
                <a:close/>
              </a:path>
              <a:path w="3712845" h="76200" extrusionOk="0">
                <a:moveTo>
                  <a:pt x="2520950" y="34925"/>
                </a:moveTo>
                <a:lnTo>
                  <a:pt x="2501900" y="34925"/>
                </a:lnTo>
                <a:lnTo>
                  <a:pt x="2501900" y="41275"/>
                </a:lnTo>
                <a:lnTo>
                  <a:pt x="2520950" y="41275"/>
                </a:lnTo>
                <a:lnTo>
                  <a:pt x="2520950" y="34925"/>
                </a:lnTo>
                <a:close/>
              </a:path>
              <a:path w="3712845" h="76200" extrusionOk="0">
                <a:moveTo>
                  <a:pt x="2546350" y="34925"/>
                </a:moveTo>
                <a:lnTo>
                  <a:pt x="2527300" y="34925"/>
                </a:lnTo>
                <a:lnTo>
                  <a:pt x="2527300" y="41275"/>
                </a:lnTo>
                <a:lnTo>
                  <a:pt x="2546350" y="41275"/>
                </a:lnTo>
                <a:lnTo>
                  <a:pt x="2546350" y="34925"/>
                </a:lnTo>
                <a:close/>
              </a:path>
              <a:path w="3712845" h="76200" extrusionOk="0">
                <a:moveTo>
                  <a:pt x="2571750" y="34925"/>
                </a:moveTo>
                <a:lnTo>
                  <a:pt x="2552700" y="34925"/>
                </a:lnTo>
                <a:lnTo>
                  <a:pt x="2552700" y="41275"/>
                </a:lnTo>
                <a:lnTo>
                  <a:pt x="2571750" y="41275"/>
                </a:lnTo>
                <a:lnTo>
                  <a:pt x="2571750" y="34925"/>
                </a:lnTo>
                <a:close/>
              </a:path>
              <a:path w="3712845" h="76200" extrusionOk="0">
                <a:moveTo>
                  <a:pt x="2597150" y="34925"/>
                </a:moveTo>
                <a:lnTo>
                  <a:pt x="2578100" y="34925"/>
                </a:lnTo>
                <a:lnTo>
                  <a:pt x="2578100" y="41275"/>
                </a:lnTo>
                <a:lnTo>
                  <a:pt x="2597150" y="41275"/>
                </a:lnTo>
                <a:lnTo>
                  <a:pt x="2597150" y="34925"/>
                </a:lnTo>
                <a:close/>
              </a:path>
              <a:path w="3712845" h="76200" extrusionOk="0">
                <a:moveTo>
                  <a:pt x="2622550" y="34925"/>
                </a:moveTo>
                <a:lnTo>
                  <a:pt x="2603500" y="34925"/>
                </a:lnTo>
                <a:lnTo>
                  <a:pt x="2603500" y="41275"/>
                </a:lnTo>
                <a:lnTo>
                  <a:pt x="2622550" y="41275"/>
                </a:lnTo>
                <a:lnTo>
                  <a:pt x="2622550" y="34925"/>
                </a:lnTo>
                <a:close/>
              </a:path>
              <a:path w="3712845" h="76200" extrusionOk="0">
                <a:moveTo>
                  <a:pt x="2647950" y="34925"/>
                </a:moveTo>
                <a:lnTo>
                  <a:pt x="2628900" y="34925"/>
                </a:lnTo>
                <a:lnTo>
                  <a:pt x="2628900" y="41275"/>
                </a:lnTo>
                <a:lnTo>
                  <a:pt x="2647950" y="41275"/>
                </a:lnTo>
                <a:lnTo>
                  <a:pt x="2647950" y="34925"/>
                </a:lnTo>
                <a:close/>
              </a:path>
              <a:path w="3712845" h="76200" extrusionOk="0">
                <a:moveTo>
                  <a:pt x="2673350" y="34925"/>
                </a:moveTo>
                <a:lnTo>
                  <a:pt x="2654300" y="34925"/>
                </a:lnTo>
                <a:lnTo>
                  <a:pt x="2654300" y="41275"/>
                </a:lnTo>
                <a:lnTo>
                  <a:pt x="2673350" y="41275"/>
                </a:lnTo>
                <a:lnTo>
                  <a:pt x="2673350" y="34925"/>
                </a:lnTo>
                <a:close/>
              </a:path>
              <a:path w="3712845" h="76200" extrusionOk="0">
                <a:moveTo>
                  <a:pt x="2698750" y="34925"/>
                </a:moveTo>
                <a:lnTo>
                  <a:pt x="2679700" y="34925"/>
                </a:lnTo>
                <a:lnTo>
                  <a:pt x="2679700" y="41275"/>
                </a:lnTo>
                <a:lnTo>
                  <a:pt x="2698750" y="41275"/>
                </a:lnTo>
                <a:lnTo>
                  <a:pt x="2698750" y="34925"/>
                </a:lnTo>
                <a:close/>
              </a:path>
              <a:path w="3712845" h="76200" extrusionOk="0">
                <a:moveTo>
                  <a:pt x="2724150" y="34925"/>
                </a:moveTo>
                <a:lnTo>
                  <a:pt x="2705100" y="34925"/>
                </a:lnTo>
                <a:lnTo>
                  <a:pt x="2705100" y="41275"/>
                </a:lnTo>
                <a:lnTo>
                  <a:pt x="2724150" y="41275"/>
                </a:lnTo>
                <a:lnTo>
                  <a:pt x="2724150" y="34925"/>
                </a:lnTo>
                <a:close/>
              </a:path>
              <a:path w="3712845" h="76200" extrusionOk="0">
                <a:moveTo>
                  <a:pt x="2749550" y="34925"/>
                </a:moveTo>
                <a:lnTo>
                  <a:pt x="2730500" y="34925"/>
                </a:lnTo>
                <a:lnTo>
                  <a:pt x="2730500" y="41275"/>
                </a:lnTo>
                <a:lnTo>
                  <a:pt x="2749550" y="41275"/>
                </a:lnTo>
                <a:lnTo>
                  <a:pt x="2749550" y="34925"/>
                </a:lnTo>
                <a:close/>
              </a:path>
              <a:path w="3712845" h="76200" extrusionOk="0">
                <a:moveTo>
                  <a:pt x="2774950" y="34925"/>
                </a:moveTo>
                <a:lnTo>
                  <a:pt x="2755900" y="34925"/>
                </a:lnTo>
                <a:lnTo>
                  <a:pt x="2755900" y="41275"/>
                </a:lnTo>
                <a:lnTo>
                  <a:pt x="2774950" y="41275"/>
                </a:lnTo>
                <a:lnTo>
                  <a:pt x="2774950" y="34925"/>
                </a:lnTo>
                <a:close/>
              </a:path>
              <a:path w="3712845" h="76200" extrusionOk="0">
                <a:moveTo>
                  <a:pt x="2800350" y="34925"/>
                </a:moveTo>
                <a:lnTo>
                  <a:pt x="2781300" y="34925"/>
                </a:lnTo>
                <a:lnTo>
                  <a:pt x="2781300" y="41275"/>
                </a:lnTo>
                <a:lnTo>
                  <a:pt x="2800350" y="41275"/>
                </a:lnTo>
                <a:lnTo>
                  <a:pt x="2800350" y="34925"/>
                </a:lnTo>
                <a:close/>
              </a:path>
              <a:path w="3712845" h="76200" extrusionOk="0">
                <a:moveTo>
                  <a:pt x="2825750" y="34925"/>
                </a:moveTo>
                <a:lnTo>
                  <a:pt x="2806700" y="34925"/>
                </a:lnTo>
                <a:lnTo>
                  <a:pt x="2806700" y="41275"/>
                </a:lnTo>
                <a:lnTo>
                  <a:pt x="2825750" y="41275"/>
                </a:lnTo>
                <a:lnTo>
                  <a:pt x="2825750" y="34925"/>
                </a:lnTo>
                <a:close/>
              </a:path>
              <a:path w="3712845" h="76200" extrusionOk="0">
                <a:moveTo>
                  <a:pt x="2851150" y="34925"/>
                </a:moveTo>
                <a:lnTo>
                  <a:pt x="2832100" y="34925"/>
                </a:lnTo>
                <a:lnTo>
                  <a:pt x="2832100" y="41275"/>
                </a:lnTo>
                <a:lnTo>
                  <a:pt x="2851150" y="41275"/>
                </a:lnTo>
                <a:lnTo>
                  <a:pt x="2851150" y="34925"/>
                </a:lnTo>
                <a:close/>
              </a:path>
              <a:path w="3712845" h="76200" extrusionOk="0">
                <a:moveTo>
                  <a:pt x="2876550" y="34925"/>
                </a:moveTo>
                <a:lnTo>
                  <a:pt x="2857500" y="34925"/>
                </a:lnTo>
                <a:lnTo>
                  <a:pt x="2857500" y="41275"/>
                </a:lnTo>
                <a:lnTo>
                  <a:pt x="2876550" y="41275"/>
                </a:lnTo>
                <a:lnTo>
                  <a:pt x="2876550" y="34925"/>
                </a:lnTo>
                <a:close/>
              </a:path>
              <a:path w="3712845" h="76200" extrusionOk="0">
                <a:moveTo>
                  <a:pt x="2901950" y="34925"/>
                </a:moveTo>
                <a:lnTo>
                  <a:pt x="2882900" y="34925"/>
                </a:lnTo>
                <a:lnTo>
                  <a:pt x="2882900" y="41275"/>
                </a:lnTo>
                <a:lnTo>
                  <a:pt x="2901950" y="41275"/>
                </a:lnTo>
                <a:lnTo>
                  <a:pt x="2901950" y="34925"/>
                </a:lnTo>
                <a:close/>
              </a:path>
              <a:path w="3712845" h="76200" extrusionOk="0">
                <a:moveTo>
                  <a:pt x="2927350" y="34925"/>
                </a:moveTo>
                <a:lnTo>
                  <a:pt x="2908300" y="34925"/>
                </a:lnTo>
                <a:lnTo>
                  <a:pt x="2908300" y="41275"/>
                </a:lnTo>
                <a:lnTo>
                  <a:pt x="2927350" y="41275"/>
                </a:lnTo>
                <a:lnTo>
                  <a:pt x="2927350" y="34925"/>
                </a:lnTo>
                <a:close/>
              </a:path>
              <a:path w="3712845" h="76200" extrusionOk="0">
                <a:moveTo>
                  <a:pt x="2952750" y="34925"/>
                </a:moveTo>
                <a:lnTo>
                  <a:pt x="2933700" y="34925"/>
                </a:lnTo>
                <a:lnTo>
                  <a:pt x="2933700" y="41275"/>
                </a:lnTo>
                <a:lnTo>
                  <a:pt x="2952750" y="41275"/>
                </a:lnTo>
                <a:lnTo>
                  <a:pt x="2952750" y="34925"/>
                </a:lnTo>
                <a:close/>
              </a:path>
              <a:path w="3712845" h="76200" extrusionOk="0">
                <a:moveTo>
                  <a:pt x="2978150" y="34925"/>
                </a:moveTo>
                <a:lnTo>
                  <a:pt x="2959100" y="34925"/>
                </a:lnTo>
                <a:lnTo>
                  <a:pt x="2959100" y="41275"/>
                </a:lnTo>
                <a:lnTo>
                  <a:pt x="2978150" y="41275"/>
                </a:lnTo>
                <a:lnTo>
                  <a:pt x="2978150" y="34925"/>
                </a:lnTo>
                <a:close/>
              </a:path>
              <a:path w="3712845" h="76200" extrusionOk="0">
                <a:moveTo>
                  <a:pt x="3003550" y="34925"/>
                </a:moveTo>
                <a:lnTo>
                  <a:pt x="2984500" y="34925"/>
                </a:lnTo>
                <a:lnTo>
                  <a:pt x="2984500" y="41275"/>
                </a:lnTo>
                <a:lnTo>
                  <a:pt x="3003550" y="41275"/>
                </a:lnTo>
                <a:lnTo>
                  <a:pt x="3003550" y="34925"/>
                </a:lnTo>
                <a:close/>
              </a:path>
              <a:path w="3712845" h="76200" extrusionOk="0">
                <a:moveTo>
                  <a:pt x="3028950" y="34925"/>
                </a:moveTo>
                <a:lnTo>
                  <a:pt x="3009900" y="34925"/>
                </a:lnTo>
                <a:lnTo>
                  <a:pt x="3009900" y="41275"/>
                </a:lnTo>
                <a:lnTo>
                  <a:pt x="3028950" y="41275"/>
                </a:lnTo>
                <a:lnTo>
                  <a:pt x="3028950" y="34925"/>
                </a:lnTo>
                <a:close/>
              </a:path>
              <a:path w="3712845" h="76200" extrusionOk="0">
                <a:moveTo>
                  <a:pt x="3054350" y="34925"/>
                </a:moveTo>
                <a:lnTo>
                  <a:pt x="3035300" y="34925"/>
                </a:lnTo>
                <a:lnTo>
                  <a:pt x="3035300" y="41275"/>
                </a:lnTo>
                <a:lnTo>
                  <a:pt x="3054350" y="41275"/>
                </a:lnTo>
                <a:lnTo>
                  <a:pt x="3054350" y="34925"/>
                </a:lnTo>
                <a:close/>
              </a:path>
              <a:path w="3712845" h="76200" extrusionOk="0">
                <a:moveTo>
                  <a:pt x="3079750" y="34925"/>
                </a:moveTo>
                <a:lnTo>
                  <a:pt x="3060700" y="34925"/>
                </a:lnTo>
                <a:lnTo>
                  <a:pt x="3060700" y="41275"/>
                </a:lnTo>
                <a:lnTo>
                  <a:pt x="3079750" y="41275"/>
                </a:lnTo>
                <a:lnTo>
                  <a:pt x="3079750" y="34925"/>
                </a:lnTo>
                <a:close/>
              </a:path>
              <a:path w="3712845" h="76200" extrusionOk="0">
                <a:moveTo>
                  <a:pt x="3105150" y="34925"/>
                </a:moveTo>
                <a:lnTo>
                  <a:pt x="3086100" y="34925"/>
                </a:lnTo>
                <a:lnTo>
                  <a:pt x="3086100" y="41275"/>
                </a:lnTo>
                <a:lnTo>
                  <a:pt x="3105150" y="41275"/>
                </a:lnTo>
                <a:lnTo>
                  <a:pt x="3105150" y="34925"/>
                </a:lnTo>
                <a:close/>
              </a:path>
              <a:path w="3712845" h="76200" extrusionOk="0">
                <a:moveTo>
                  <a:pt x="3130550" y="34925"/>
                </a:moveTo>
                <a:lnTo>
                  <a:pt x="3111500" y="34925"/>
                </a:lnTo>
                <a:lnTo>
                  <a:pt x="3111500" y="41275"/>
                </a:lnTo>
                <a:lnTo>
                  <a:pt x="3130550" y="41275"/>
                </a:lnTo>
                <a:lnTo>
                  <a:pt x="3130550" y="34925"/>
                </a:lnTo>
                <a:close/>
              </a:path>
              <a:path w="3712845" h="76200" extrusionOk="0">
                <a:moveTo>
                  <a:pt x="3155950" y="34925"/>
                </a:moveTo>
                <a:lnTo>
                  <a:pt x="3136900" y="34925"/>
                </a:lnTo>
                <a:lnTo>
                  <a:pt x="3136900" y="41275"/>
                </a:lnTo>
                <a:lnTo>
                  <a:pt x="3155950" y="41275"/>
                </a:lnTo>
                <a:lnTo>
                  <a:pt x="3155950" y="34925"/>
                </a:lnTo>
                <a:close/>
              </a:path>
              <a:path w="3712845" h="76200" extrusionOk="0">
                <a:moveTo>
                  <a:pt x="3181350" y="34925"/>
                </a:moveTo>
                <a:lnTo>
                  <a:pt x="3162300" y="34925"/>
                </a:lnTo>
                <a:lnTo>
                  <a:pt x="3162300" y="41275"/>
                </a:lnTo>
                <a:lnTo>
                  <a:pt x="3181350" y="41275"/>
                </a:lnTo>
                <a:lnTo>
                  <a:pt x="3181350" y="34925"/>
                </a:lnTo>
                <a:close/>
              </a:path>
              <a:path w="3712845" h="76200" extrusionOk="0">
                <a:moveTo>
                  <a:pt x="3206750" y="34925"/>
                </a:moveTo>
                <a:lnTo>
                  <a:pt x="3187700" y="34925"/>
                </a:lnTo>
                <a:lnTo>
                  <a:pt x="3187700" y="41275"/>
                </a:lnTo>
                <a:lnTo>
                  <a:pt x="3206750" y="41275"/>
                </a:lnTo>
                <a:lnTo>
                  <a:pt x="3206750" y="34925"/>
                </a:lnTo>
                <a:close/>
              </a:path>
              <a:path w="3712845" h="76200" extrusionOk="0">
                <a:moveTo>
                  <a:pt x="3232150" y="34925"/>
                </a:moveTo>
                <a:lnTo>
                  <a:pt x="3213100" y="34925"/>
                </a:lnTo>
                <a:lnTo>
                  <a:pt x="3213100" y="41275"/>
                </a:lnTo>
                <a:lnTo>
                  <a:pt x="3232150" y="41275"/>
                </a:lnTo>
                <a:lnTo>
                  <a:pt x="3232150" y="34925"/>
                </a:lnTo>
                <a:close/>
              </a:path>
              <a:path w="3712845" h="76200" extrusionOk="0">
                <a:moveTo>
                  <a:pt x="3257550" y="34925"/>
                </a:moveTo>
                <a:lnTo>
                  <a:pt x="3238500" y="34925"/>
                </a:lnTo>
                <a:lnTo>
                  <a:pt x="3238500" y="41275"/>
                </a:lnTo>
                <a:lnTo>
                  <a:pt x="3257550" y="41275"/>
                </a:lnTo>
                <a:lnTo>
                  <a:pt x="3257550" y="34925"/>
                </a:lnTo>
                <a:close/>
              </a:path>
              <a:path w="3712845" h="76200" extrusionOk="0">
                <a:moveTo>
                  <a:pt x="3282950" y="34925"/>
                </a:moveTo>
                <a:lnTo>
                  <a:pt x="3263900" y="34925"/>
                </a:lnTo>
                <a:lnTo>
                  <a:pt x="3263900" y="41275"/>
                </a:lnTo>
                <a:lnTo>
                  <a:pt x="3282950" y="41275"/>
                </a:lnTo>
                <a:lnTo>
                  <a:pt x="3282950" y="34925"/>
                </a:lnTo>
                <a:close/>
              </a:path>
              <a:path w="3712845" h="76200" extrusionOk="0">
                <a:moveTo>
                  <a:pt x="3308350" y="34925"/>
                </a:moveTo>
                <a:lnTo>
                  <a:pt x="3289300" y="34925"/>
                </a:lnTo>
                <a:lnTo>
                  <a:pt x="3289300" y="41275"/>
                </a:lnTo>
                <a:lnTo>
                  <a:pt x="3308350" y="41275"/>
                </a:lnTo>
                <a:lnTo>
                  <a:pt x="3308350" y="34925"/>
                </a:lnTo>
                <a:close/>
              </a:path>
              <a:path w="3712845" h="76200" extrusionOk="0">
                <a:moveTo>
                  <a:pt x="3333750" y="34925"/>
                </a:moveTo>
                <a:lnTo>
                  <a:pt x="3314700" y="34925"/>
                </a:lnTo>
                <a:lnTo>
                  <a:pt x="3314700" y="41275"/>
                </a:lnTo>
                <a:lnTo>
                  <a:pt x="3333750" y="41275"/>
                </a:lnTo>
                <a:lnTo>
                  <a:pt x="3333750" y="34925"/>
                </a:lnTo>
                <a:close/>
              </a:path>
              <a:path w="3712845" h="76200" extrusionOk="0">
                <a:moveTo>
                  <a:pt x="3359150" y="34925"/>
                </a:moveTo>
                <a:lnTo>
                  <a:pt x="3340100" y="34925"/>
                </a:lnTo>
                <a:lnTo>
                  <a:pt x="3340100" y="41275"/>
                </a:lnTo>
                <a:lnTo>
                  <a:pt x="3359150" y="41275"/>
                </a:lnTo>
                <a:lnTo>
                  <a:pt x="3359150" y="34925"/>
                </a:lnTo>
                <a:close/>
              </a:path>
              <a:path w="3712845" h="76200" extrusionOk="0">
                <a:moveTo>
                  <a:pt x="3384550" y="34925"/>
                </a:moveTo>
                <a:lnTo>
                  <a:pt x="3365500" y="34925"/>
                </a:lnTo>
                <a:lnTo>
                  <a:pt x="3365500" y="41275"/>
                </a:lnTo>
                <a:lnTo>
                  <a:pt x="3384550" y="41275"/>
                </a:lnTo>
                <a:lnTo>
                  <a:pt x="3384550" y="34925"/>
                </a:lnTo>
                <a:close/>
              </a:path>
              <a:path w="3712845" h="76200" extrusionOk="0">
                <a:moveTo>
                  <a:pt x="3409950" y="34925"/>
                </a:moveTo>
                <a:lnTo>
                  <a:pt x="3390900" y="34925"/>
                </a:lnTo>
                <a:lnTo>
                  <a:pt x="3390900" y="41275"/>
                </a:lnTo>
                <a:lnTo>
                  <a:pt x="3409950" y="41275"/>
                </a:lnTo>
                <a:lnTo>
                  <a:pt x="3409950" y="34925"/>
                </a:lnTo>
                <a:close/>
              </a:path>
              <a:path w="3712845" h="76200" extrusionOk="0">
                <a:moveTo>
                  <a:pt x="3435350" y="34925"/>
                </a:moveTo>
                <a:lnTo>
                  <a:pt x="3416300" y="34925"/>
                </a:lnTo>
                <a:lnTo>
                  <a:pt x="3416300" y="41275"/>
                </a:lnTo>
                <a:lnTo>
                  <a:pt x="3435350" y="41275"/>
                </a:lnTo>
                <a:lnTo>
                  <a:pt x="3435350" y="34925"/>
                </a:lnTo>
                <a:close/>
              </a:path>
              <a:path w="3712845" h="76200" extrusionOk="0">
                <a:moveTo>
                  <a:pt x="3460750" y="34925"/>
                </a:moveTo>
                <a:lnTo>
                  <a:pt x="3441700" y="34925"/>
                </a:lnTo>
                <a:lnTo>
                  <a:pt x="3441700" y="41275"/>
                </a:lnTo>
                <a:lnTo>
                  <a:pt x="3460750" y="41275"/>
                </a:lnTo>
                <a:lnTo>
                  <a:pt x="3460750" y="34925"/>
                </a:lnTo>
                <a:close/>
              </a:path>
              <a:path w="3712845" h="76200" extrusionOk="0">
                <a:moveTo>
                  <a:pt x="3486150" y="34925"/>
                </a:moveTo>
                <a:lnTo>
                  <a:pt x="3467100" y="34925"/>
                </a:lnTo>
                <a:lnTo>
                  <a:pt x="3467100" y="41275"/>
                </a:lnTo>
                <a:lnTo>
                  <a:pt x="3486150" y="41275"/>
                </a:lnTo>
                <a:lnTo>
                  <a:pt x="3486150" y="34925"/>
                </a:lnTo>
                <a:close/>
              </a:path>
              <a:path w="3712845" h="76200" extrusionOk="0">
                <a:moveTo>
                  <a:pt x="3511550" y="34925"/>
                </a:moveTo>
                <a:lnTo>
                  <a:pt x="3492500" y="34925"/>
                </a:lnTo>
                <a:lnTo>
                  <a:pt x="3492500" y="41275"/>
                </a:lnTo>
                <a:lnTo>
                  <a:pt x="3511550" y="41275"/>
                </a:lnTo>
                <a:lnTo>
                  <a:pt x="3511550" y="34925"/>
                </a:lnTo>
                <a:close/>
              </a:path>
              <a:path w="3712845" h="76200" extrusionOk="0">
                <a:moveTo>
                  <a:pt x="3536950" y="34925"/>
                </a:moveTo>
                <a:lnTo>
                  <a:pt x="3517900" y="34925"/>
                </a:lnTo>
                <a:lnTo>
                  <a:pt x="3517900" y="41275"/>
                </a:lnTo>
                <a:lnTo>
                  <a:pt x="3536950" y="41275"/>
                </a:lnTo>
                <a:lnTo>
                  <a:pt x="3536950" y="34925"/>
                </a:lnTo>
                <a:close/>
              </a:path>
              <a:path w="3712845" h="76200" extrusionOk="0">
                <a:moveTo>
                  <a:pt x="3562350" y="34925"/>
                </a:moveTo>
                <a:lnTo>
                  <a:pt x="3543300" y="34925"/>
                </a:lnTo>
                <a:lnTo>
                  <a:pt x="3543300" y="41275"/>
                </a:lnTo>
                <a:lnTo>
                  <a:pt x="3562350" y="41275"/>
                </a:lnTo>
                <a:lnTo>
                  <a:pt x="3562350" y="34925"/>
                </a:lnTo>
                <a:close/>
              </a:path>
              <a:path w="3712845" h="76200" extrusionOk="0">
                <a:moveTo>
                  <a:pt x="3587750" y="34925"/>
                </a:moveTo>
                <a:lnTo>
                  <a:pt x="3568700" y="34925"/>
                </a:lnTo>
                <a:lnTo>
                  <a:pt x="3568700" y="41275"/>
                </a:lnTo>
                <a:lnTo>
                  <a:pt x="3587750" y="41275"/>
                </a:lnTo>
                <a:lnTo>
                  <a:pt x="3587750" y="34925"/>
                </a:lnTo>
                <a:close/>
              </a:path>
              <a:path w="3712845" h="76200" extrusionOk="0">
                <a:moveTo>
                  <a:pt x="3613150" y="34925"/>
                </a:moveTo>
                <a:lnTo>
                  <a:pt x="3594100" y="34925"/>
                </a:lnTo>
                <a:lnTo>
                  <a:pt x="3594100" y="41275"/>
                </a:lnTo>
                <a:lnTo>
                  <a:pt x="3613150" y="41275"/>
                </a:lnTo>
                <a:lnTo>
                  <a:pt x="3613150" y="34925"/>
                </a:lnTo>
                <a:close/>
              </a:path>
              <a:path w="3712845" h="76200" extrusionOk="0">
                <a:moveTo>
                  <a:pt x="3674503" y="0"/>
                </a:moveTo>
                <a:lnTo>
                  <a:pt x="3659672" y="2993"/>
                </a:lnTo>
                <a:lnTo>
                  <a:pt x="3647562" y="11158"/>
                </a:lnTo>
                <a:lnTo>
                  <a:pt x="3639397" y="23268"/>
                </a:lnTo>
                <a:lnTo>
                  <a:pt x="3636403" y="38100"/>
                </a:lnTo>
                <a:lnTo>
                  <a:pt x="3639397" y="52931"/>
                </a:lnTo>
                <a:lnTo>
                  <a:pt x="3647562" y="65041"/>
                </a:lnTo>
                <a:lnTo>
                  <a:pt x="3659672" y="73206"/>
                </a:lnTo>
                <a:lnTo>
                  <a:pt x="3674503" y="76200"/>
                </a:lnTo>
                <a:lnTo>
                  <a:pt x="3689334" y="73206"/>
                </a:lnTo>
                <a:lnTo>
                  <a:pt x="3701445" y="65041"/>
                </a:lnTo>
                <a:lnTo>
                  <a:pt x="3709609" y="52931"/>
                </a:lnTo>
                <a:lnTo>
                  <a:pt x="3711962" y="41275"/>
                </a:lnTo>
                <a:lnTo>
                  <a:pt x="3638550" y="41275"/>
                </a:lnTo>
                <a:lnTo>
                  <a:pt x="3638550" y="34925"/>
                </a:lnTo>
                <a:lnTo>
                  <a:pt x="3711962" y="34925"/>
                </a:lnTo>
                <a:lnTo>
                  <a:pt x="3709609" y="23268"/>
                </a:lnTo>
                <a:lnTo>
                  <a:pt x="3701445" y="11158"/>
                </a:lnTo>
                <a:lnTo>
                  <a:pt x="3689334" y="2993"/>
                </a:lnTo>
                <a:lnTo>
                  <a:pt x="3674503" y="0"/>
                </a:lnTo>
                <a:close/>
              </a:path>
              <a:path w="3712845" h="76200" extrusionOk="0">
                <a:moveTo>
                  <a:pt x="3637044" y="34925"/>
                </a:moveTo>
                <a:lnTo>
                  <a:pt x="3619500" y="34925"/>
                </a:lnTo>
                <a:lnTo>
                  <a:pt x="3619500" y="41275"/>
                </a:lnTo>
                <a:lnTo>
                  <a:pt x="3637044" y="41275"/>
                </a:lnTo>
                <a:lnTo>
                  <a:pt x="3636403" y="38100"/>
                </a:lnTo>
                <a:lnTo>
                  <a:pt x="3637044" y="34925"/>
                </a:lnTo>
                <a:close/>
              </a:path>
              <a:path w="3712845" h="76200" extrusionOk="0">
                <a:moveTo>
                  <a:pt x="3644900" y="34925"/>
                </a:moveTo>
                <a:lnTo>
                  <a:pt x="3638550" y="34925"/>
                </a:lnTo>
                <a:lnTo>
                  <a:pt x="3638550" y="41275"/>
                </a:lnTo>
                <a:lnTo>
                  <a:pt x="3644900" y="41275"/>
                </a:lnTo>
                <a:lnTo>
                  <a:pt x="3644900" y="34925"/>
                </a:lnTo>
                <a:close/>
              </a:path>
              <a:path w="3712845" h="76200" extrusionOk="0">
                <a:moveTo>
                  <a:pt x="3663950" y="34925"/>
                </a:moveTo>
                <a:lnTo>
                  <a:pt x="3644900" y="34925"/>
                </a:lnTo>
                <a:lnTo>
                  <a:pt x="3644900" y="41275"/>
                </a:lnTo>
                <a:lnTo>
                  <a:pt x="3663950" y="41275"/>
                </a:lnTo>
                <a:lnTo>
                  <a:pt x="3663950" y="34925"/>
                </a:lnTo>
                <a:close/>
              </a:path>
              <a:path w="3712845" h="76200" extrusionOk="0">
                <a:moveTo>
                  <a:pt x="3670300" y="34925"/>
                </a:moveTo>
                <a:lnTo>
                  <a:pt x="3663950" y="34925"/>
                </a:lnTo>
                <a:lnTo>
                  <a:pt x="3663950" y="41275"/>
                </a:lnTo>
                <a:lnTo>
                  <a:pt x="3670300" y="41275"/>
                </a:lnTo>
                <a:lnTo>
                  <a:pt x="3670300" y="34925"/>
                </a:lnTo>
                <a:close/>
              </a:path>
              <a:path w="3712845" h="76200" extrusionOk="0">
                <a:moveTo>
                  <a:pt x="3674503" y="34925"/>
                </a:moveTo>
                <a:lnTo>
                  <a:pt x="3670300" y="34925"/>
                </a:lnTo>
                <a:lnTo>
                  <a:pt x="3670300" y="41275"/>
                </a:lnTo>
                <a:lnTo>
                  <a:pt x="3674503" y="41275"/>
                </a:lnTo>
                <a:lnTo>
                  <a:pt x="3674503" y="34925"/>
                </a:lnTo>
                <a:close/>
              </a:path>
              <a:path w="3712845" h="76200" extrusionOk="0">
                <a:moveTo>
                  <a:pt x="3711962" y="34925"/>
                </a:moveTo>
                <a:lnTo>
                  <a:pt x="3674503" y="34925"/>
                </a:lnTo>
                <a:lnTo>
                  <a:pt x="3674503" y="41275"/>
                </a:lnTo>
                <a:lnTo>
                  <a:pt x="3711962" y="41275"/>
                </a:lnTo>
                <a:lnTo>
                  <a:pt x="3712603" y="38100"/>
                </a:lnTo>
                <a:lnTo>
                  <a:pt x="3711962" y="34925"/>
                </a:lnTo>
                <a:close/>
              </a:path>
            </a:pathLst>
          </a:custGeom>
          <a:solidFill>
            <a:srgbClr val="7F7F7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6" name="Google Shape;136;p2"/>
          <p:cNvSpPr/>
          <p:nvPr/>
        </p:nvSpPr>
        <p:spPr>
          <a:xfrm>
            <a:off x="1986799" y="2059663"/>
            <a:ext cx="845185" cy="942975"/>
          </a:xfrm>
          <a:custGeom>
            <a:avLst/>
            <a:gdLst/>
            <a:ahLst/>
            <a:cxnLst/>
            <a:rect l="l" t="t" r="r" b="b"/>
            <a:pathLst>
              <a:path w="845185" h="942975" extrusionOk="0">
                <a:moveTo>
                  <a:pt x="431965" y="0"/>
                </a:moveTo>
                <a:lnTo>
                  <a:pt x="385864" y="11798"/>
                </a:lnTo>
                <a:lnTo>
                  <a:pt x="55194" y="197408"/>
                </a:lnTo>
                <a:lnTo>
                  <a:pt x="20878" y="230758"/>
                </a:lnTo>
                <a:lnTo>
                  <a:pt x="7835" y="276440"/>
                </a:lnTo>
                <a:lnTo>
                  <a:pt x="0" y="657110"/>
                </a:lnTo>
                <a:lnTo>
                  <a:pt x="446" y="668671"/>
                </a:lnTo>
                <a:lnTo>
                  <a:pt x="17601" y="712538"/>
                </a:lnTo>
                <a:lnTo>
                  <a:pt x="366255" y="929246"/>
                </a:lnTo>
                <a:lnTo>
                  <a:pt x="412610" y="942949"/>
                </a:lnTo>
                <a:lnTo>
                  <a:pt x="424607" y="942241"/>
                </a:lnTo>
                <a:lnTo>
                  <a:pt x="787971" y="745883"/>
                </a:lnTo>
                <a:lnTo>
                  <a:pt x="823874" y="711885"/>
                </a:lnTo>
                <a:lnTo>
                  <a:pt x="837031" y="664667"/>
                </a:lnTo>
                <a:lnTo>
                  <a:pt x="844753" y="285534"/>
                </a:lnTo>
                <a:lnTo>
                  <a:pt x="844298" y="273978"/>
                </a:lnTo>
                <a:lnTo>
                  <a:pt x="826564" y="229692"/>
                </a:lnTo>
                <a:lnTo>
                  <a:pt x="474980" y="11290"/>
                </a:lnTo>
                <a:lnTo>
                  <a:pt x="431965" y="0"/>
                </a:lnTo>
                <a:close/>
              </a:path>
            </a:pathLst>
          </a:custGeom>
          <a:solidFill>
            <a:srgbClr val="0D4F9F">
              <a:alpha val="8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137" name="Google Shape;137;p2"/>
          <p:cNvGrpSpPr/>
          <p:nvPr/>
        </p:nvGrpSpPr>
        <p:grpSpPr>
          <a:xfrm>
            <a:off x="1951466" y="3086068"/>
            <a:ext cx="845593" cy="943051"/>
            <a:chOff x="1951466" y="3086068"/>
            <a:chExt cx="845593" cy="943051"/>
          </a:xfrm>
        </p:grpSpPr>
        <p:sp>
          <p:nvSpPr>
            <p:cNvPr id="138" name="Google Shape;138;p2"/>
            <p:cNvSpPr/>
            <p:nvPr/>
          </p:nvSpPr>
          <p:spPr>
            <a:xfrm>
              <a:off x="1951874" y="3086068"/>
              <a:ext cx="845185" cy="942975"/>
            </a:xfrm>
            <a:custGeom>
              <a:avLst/>
              <a:gdLst/>
              <a:ahLst/>
              <a:cxnLst/>
              <a:rect l="l" t="t" r="r" b="b"/>
              <a:pathLst>
                <a:path w="845185" h="942975" extrusionOk="0">
                  <a:moveTo>
                    <a:pt x="431965" y="0"/>
                  </a:moveTo>
                  <a:lnTo>
                    <a:pt x="385864" y="11798"/>
                  </a:lnTo>
                  <a:lnTo>
                    <a:pt x="55194" y="197408"/>
                  </a:lnTo>
                  <a:lnTo>
                    <a:pt x="20878" y="230758"/>
                  </a:lnTo>
                  <a:lnTo>
                    <a:pt x="7835" y="276440"/>
                  </a:lnTo>
                  <a:lnTo>
                    <a:pt x="0" y="657110"/>
                  </a:lnTo>
                  <a:lnTo>
                    <a:pt x="446" y="668671"/>
                  </a:lnTo>
                  <a:lnTo>
                    <a:pt x="17601" y="712538"/>
                  </a:lnTo>
                  <a:lnTo>
                    <a:pt x="366255" y="929246"/>
                  </a:lnTo>
                  <a:lnTo>
                    <a:pt x="412610" y="942949"/>
                  </a:lnTo>
                  <a:lnTo>
                    <a:pt x="424607" y="942241"/>
                  </a:lnTo>
                  <a:lnTo>
                    <a:pt x="787971" y="745883"/>
                  </a:lnTo>
                  <a:lnTo>
                    <a:pt x="823874" y="711885"/>
                  </a:lnTo>
                  <a:lnTo>
                    <a:pt x="837031" y="664667"/>
                  </a:lnTo>
                  <a:lnTo>
                    <a:pt x="844753" y="285534"/>
                  </a:lnTo>
                  <a:lnTo>
                    <a:pt x="844298" y="273978"/>
                  </a:lnTo>
                  <a:lnTo>
                    <a:pt x="826564" y="229698"/>
                  </a:lnTo>
                  <a:lnTo>
                    <a:pt x="474980" y="11290"/>
                  </a:lnTo>
                  <a:lnTo>
                    <a:pt x="431965" y="0"/>
                  </a:lnTo>
                  <a:close/>
                </a:path>
              </a:pathLst>
            </a:custGeom>
            <a:solidFill>
              <a:srgbClr val="00B0F0">
                <a:alpha val="8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39" name="Google Shape;139;p2"/>
            <p:cNvSpPr/>
            <p:nvPr/>
          </p:nvSpPr>
          <p:spPr>
            <a:xfrm>
              <a:off x="1951466" y="3086144"/>
              <a:ext cx="845185" cy="942975"/>
            </a:xfrm>
            <a:custGeom>
              <a:avLst/>
              <a:gdLst/>
              <a:ahLst/>
              <a:cxnLst/>
              <a:rect l="l" t="t" r="r" b="b"/>
              <a:pathLst>
                <a:path w="845185" h="942975" extrusionOk="0">
                  <a:moveTo>
                    <a:pt x="457291" y="931440"/>
                  </a:moveTo>
                  <a:lnTo>
                    <a:pt x="446864" y="936247"/>
                  </a:lnTo>
                  <a:lnTo>
                    <a:pt x="435848" y="939795"/>
                  </a:lnTo>
                  <a:lnTo>
                    <a:pt x="424310" y="941973"/>
                  </a:lnTo>
                  <a:lnTo>
                    <a:pt x="412315" y="942671"/>
                  </a:lnTo>
                  <a:lnTo>
                    <a:pt x="399801" y="941662"/>
                  </a:lnTo>
                  <a:lnTo>
                    <a:pt x="43232" y="735301"/>
                  </a:lnTo>
                  <a:lnTo>
                    <a:pt x="11077" y="701929"/>
                  </a:lnTo>
                  <a:lnTo>
                    <a:pt x="0" y="656662"/>
                  </a:lnTo>
                  <a:lnTo>
                    <a:pt x="8065" y="276112"/>
                  </a:lnTo>
                  <a:lnTo>
                    <a:pt x="21126" y="230445"/>
                  </a:lnTo>
                  <a:lnTo>
                    <a:pt x="55452" y="197134"/>
                  </a:lnTo>
                  <a:lnTo>
                    <a:pt x="386140" y="11767"/>
                  </a:lnTo>
                  <a:lnTo>
                    <a:pt x="432235" y="0"/>
                  </a:lnTo>
                  <a:lnTo>
                    <a:pt x="443698" y="768"/>
                  </a:lnTo>
                  <a:lnTo>
                    <a:pt x="799152" y="205668"/>
                  </a:lnTo>
                  <a:lnTo>
                    <a:pt x="833472" y="240742"/>
                  </a:lnTo>
                  <a:lnTo>
                    <a:pt x="844728" y="285712"/>
                  </a:lnTo>
                  <a:lnTo>
                    <a:pt x="836787" y="664728"/>
                  </a:lnTo>
                  <a:lnTo>
                    <a:pt x="823601" y="711930"/>
                  </a:lnTo>
                  <a:lnTo>
                    <a:pt x="787687" y="745897"/>
                  </a:lnTo>
                  <a:lnTo>
                    <a:pt x="457291" y="931440"/>
                  </a:lnTo>
                  <a:close/>
                </a:path>
              </a:pathLst>
            </a:custGeom>
            <a:noFill/>
            <a:ln w="12675" cap="flat" cmpd="sng">
              <a:solidFill>
                <a:srgbClr val="00B0F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140" name="Google Shape;140;p2"/>
          <p:cNvGrpSpPr/>
          <p:nvPr/>
        </p:nvGrpSpPr>
        <p:grpSpPr>
          <a:xfrm>
            <a:off x="1958224" y="4081793"/>
            <a:ext cx="851536" cy="1915017"/>
            <a:chOff x="1958224" y="4081793"/>
            <a:chExt cx="851536" cy="1915017"/>
          </a:xfrm>
        </p:grpSpPr>
        <p:sp>
          <p:nvSpPr>
            <p:cNvPr id="141" name="Google Shape;141;p2"/>
            <p:cNvSpPr/>
            <p:nvPr/>
          </p:nvSpPr>
          <p:spPr>
            <a:xfrm>
              <a:off x="1958224" y="4081793"/>
              <a:ext cx="845185" cy="942975"/>
            </a:xfrm>
            <a:custGeom>
              <a:avLst/>
              <a:gdLst/>
              <a:ahLst/>
              <a:cxnLst/>
              <a:rect l="l" t="t" r="r" b="b"/>
              <a:pathLst>
                <a:path w="845185" h="942975" extrusionOk="0">
                  <a:moveTo>
                    <a:pt x="431965" y="0"/>
                  </a:moveTo>
                  <a:lnTo>
                    <a:pt x="385864" y="11798"/>
                  </a:lnTo>
                  <a:lnTo>
                    <a:pt x="55194" y="197421"/>
                  </a:lnTo>
                  <a:lnTo>
                    <a:pt x="20878" y="230759"/>
                  </a:lnTo>
                  <a:lnTo>
                    <a:pt x="7835" y="276440"/>
                  </a:lnTo>
                  <a:lnTo>
                    <a:pt x="0" y="657110"/>
                  </a:lnTo>
                  <a:lnTo>
                    <a:pt x="446" y="668671"/>
                  </a:lnTo>
                  <a:lnTo>
                    <a:pt x="17601" y="712544"/>
                  </a:lnTo>
                  <a:lnTo>
                    <a:pt x="366255" y="929246"/>
                  </a:lnTo>
                  <a:lnTo>
                    <a:pt x="412610" y="942949"/>
                  </a:lnTo>
                  <a:lnTo>
                    <a:pt x="424607" y="942241"/>
                  </a:lnTo>
                  <a:lnTo>
                    <a:pt x="787971" y="745883"/>
                  </a:lnTo>
                  <a:lnTo>
                    <a:pt x="823874" y="711885"/>
                  </a:lnTo>
                  <a:lnTo>
                    <a:pt x="837031" y="664667"/>
                  </a:lnTo>
                  <a:lnTo>
                    <a:pt x="844753" y="285534"/>
                  </a:lnTo>
                  <a:lnTo>
                    <a:pt x="844298" y="273978"/>
                  </a:lnTo>
                  <a:lnTo>
                    <a:pt x="826564" y="229699"/>
                  </a:lnTo>
                  <a:lnTo>
                    <a:pt x="474980" y="11290"/>
                  </a:lnTo>
                  <a:lnTo>
                    <a:pt x="431965" y="0"/>
                  </a:lnTo>
                  <a:close/>
                </a:path>
              </a:pathLst>
            </a:custGeom>
            <a:solidFill>
              <a:srgbClr val="0D4F9F">
                <a:alpha val="8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2" name="Google Shape;142;p2"/>
            <p:cNvSpPr/>
            <p:nvPr/>
          </p:nvSpPr>
          <p:spPr>
            <a:xfrm>
              <a:off x="1964575" y="5053759"/>
              <a:ext cx="845185" cy="942975"/>
            </a:xfrm>
            <a:custGeom>
              <a:avLst/>
              <a:gdLst/>
              <a:ahLst/>
              <a:cxnLst/>
              <a:rect l="l" t="t" r="r" b="b"/>
              <a:pathLst>
                <a:path w="845185" h="942975" extrusionOk="0">
                  <a:moveTo>
                    <a:pt x="431965" y="0"/>
                  </a:moveTo>
                  <a:lnTo>
                    <a:pt x="385864" y="11798"/>
                  </a:lnTo>
                  <a:lnTo>
                    <a:pt x="55194" y="197421"/>
                  </a:lnTo>
                  <a:lnTo>
                    <a:pt x="20878" y="230758"/>
                  </a:lnTo>
                  <a:lnTo>
                    <a:pt x="7835" y="276440"/>
                  </a:lnTo>
                  <a:lnTo>
                    <a:pt x="0" y="657110"/>
                  </a:lnTo>
                  <a:lnTo>
                    <a:pt x="446" y="668671"/>
                  </a:lnTo>
                  <a:lnTo>
                    <a:pt x="17601" y="712544"/>
                  </a:lnTo>
                  <a:lnTo>
                    <a:pt x="366255" y="929246"/>
                  </a:lnTo>
                  <a:lnTo>
                    <a:pt x="412610" y="942949"/>
                  </a:lnTo>
                  <a:lnTo>
                    <a:pt x="424607" y="942241"/>
                  </a:lnTo>
                  <a:lnTo>
                    <a:pt x="787971" y="745883"/>
                  </a:lnTo>
                  <a:lnTo>
                    <a:pt x="823874" y="711885"/>
                  </a:lnTo>
                  <a:lnTo>
                    <a:pt x="837031" y="664667"/>
                  </a:lnTo>
                  <a:lnTo>
                    <a:pt x="844740" y="285534"/>
                  </a:lnTo>
                  <a:lnTo>
                    <a:pt x="844292" y="273978"/>
                  </a:lnTo>
                  <a:lnTo>
                    <a:pt x="826559" y="229698"/>
                  </a:lnTo>
                  <a:lnTo>
                    <a:pt x="474980" y="11290"/>
                  </a:lnTo>
                  <a:lnTo>
                    <a:pt x="431965" y="0"/>
                  </a:lnTo>
                  <a:close/>
                </a:path>
              </a:pathLst>
            </a:custGeom>
            <a:solidFill>
              <a:srgbClr val="00B0F0">
                <a:alpha val="89411"/>
              </a:srgbClr>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3" name="Google Shape;143;p2"/>
            <p:cNvSpPr/>
            <p:nvPr/>
          </p:nvSpPr>
          <p:spPr>
            <a:xfrm>
              <a:off x="1964166" y="5053835"/>
              <a:ext cx="845185" cy="942975"/>
            </a:xfrm>
            <a:custGeom>
              <a:avLst/>
              <a:gdLst/>
              <a:ahLst/>
              <a:cxnLst/>
              <a:rect l="l" t="t" r="r" b="b"/>
              <a:pathLst>
                <a:path w="845185" h="942975" extrusionOk="0">
                  <a:moveTo>
                    <a:pt x="457291" y="931440"/>
                  </a:moveTo>
                  <a:lnTo>
                    <a:pt x="446864" y="936247"/>
                  </a:lnTo>
                  <a:lnTo>
                    <a:pt x="435848" y="939795"/>
                  </a:lnTo>
                  <a:lnTo>
                    <a:pt x="424310" y="941973"/>
                  </a:lnTo>
                  <a:lnTo>
                    <a:pt x="412315" y="942671"/>
                  </a:lnTo>
                  <a:lnTo>
                    <a:pt x="399801" y="941662"/>
                  </a:lnTo>
                  <a:lnTo>
                    <a:pt x="43232" y="735301"/>
                  </a:lnTo>
                  <a:lnTo>
                    <a:pt x="11077" y="701929"/>
                  </a:lnTo>
                  <a:lnTo>
                    <a:pt x="0" y="656662"/>
                  </a:lnTo>
                  <a:lnTo>
                    <a:pt x="8065" y="276112"/>
                  </a:lnTo>
                  <a:lnTo>
                    <a:pt x="21126" y="230445"/>
                  </a:lnTo>
                  <a:lnTo>
                    <a:pt x="55452" y="197134"/>
                  </a:lnTo>
                  <a:lnTo>
                    <a:pt x="386140" y="11767"/>
                  </a:lnTo>
                  <a:lnTo>
                    <a:pt x="432235" y="0"/>
                  </a:lnTo>
                  <a:lnTo>
                    <a:pt x="443698" y="768"/>
                  </a:lnTo>
                  <a:lnTo>
                    <a:pt x="799152" y="205668"/>
                  </a:lnTo>
                  <a:lnTo>
                    <a:pt x="833472" y="240742"/>
                  </a:lnTo>
                  <a:lnTo>
                    <a:pt x="844728" y="285712"/>
                  </a:lnTo>
                  <a:lnTo>
                    <a:pt x="836787" y="664728"/>
                  </a:lnTo>
                  <a:lnTo>
                    <a:pt x="823601" y="711930"/>
                  </a:lnTo>
                  <a:lnTo>
                    <a:pt x="787687" y="745897"/>
                  </a:lnTo>
                  <a:lnTo>
                    <a:pt x="457291" y="931440"/>
                  </a:lnTo>
                  <a:close/>
                </a:path>
              </a:pathLst>
            </a:custGeom>
            <a:noFill/>
            <a:ln w="12675" cap="flat" cmpd="sng">
              <a:solidFill>
                <a:srgbClr val="00B0F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144" name="Google Shape;144;p2"/>
          <p:cNvSpPr txBox="1"/>
          <p:nvPr/>
        </p:nvSpPr>
        <p:spPr>
          <a:xfrm>
            <a:off x="2216657" y="2188971"/>
            <a:ext cx="401320" cy="3585845"/>
          </a:xfrm>
          <a:prstGeom prst="rect">
            <a:avLst/>
          </a:prstGeom>
          <a:noFill/>
          <a:ln>
            <a:noFill/>
          </a:ln>
        </p:spPr>
        <p:txBody>
          <a:bodyPr spcFirstLastPara="1" wrap="square" lIns="0" tIns="12700" rIns="0" bIns="0" anchor="t" anchorCtr="0">
            <a:spAutoFit/>
          </a:bodyPr>
          <a:lstStyle/>
          <a:p>
            <a:pPr marL="74930" marR="0" lvl="0" indent="0" algn="l" rtl="0">
              <a:lnSpc>
                <a:spcPct val="100000"/>
              </a:lnSpc>
              <a:spcBef>
                <a:spcPts val="0"/>
              </a:spcBef>
              <a:spcAft>
                <a:spcPts val="0"/>
              </a:spcAft>
              <a:buClr>
                <a:srgbClr val="FFFFFF"/>
              </a:buClr>
              <a:buSzPts val="4000"/>
              <a:buFont typeface="Arial"/>
              <a:buNone/>
            </a:pPr>
            <a:r>
              <a:rPr lang="en-US" sz="4000" b="1" i="0" u="none" strike="noStrike" cap="none">
                <a:solidFill>
                  <a:srgbClr val="FFFFFF"/>
                </a:solidFill>
                <a:latin typeface="Arial"/>
                <a:ea typeface="Arial"/>
                <a:cs typeface="Arial"/>
                <a:sym typeface="Arial"/>
              </a:rPr>
              <a:t>1</a:t>
            </a:r>
            <a:endParaRPr sz="4000" b="0" i="0" u="none" strike="noStrike" cap="none">
              <a:solidFill>
                <a:schemeClr val="dk1"/>
              </a:solidFill>
              <a:latin typeface="Arial"/>
              <a:ea typeface="Arial"/>
              <a:cs typeface="Arial"/>
              <a:sym typeface="Arial"/>
            </a:endParaRPr>
          </a:p>
          <a:p>
            <a:pPr marL="13970" marR="0" lvl="0" indent="0" algn="l" rtl="0">
              <a:lnSpc>
                <a:spcPct val="100000"/>
              </a:lnSpc>
              <a:spcBef>
                <a:spcPts val="3145"/>
              </a:spcBef>
              <a:spcAft>
                <a:spcPts val="0"/>
              </a:spcAft>
              <a:buClr>
                <a:srgbClr val="FFFFFF"/>
              </a:buClr>
              <a:buSzPts val="4000"/>
              <a:buFont typeface="Arial"/>
              <a:buNone/>
            </a:pPr>
            <a:r>
              <a:rPr lang="en-US" sz="4000" b="1" i="0" u="none" strike="noStrike" cap="none">
                <a:solidFill>
                  <a:srgbClr val="FFFFFF"/>
                </a:solidFill>
                <a:latin typeface="Arial"/>
                <a:ea typeface="Arial"/>
                <a:cs typeface="Arial"/>
                <a:sym typeface="Arial"/>
              </a:rPr>
              <a:t>2</a:t>
            </a:r>
            <a:endParaRPr sz="4000" b="0" i="0" u="none" strike="noStrike" cap="none">
              <a:solidFill>
                <a:schemeClr val="dk1"/>
              </a:solidFill>
              <a:latin typeface="Arial"/>
              <a:ea typeface="Arial"/>
              <a:cs typeface="Arial"/>
              <a:sym typeface="Arial"/>
            </a:endParaRPr>
          </a:p>
          <a:p>
            <a:pPr marL="27940" marR="0" lvl="0" indent="0" algn="l" rtl="0">
              <a:lnSpc>
                <a:spcPct val="100000"/>
              </a:lnSpc>
              <a:spcBef>
                <a:spcPts val="3070"/>
              </a:spcBef>
              <a:spcAft>
                <a:spcPts val="0"/>
              </a:spcAft>
              <a:buClr>
                <a:srgbClr val="FFFFFF"/>
              </a:buClr>
              <a:buSzPts val="4000"/>
              <a:buFont typeface="Arial"/>
              <a:buNone/>
            </a:pPr>
            <a:r>
              <a:rPr lang="en-US" sz="4000" b="1" i="0" u="none" strike="noStrike" cap="none">
                <a:solidFill>
                  <a:srgbClr val="FFFFFF"/>
                </a:solidFill>
                <a:latin typeface="Arial"/>
                <a:ea typeface="Arial"/>
                <a:cs typeface="Arial"/>
                <a:sym typeface="Arial"/>
              </a:rPr>
              <a:t>3</a:t>
            </a:r>
            <a:endParaRPr sz="4000" b="0" i="0" u="none" strike="noStrike" cap="none">
              <a:solidFill>
                <a:schemeClr val="dk1"/>
              </a:solidFill>
              <a:latin typeface="Arial"/>
              <a:ea typeface="Arial"/>
              <a:cs typeface="Arial"/>
              <a:sym typeface="Arial"/>
            </a:endParaRPr>
          </a:p>
          <a:p>
            <a:pPr marL="12700" marR="0" lvl="0" indent="0" algn="l" rtl="0">
              <a:lnSpc>
                <a:spcPct val="100000"/>
              </a:lnSpc>
              <a:spcBef>
                <a:spcPts val="2615"/>
              </a:spcBef>
              <a:spcAft>
                <a:spcPts val="0"/>
              </a:spcAft>
              <a:buClr>
                <a:srgbClr val="FFFFFF"/>
              </a:buClr>
              <a:buSzPts val="4000"/>
              <a:buFont typeface="Arial"/>
              <a:buNone/>
            </a:pPr>
            <a:r>
              <a:rPr lang="en-US" sz="4000" b="1" i="0" u="none" strike="noStrike" cap="none">
                <a:solidFill>
                  <a:srgbClr val="FFFFFF"/>
                </a:solidFill>
                <a:latin typeface="Arial"/>
                <a:ea typeface="Arial"/>
                <a:cs typeface="Arial"/>
                <a:sym typeface="Arial"/>
              </a:rPr>
              <a:t>4</a:t>
            </a:r>
            <a:endParaRPr sz="4000" b="0" i="0" u="none" strike="noStrike" cap="none">
              <a:solidFill>
                <a:schemeClr val="dk1"/>
              </a:solidFill>
              <a:latin typeface="Arial"/>
              <a:ea typeface="Arial"/>
              <a:cs typeface="Arial"/>
              <a:sym typeface="Arial"/>
            </a:endParaRPr>
          </a:p>
        </p:txBody>
      </p:sp>
      <p:sp>
        <p:nvSpPr>
          <p:cNvPr id="145" name="Google Shape;145;p2"/>
          <p:cNvSpPr/>
          <p:nvPr/>
        </p:nvSpPr>
        <p:spPr>
          <a:xfrm>
            <a:off x="2813847" y="5757812"/>
            <a:ext cx="3712845" cy="76200"/>
          </a:xfrm>
          <a:custGeom>
            <a:avLst/>
            <a:gdLst/>
            <a:ahLst/>
            <a:cxnLst/>
            <a:rect l="l" t="t" r="r" b="b"/>
            <a:pathLst>
              <a:path w="3712845" h="76200" extrusionOk="0">
                <a:moveTo>
                  <a:pt x="38100" y="0"/>
                </a:moveTo>
                <a:lnTo>
                  <a:pt x="23268" y="2993"/>
                </a:lnTo>
                <a:lnTo>
                  <a:pt x="11158" y="11158"/>
                </a:lnTo>
                <a:lnTo>
                  <a:pt x="2993" y="23268"/>
                </a:lnTo>
                <a:lnTo>
                  <a:pt x="0" y="38099"/>
                </a:lnTo>
                <a:lnTo>
                  <a:pt x="2993" y="52931"/>
                </a:lnTo>
                <a:lnTo>
                  <a:pt x="11158" y="65041"/>
                </a:lnTo>
                <a:lnTo>
                  <a:pt x="23268" y="73206"/>
                </a:lnTo>
                <a:lnTo>
                  <a:pt x="38100" y="76199"/>
                </a:lnTo>
                <a:lnTo>
                  <a:pt x="52931" y="73206"/>
                </a:lnTo>
                <a:lnTo>
                  <a:pt x="65041" y="65041"/>
                </a:lnTo>
                <a:lnTo>
                  <a:pt x="73206" y="52931"/>
                </a:lnTo>
                <a:lnTo>
                  <a:pt x="75559" y="41274"/>
                </a:lnTo>
                <a:lnTo>
                  <a:pt x="38100" y="41274"/>
                </a:lnTo>
                <a:lnTo>
                  <a:pt x="38100" y="34924"/>
                </a:lnTo>
                <a:lnTo>
                  <a:pt x="75559" y="34924"/>
                </a:lnTo>
                <a:lnTo>
                  <a:pt x="73206" y="23268"/>
                </a:lnTo>
                <a:lnTo>
                  <a:pt x="65041" y="11158"/>
                </a:lnTo>
                <a:lnTo>
                  <a:pt x="52931" y="2993"/>
                </a:lnTo>
                <a:lnTo>
                  <a:pt x="38100" y="0"/>
                </a:lnTo>
                <a:close/>
              </a:path>
              <a:path w="3712845" h="76200" extrusionOk="0">
                <a:moveTo>
                  <a:pt x="57150" y="34924"/>
                </a:moveTo>
                <a:lnTo>
                  <a:pt x="38100" y="34924"/>
                </a:lnTo>
                <a:lnTo>
                  <a:pt x="38100" y="41274"/>
                </a:lnTo>
                <a:lnTo>
                  <a:pt x="57150" y="41274"/>
                </a:lnTo>
                <a:lnTo>
                  <a:pt x="57150" y="34924"/>
                </a:lnTo>
                <a:close/>
              </a:path>
              <a:path w="3712845" h="76200" extrusionOk="0">
                <a:moveTo>
                  <a:pt x="63500" y="34924"/>
                </a:moveTo>
                <a:lnTo>
                  <a:pt x="57150" y="34924"/>
                </a:lnTo>
                <a:lnTo>
                  <a:pt x="57150" y="41274"/>
                </a:lnTo>
                <a:lnTo>
                  <a:pt x="63500" y="41274"/>
                </a:lnTo>
                <a:lnTo>
                  <a:pt x="63500" y="34924"/>
                </a:lnTo>
                <a:close/>
              </a:path>
              <a:path w="3712845" h="76200" extrusionOk="0">
                <a:moveTo>
                  <a:pt x="75559" y="34924"/>
                </a:moveTo>
                <a:lnTo>
                  <a:pt x="63500" y="34924"/>
                </a:lnTo>
                <a:lnTo>
                  <a:pt x="63500" y="41274"/>
                </a:lnTo>
                <a:lnTo>
                  <a:pt x="75559" y="41274"/>
                </a:lnTo>
                <a:lnTo>
                  <a:pt x="76200" y="38099"/>
                </a:lnTo>
                <a:lnTo>
                  <a:pt x="75559" y="34924"/>
                </a:lnTo>
                <a:close/>
              </a:path>
              <a:path w="3712845" h="76200" extrusionOk="0">
                <a:moveTo>
                  <a:pt x="82550" y="34924"/>
                </a:moveTo>
                <a:lnTo>
                  <a:pt x="75559" y="34924"/>
                </a:lnTo>
                <a:lnTo>
                  <a:pt x="76200" y="38099"/>
                </a:lnTo>
                <a:lnTo>
                  <a:pt x="75559" y="41274"/>
                </a:lnTo>
                <a:lnTo>
                  <a:pt x="82550" y="41274"/>
                </a:lnTo>
                <a:lnTo>
                  <a:pt x="82550" y="34924"/>
                </a:lnTo>
                <a:close/>
              </a:path>
              <a:path w="3712845" h="76200" extrusionOk="0">
                <a:moveTo>
                  <a:pt x="107950" y="34924"/>
                </a:moveTo>
                <a:lnTo>
                  <a:pt x="88900" y="34924"/>
                </a:lnTo>
                <a:lnTo>
                  <a:pt x="88900" y="41274"/>
                </a:lnTo>
                <a:lnTo>
                  <a:pt x="107950" y="41274"/>
                </a:lnTo>
                <a:lnTo>
                  <a:pt x="107950" y="34924"/>
                </a:lnTo>
                <a:close/>
              </a:path>
              <a:path w="3712845" h="76200" extrusionOk="0">
                <a:moveTo>
                  <a:pt x="133350" y="34924"/>
                </a:moveTo>
                <a:lnTo>
                  <a:pt x="114300" y="34924"/>
                </a:lnTo>
                <a:lnTo>
                  <a:pt x="114300" y="41274"/>
                </a:lnTo>
                <a:lnTo>
                  <a:pt x="133350" y="41274"/>
                </a:lnTo>
                <a:lnTo>
                  <a:pt x="133350" y="34924"/>
                </a:lnTo>
                <a:close/>
              </a:path>
              <a:path w="3712845" h="76200" extrusionOk="0">
                <a:moveTo>
                  <a:pt x="158750" y="34924"/>
                </a:moveTo>
                <a:lnTo>
                  <a:pt x="139700" y="34924"/>
                </a:lnTo>
                <a:lnTo>
                  <a:pt x="139700" y="41274"/>
                </a:lnTo>
                <a:lnTo>
                  <a:pt x="158750" y="41274"/>
                </a:lnTo>
                <a:lnTo>
                  <a:pt x="158750" y="34924"/>
                </a:lnTo>
                <a:close/>
              </a:path>
              <a:path w="3712845" h="76200" extrusionOk="0">
                <a:moveTo>
                  <a:pt x="184150" y="34924"/>
                </a:moveTo>
                <a:lnTo>
                  <a:pt x="165100" y="34924"/>
                </a:lnTo>
                <a:lnTo>
                  <a:pt x="165100" y="41274"/>
                </a:lnTo>
                <a:lnTo>
                  <a:pt x="184150" y="41274"/>
                </a:lnTo>
                <a:lnTo>
                  <a:pt x="184150" y="34924"/>
                </a:lnTo>
                <a:close/>
              </a:path>
              <a:path w="3712845" h="76200" extrusionOk="0">
                <a:moveTo>
                  <a:pt x="209550" y="34924"/>
                </a:moveTo>
                <a:lnTo>
                  <a:pt x="190500" y="34924"/>
                </a:lnTo>
                <a:lnTo>
                  <a:pt x="190500" y="41274"/>
                </a:lnTo>
                <a:lnTo>
                  <a:pt x="209550" y="41274"/>
                </a:lnTo>
                <a:lnTo>
                  <a:pt x="209550" y="34924"/>
                </a:lnTo>
                <a:close/>
              </a:path>
              <a:path w="3712845" h="76200" extrusionOk="0">
                <a:moveTo>
                  <a:pt x="234950" y="34924"/>
                </a:moveTo>
                <a:lnTo>
                  <a:pt x="215900" y="34924"/>
                </a:lnTo>
                <a:lnTo>
                  <a:pt x="215900" y="41274"/>
                </a:lnTo>
                <a:lnTo>
                  <a:pt x="234950" y="41274"/>
                </a:lnTo>
                <a:lnTo>
                  <a:pt x="234950" y="34924"/>
                </a:lnTo>
                <a:close/>
              </a:path>
              <a:path w="3712845" h="76200" extrusionOk="0">
                <a:moveTo>
                  <a:pt x="260350" y="34924"/>
                </a:moveTo>
                <a:lnTo>
                  <a:pt x="241300" y="34924"/>
                </a:lnTo>
                <a:lnTo>
                  <a:pt x="241300" y="41274"/>
                </a:lnTo>
                <a:lnTo>
                  <a:pt x="260350" y="41274"/>
                </a:lnTo>
                <a:lnTo>
                  <a:pt x="260350" y="34924"/>
                </a:lnTo>
                <a:close/>
              </a:path>
              <a:path w="3712845" h="76200" extrusionOk="0">
                <a:moveTo>
                  <a:pt x="285750" y="34924"/>
                </a:moveTo>
                <a:lnTo>
                  <a:pt x="266700" y="34924"/>
                </a:lnTo>
                <a:lnTo>
                  <a:pt x="266700" y="41274"/>
                </a:lnTo>
                <a:lnTo>
                  <a:pt x="285750" y="41274"/>
                </a:lnTo>
                <a:lnTo>
                  <a:pt x="285750" y="34924"/>
                </a:lnTo>
                <a:close/>
              </a:path>
              <a:path w="3712845" h="76200" extrusionOk="0">
                <a:moveTo>
                  <a:pt x="311150" y="34924"/>
                </a:moveTo>
                <a:lnTo>
                  <a:pt x="292100" y="34924"/>
                </a:lnTo>
                <a:lnTo>
                  <a:pt x="292100" y="41274"/>
                </a:lnTo>
                <a:lnTo>
                  <a:pt x="311150" y="41274"/>
                </a:lnTo>
                <a:lnTo>
                  <a:pt x="311150" y="34924"/>
                </a:lnTo>
                <a:close/>
              </a:path>
              <a:path w="3712845" h="76200" extrusionOk="0">
                <a:moveTo>
                  <a:pt x="336550" y="34924"/>
                </a:moveTo>
                <a:lnTo>
                  <a:pt x="317500" y="34924"/>
                </a:lnTo>
                <a:lnTo>
                  <a:pt x="317500" y="41274"/>
                </a:lnTo>
                <a:lnTo>
                  <a:pt x="336550" y="41274"/>
                </a:lnTo>
                <a:lnTo>
                  <a:pt x="336550" y="34924"/>
                </a:lnTo>
                <a:close/>
              </a:path>
              <a:path w="3712845" h="76200" extrusionOk="0">
                <a:moveTo>
                  <a:pt x="361950" y="34924"/>
                </a:moveTo>
                <a:lnTo>
                  <a:pt x="342900" y="34924"/>
                </a:lnTo>
                <a:lnTo>
                  <a:pt x="342900" y="41274"/>
                </a:lnTo>
                <a:lnTo>
                  <a:pt x="361950" y="41274"/>
                </a:lnTo>
                <a:lnTo>
                  <a:pt x="361950" y="34924"/>
                </a:lnTo>
                <a:close/>
              </a:path>
              <a:path w="3712845" h="76200" extrusionOk="0">
                <a:moveTo>
                  <a:pt x="387350" y="34924"/>
                </a:moveTo>
                <a:lnTo>
                  <a:pt x="368300" y="34924"/>
                </a:lnTo>
                <a:lnTo>
                  <a:pt x="368300" y="41274"/>
                </a:lnTo>
                <a:lnTo>
                  <a:pt x="387350" y="41274"/>
                </a:lnTo>
                <a:lnTo>
                  <a:pt x="387350" y="34924"/>
                </a:lnTo>
                <a:close/>
              </a:path>
              <a:path w="3712845" h="76200" extrusionOk="0">
                <a:moveTo>
                  <a:pt x="412750" y="34924"/>
                </a:moveTo>
                <a:lnTo>
                  <a:pt x="393700" y="34924"/>
                </a:lnTo>
                <a:lnTo>
                  <a:pt x="393700" y="41274"/>
                </a:lnTo>
                <a:lnTo>
                  <a:pt x="412750" y="41274"/>
                </a:lnTo>
                <a:lnTo>
                  <a:pt x="412750" y="34924"/>
                </a:lnTo>
                <a:close/>
              </a:path>
              <a:path w="3712845" h="76200" extrusionOk="0">
                <a:moveTo>
                  <a:pt x="438150" y="34924"/>
                </a:moveTo>
                <a:lnTo>
                  <a:pt x="419100" y="34924"/>
                </a:lnTo>
                <a:lnTo>
                  <a:pt x="419100" y="41274"/>
                </a:lnTo>
                <a:lnTo>
                  <a:pt x="438150" y="41274"/>
                </a:lnTo>
                <a:lnTo>
                  <a:pt x="438150" y="34924"/>
                </a:lnTo>
                <a:close/>
              </a:path>
              <a:path w="3712845" h="76200" extrusionOk="0">
                <a:moveTo>
                  <a:pt x="463550" y="34924"/>
                </a:moveTo>
                <a:lnTo>
                  <a:pt x="444500" y="34924"/>
                </a:lnTo>
                <a:lnTo>
                  <a:pt x="444500" y="41274"/>
                </a:lnTo>
                <a:lnTo>
                  <a:pt x="463550" y="41274"/>
                </a:lnTo>
                <a:lnTo>
                  <a:pt x="463550" y="34924"/>
                </a:lnTo>
                <a:close/>
              </a:path>
              <a:path w="3712845" h="76200" extrusionOk="0">
                <a:moveTo>
                  <a:pt x="488950" y="34924"/>
                </a:moveTo>
                <a:lnTo>
                  <a:pt x="469900" y="34924"/>
                </a:lnTo>
                <a:lnTo>
                  <a:pt x="469900" y="41274"/>
                </a:lnTo>
                <a:lnTo>
                  <a:pt x="488950" y="41274"/>
                </a:lnTo>
                <a:lnTo>
                  <a:pt x="488950" y="34924"/>
                </a:lnTo>
                <a:close/>
              </a:path>
              <a:path w="3712845" h="76200" extrusionOk="0">
                <a:moveTo>
                  <a:pt x="514350" y="34924"/>
                </a:moveTo>
                <a:lnTo>
                  <a:pt x="495300" y="34924"/>
                </a:lnTo>
                <a:lnTo>
                  <a:pt x="495300" y="41274"/>
                </a:lnTo>
                <a:lnTo>
                  <a:pt x="514350" y="41274"/>
                </a:lnTo>
                <a:lnTo>
                  <a:pt x="514350" y="34924"/>
                </a:lnTo>
                <a:close/>
              </a:path>
              <a:path w="3712845" h="76200" extrusionOk="0">
                <a:moveTo>
                  <a:pt x="539750" y="34924"/>
                </a:moveTo>
                <a:lnTo>
                  <a:pt x="520700" y="34924"/>
                </a:lnTo>
                <a:lnTo>
                  <a:pt x="520700" y="41274"/>
                </a:lnTo>
                <a:lnTo>
                  <a:pt x="539750" y="41274"/>
                </a:lnTo>
                <a:lnTo>
                  <a:pt x="539750" y="34924"/>
                </a:lnTo>
                <a:close/>
              </a:path>
              <a:path w="3712845" h="76200" extrusionOk="0">
                <a:moveTo>
                  <a:pt x="565150" y="34924"/>
                </a:moveTo>
                <a:lnTo>
                  <a:pt x="546100" y="34924"/>
                </a:lnTo>
                <a:lnTo>
                  <a:pt x="546100" y="41274"/>
                </a:lnTo>
                <a:lnTo>
                  <a:pt x="565150" y="41274"/>
                </a:lnTo>
                <a:lnTo>
                  <a:pt x="565150" y="34924"/>
                </a:lnTo>
                <a:close/>
              </a:path>
              <a:path w="3712845" h="76200" extrusionOk="0">
                <a:moveTo>
                  <a:pt x="590550" y="34924"/>
                </a:moveTo>
                <a:lnTo>
                  <a:pt x="571500" y="34924"/>
                </a:lnTo>
                <a:lnTo>
                  <a:pt x="571500" y="41274"/>
                </a:lnTo>
                <a:lnTo>
                  <a:pt x="590550" y="41274"/>
                </a:lnTo>
                <a:lnTo>
                  <a:pt x="590550" y="34924"/>
                </a:lnTo>
                <a:close/>
              </a:path>
              <a:path w="3712845" h="76200" extrusionOk="0">
                <a:moveTo>
                  <a:pt x="615950" y="34924"/>
                </a:moveTo>
                <a:lnTo>
                  <a:pt x="596900" y="34924"/>
                </a:lnTo>
                <a:lnTo>
                  <a:pt x="596900" y="41274"/>
                </a:lnTo>
                <a:lnTo>
                  <a:pt x="615950" y="41274"/>
                </a:lnTo>
                <a:lnTo>
                  <a:pt x="615950" y="34924"/>
                </a:lnTo>
                <a:close/>
              </a:path>
              <a:path w="3712845" h="76200" extrusionOk="0">
                <a:moveTo>
                  <a:pt x="641350" y="34924"/>
                </a:moveTo>
                <a:lnTo>
                  <a:pt x="622300" y="34924"/>
                </a:lnTo>
                <a:lnTo>
                  <a:pt x="622300" y="41274"/>
                </a:lnTo>
                <a:lnTo>
                  <a:pt x="641350" y="41274"/>
                </a:lnTo>
                <a:lnTo>
                  <a:pt x="641350" y="34924"/>
                </a:lnTo>
                <a:close/>
              </a:path>
              <a:path w="3712845" h="76200" extrusionOk="0">
                <a:moveTo>
                  <a:pt x="666750" y="34924"/>
                </a:moveTo>
                <a:lnTo>
                  <a:pt x="647700" y="34924"/>
                </a:lnTo>
                <a:lnTo>
                  <a:pt x="647700" y="41274"/>
                </a:lnTo>
                <a:lnTo>
                  <a:pt x="666750" y="41274"/>
                </a:lnTo>
                <a:lnTo>
                  <a:pt x="666750" y="34924"/>
                </a:lnTo>
                <a:close/>
              </a:path>
              <a:path w="3712845" h="76200" extrusionOk="0">
                <a:moveTo>
                  <a:pt x="692150" y="34924"/>
                </a:moveTo>
                <a:lnTo>
                  <a:pt x="673100" y="34924"/>
                </a:lnTo>
                <a:lnTo>
                  <a:pt x="673100" y="41274"/>
                </a:lnTo>
                <a:lnTo>
                  <a:pt x="692150" y="41274"/>
                </a:lnTo>
                <a:lnTo>
                  <a:pt x="692150" y="34924"/>
                </a:lnTo>
                <a:close/>
              </a:path>
              <a:path w="3712845" h="76200" extrusionOk="0">
                <a:moveTo>
                  <a:pt x="717550" y="34924"/>
                </a:moveTo>
                <a:lnTo>
                  <a:pt x="698500" y="34924"/>
                </a:lnTo>
                <a:lnTo>
                  <a:pt x="698500" y="41274"/>
                </a:lnTo>
                <a:lnTo>
                  <a:pt x="717550" y="41274"/>
                </a:lnTo>
                <a:lnTo>
                  <a:pt x="717550" y="34924"/>
                </a:lnTo>
                <a:close/>
              </a:path>
              <a:path w="3712845" h="76200" extrusionOk="0">
                <a:moveTo>
                  <a:pt x="742950" y="34924"/>
                </a:moveTo>
                <a:lnTo>
                  <a:pt x="723900" y="34924"/>
                </a:lnTo>
                <a:lnTo>
                  <a:pt x="723900" y="41274"/>
                </a:lnTo>
                <a:lnTo>
                  <a:pt x="742950" y="41274"/>
                </a:lnTo>
                <a:lnTo>
                  <a:pt x="742950" y="34924"/>
                </a:lnTo>
                <a:close/>
              </a:path>
              <a:path w="3712845" h="76200" extrusionOk="0">
                <a:moveTo>
                  <a:pt x="768350" y="34924"/>
                </a:moveTo>
                <a:lnTo>
                  <a:pt x="749300" y="34924"/>
                </a:lnTo>
                <a:lnTo>
                  <a:pt x="749300" y="41274"/>
                </a:lnTo>
                <a:lnTo>
                  <a:pt x="768350" y="41274"/>
                </a:lnTo>
                <a:lnTo>
                  <a:pt x="768350" y="34924"/>
                </a:lnTo>
                <a:close/>
              </a:path>
              <a:path w="3712845" h="76200" extrusionOk="0">
                <a:moveTo>
                  <a:pt x="793750" y="34924"/>
                </a:moveTo>
                <a:lnTo>
                  <a:pt x="774700" y="34924"/>
                </a:lnTo>
                <a:lnTo>
                  <a:pt x="774700" y="41274"/>
                </a:lnTo>
                <a:lnTo>
                  <a:pt x="793750" y="41274"/>
                </a:lnTo>
                <a:lnTo>
                  <a:pt x="793750" y="34924"/>
                </a:lnTo>
                <a:close/>
              </a:path>
              <a:path w="3712845" h="76200" extrusionOk="0">
                <a:moveTo>
                  <a:pt x="819150" y="34924"/>
                </a:moveTo>
                <a:lnTo>
                  <a:pt x="800100" y="34924"/>
                </a:lnTo>
                <a:lnTo>
                  <a:pt x="800100" y="41274"/>
                </a:lnTo>
                <a:lnTo>
                  <a:pt x="819150" y="41274"/>
                </a:lnTo>
                <a:lnTo>
                  <a:pt x="819150" y="34924"/>
                </a:lnTo>
                <a:close/>
              </a:path>
              <a:path w="3712845" h="76200" extrusionOk="0">
                <a:moveTo>
                  <a:pt x="844550" y="34924"/>
                </a:moveTo>
                <a:lnTo>
                  <a:pt x="825500" y="34924"/>
                </a:lnTo>
                <a:lnTo>
                  <a:pt x="825500" y="41274"/>
                </a:lnTo>
                <a:lnTo>
                  <a:pt x="844550" y="41274"/>
                </a:lnTo>
                <a:lnTo>
                  <a:pt x="844550" y="34924"/>
                </a:lnTo>
                <a:close/>
              </a:path>
              <a:path w="3712845" h="76200" extrusionOk="0">
                <a:moveTo>
                  <a:pt x="869950" y="34924"/>
                </a:moveTo>
                <a:lnTo>
                  <a:pt x="850900" y="34924"/>
                </a:lnTo>
                <a:lnTo>
                  <a:pt x="850900" y="41274"/>
                </a:lnTo>
                <a:lnTo>
                  <a:pt x="869950" y="41274"/>
                </a:lnTo>
                <a:lnTo>
                  <a:pt x="869950" y="34924"/>
                </a:lnTo>
                <a:close/>
              </a:path>
              <a:path w="3712845" h="76200" extrusionOk="0">
                <a:moveTo>
                  <a:pt x="895350" y="34924"/>
                </a:moveTo>
                <a:lnTo>
                  <a:pt x="876300" y="34924"/>
                </a:lnTo>
                <a:lnTo>
                  <a:pt x="876300" y="41274"/>
                </a:lnTo>
                <a:lnTo>
                  <a:pt x="895350" y="41274"/>
                </a:lnTo>
                <a:lnTo>
                  <a:pt x="895350" y="34924"/>
                </a:lnTo>
                <a:close/>
              </a:path>
              <a:path w="3712845" h="76200" extrusionOk="0">
                <a:moveTo>
                  <a:pt x="920750" y="34924"/>
                </a:moveTo>
                <a:lnTo>
                  <a:pt x="901700" y="34924"/>
                </a:lnTo>
                <a:lnTo>
                  <a:pt x="901700" y="41274"/>
                </a:lnTo>
                <a:lnTo>
                  <a:pt x="920750" y="41274"/>
                </a:lnTo>
                <a:lnTo>
                  <a:pt x="920750" y="34924"/>
                </a:lnTo>
                <a:close/>
              </a:path>
              <a:path w="3712845" h="76200" extrusionOk="0">
                <a:moveTo>
                  <a:pt x="946150" y="34924"/>
                </a:moveTo>
                <a:lnTo>
                  <a:pt x="927100" y="34924"/>
                </a:lnTo>
                <a:lnTo>
                  <a:pt x="927100" y="41274"/>
                </a:lnTo>
                <a:lnTo>
                  <a:pt x="946150" y="41274"/>
                </a:lnTo>
                <a:lnTo>
                  <a:pt x="946150" y="34924"/>
                </a:lnTo>
                <a:close/>
              </a:path>
              <a:path w="3712845" h="76200" extrusionOk="0">
                <a:moveTo>
                  <a:pt x="971550" y="34924"/>
                </a:moveTo>
                <a:lnTo>
                  <a:pt x="952500" y="34924"/>
                </a:lnTo>
                <a:lnTo>
                  <a:pt x="952500" y="41274"/>
                </a:lnTo>
                <a:lnTo>
                  <a:pt x="971550" y="41274"/>
                </a:lnTo>
                <a:lnTo>
                  <a:pt x="971550" y="34924"/>
                </a:lnTo>
                <a:close/>
              </a:path>
              <a:path w="3712845" h="76200" extrusionOk="0">
                <a:moveTo>
                  <a:pt x="996950" y="34924"/>
                </a:moveTo>
                <a:lnTo>
                  <a:pt x="977900" y="34924"/>
                </a:lnTo>
                <a:lnTo>
                  <a:pt x="977900" y="41274"/>
                </a:lnTo>
                <a:lnTo>
                  <a:pt x="996950" y="41274"/>
                </a:lnTo>
                <a:lnTo>
                  <a:pt x="996950" y="34924"/>
                </a:lnTo>
                <a:close/>
              </a:path>
              <a:path w="3712845" h="76200" extrusionOk="0">
                <a:moveTo>
                  <a:pt x="1022350" y="34924"/>
                </a:moveTo>
                <a:lnTo>
                  <a:pt x="1003300" y="34924"/>
                </a:lnTo>
                <a:lnTo>
                  <a:pt x="1003300" y="41274"/>
                </a:lnTo>
                <a:lnTo>
                  <a:pt x="1022350" y="41274"/>
                </a:lnTo>
                <a:lnTo>
                  <a:pt x="1022350" y="34924"/>
                </a:lnTo>
                <a:close/>
              </a:path>
              <a:path w="3712845" h="76200" extrusionOk="0">
                <a:moveTo>
                  <a:pt x="1047750" y="34924"/>
                </a:moveTo>
                <a:lnTo>
                  <a:pt x="1028700" y="34924"/>
                </a:lnTo>
                <a:lnTo>
                  <a:pt x="1028700" y="41274"/>
                </a:lnTo>
                <a:lnTo>
                  <a:pt x="1047750" y="41274"/>
                </a:lnTo>
                <a:lnTo>
                  <a:pt x="1047750" y="34924"/>
                </a:lnTo>
                <a:close/>
              </a:path>
              <a:path w="3712845" h="76200" extrusionOk="0">
                <a:moveTo>
                  <a:pt x="1073150" y="34924"/>
                </a:moveTo>
                <a:lnTo>
                  <a:pt x="1054100" y="34924"/>
                </a:lnTo>
                <a:lnTo>
                  <a:pt x="1054100" y="41274"/>
                </a:lnTo>
                <a:lnTo>
                  <a:pt x="1073150" y="41274"/>
                </a:lnTo>
                <a:lnTo>
                  <a:pt x="1073150" y="34924"/>
                </a:lnTo>
                <a:close/>
              </a:path>
              <a:path w="3712845" h="76200" extrusionOk="0">
                <a:moveTo>
                  <a:pt x="1098550" y="34924"/>
                </a:moveTo>
                <a:lnTo>
                  <a:pt x="1079500" y="34924"/>
                </a:lnTo>
                <a:lnTo>
                  <a:pt x="1079500" y="41274"/>
                </a:lnTo>
                <a:lnTo>
                  <a:pt x="1098550" y="41274"/>
                </a:lnTo>
                <a:lnTo>
                  <a:pt x="1098550" y="34924"/>
                </a:lnTo>
                <a:close/>
              </a:path>
              <a:path w="3712845" h="76200" extrusionOk="0">
                <a:moveTo>
                  <a:pt x="1123950" y="34924"/>
                </a:moveTo>
                <a:lnTo>
                  <a:pt x="1104900" y="34924"/>
                </a:lnTo>
                <a:lnTo>
                  <a:pt x="1104900" y="41274"/>
                </a:lnTo>
                <a:lnTo>
                  <a:pt x="1123950" y="41274"/>
                </a:lnTo>
                <a:lnTo>
                  <a:pt x="1123950" y="34924"/>
                </a:lnTo>
                <a:close/>
              </a:path>
              <a:path w="3712845" h="76200" extrusionOk="0">
                <a:moveTo>
                  <a:pt x="1149350" y="34924"/>
                </a:moveTo>
                <a:lnTo>
                  <a:pt x="1130300" y="34924"/>
                </a:lnTo>
                <a:lnTo>
                  <a:pt x="1130300" y="41274"/>
                </a:lnTo>
                <a:lnTo>
                  <a:pt x="1149350" y="41274"/>
                </a:lnTo>
                <a:lnTo>
                  <a:pt x="1149350" y="34924"/>
                </a:lnTo>
                <a:close/>
              </a:path>
              <a:path w="3712845" h="76200" extrusionOk="0">
                <a:moveTo>
                  <a:pt x="1174750" y="34924"/>
                </a:moveTo>
                <a:lnTo>
                  <a:pt x="1155700" y="34924"/>
                </a:lnTo>
                <a:lnTo>
                  <a:pt x="1155700" y="41274"/>
                </a:lnTo>
                <a:lnTo>
                  <a:pt x="1174750" y="41274"/>
                </a:lnTo>
                <a:lnTo>
                  <a:pt x="1174750" y="34924"/>
                </a:lnTo>
                <a:close/>
              </a:path>
              <a:path w="3712845" h="76200" extrusionOk="0">
                <a:moveTo>
                  <a:pt x="1200150" y="34924"/>
                </a:moveTo>
                <a:lnTo>
                  <a:pt x="1181100" y="34924"/>
                </a:lnTo>
                <a:lnTo>
                  <a:pt x="1181100" y="41274"/>
                </a:lnTo>
                <a:lnTo>
                  <a:pt x="1200150" y="41274"/>
                </a:lnTo>
                <a:lnTo>
                  <a:pt x="1200150" y="34924"/>
                </a:lnTo>
                <a:close/>
              </a:path>
              <a:path w="3712845" h="76200" extrusionOk="0">
                <a:moveTo>
                  <a:pt x="1225550" y="34924"/>
                </a:moveTo>
                <a:lnTo>
                  <a:pt x="1206500" y="34924"/>
                </a:lnTo>
                <a:lnTo>
                  <a:pt x="1206500" y="41274"/>
                </a:lnTo>
                <a:lnTo>
                  <a:pt x="1225550" y="41274"/>
                </a:lnTo>
                <a:lnTo>
                  <a:pt x="1225550" y="34924"/>
                </a:lnTo>
                <a:close/>
              </a:path>
              <a:path w="3712845" h="76200" extrusionOk="0">
                <a:moveTo>
                  <a:pt x="1250950" y="34924"/>
                </a:moveTo>
                <a:lnTo>
                  <a:pt x="1231900" y="34924"/>
                </a:lnTo>
                <a:lnTo>
                  <a:pt x="1231900" y="41274"/>
                </a:lnTo>
                <a:lnTo>
                  <a:pt x="1250950" y="41274"/>
                </a:lnTo>
                <a:lnTo>
                  <a:pt x="1250950" y="34924"/>
                </a:lnTo>
                <a:close/>
              </a:path>
              <a:path w="3712845" h="76200" extrusionOk="0">
                <a:moveTo>
                  <a:pt x="1276350" y="34924"/>
                </a:moveTo>
                <a:lnTo>
                  <a:pt x="1257300" y="34924"/>
                </a:lnTo>
                <a:lnTo>
                  <a:pt x="1257300" y="41274"/>
                </a:lnTo>
                <a:lnTo>
                  <a:pt x="1276350" y="41274"/>
                </a:lnTo>
                <a:lnTo>
                  <a:pt x="1276350" y="34924"/>
                </a:lnTo>
                <a:close/>
              </a:path>
              <a:path w="3712845" h="76200" extrusionOk="0">
                <a:moveTo>
                  <a:pt x="1301750" y="34924"/>
                </a:moveTo>
                <a:lnTo>
                  <a:pt x="1282700" y="34924"/>
                </a:lnTo>
                <a:lnTo>
                  <a:pt x="1282700" y="41274"/>
                </a:lnTo>
                <a:lnTo>
                  <a:pt x="1301750" y="41274"/>
                </a:lnTo>
                <a:lnTo>
                  <a:pt x="1301750" y="34924"/>
                </a:lnTo>
                <a:close/>
              </a:path>
              <a:path w="3712845" h="76200" extrusionOk="0">
                <a:moveTo>
                  <a:pt x="1327150" y="34924"/>
                </a:moveTo>
                <a:lnTo>
                  <a:pt x="1308100" y="34924"/>
                </a:lnTo>
                <a:lnTo>
                  <a:pt x="1308100" y="41274"/>
                </a:lnTo>
                <a:lnTo>
                  <a:pt x="1327150" y="41274"/>
                </a:lnTo>
                <a:lnTo>
                  <a:pt x="1327150" y="34924"/>
                </a:lnTo>
                <a:close/>
              </a:path>
              <a:path w="3712845" h="76200" extrusionOk="0">
                <a:moveTo>
                  <a:pt x="1352550" y="34924"/>
                </a:moveTo>
                <a:lnTo>
                  <a:pt x="1333500" y="34924"/>
                </a:lnTo>
                <a:lnTo>
                  <a:pt x="1333500" y="41274"/>
                </a:lnTo>
                <a:lnTo>
                  <a:pt x="1352550" y="41274"/>
                </a:lnTo>
                <a:lnTo>
                  <a:pt x="1352550" y="34924"/>
                </a:lnTo>
                <a:close/>
              </a:path>
              <a:path w="3712845" h="76200" extrusionOk="0">
                <a:moveTo>
                  <a:pt x="1377950" y="34924"/>
                </a:moveTo>
                <a:lnTo>
                  <a:pt x="1358900" y="34924"/>
                </a:lnTo>
                <a:lnTo>
                  <a:pt x="1358900" y="41274"/>
                </a:lnTo>
                <a:lnTo>
                  <a:pt x="1377950" y="41274"/>
                </a:lnTo>
                <a:lnTo>
                  <a:pt x="1377950" y="34924"/>
                </a:lnTo>
                <a:close/>
              </a:path>
              <a:path w="3712845" h="76200" extrusionOk="0">
                <a:moveTo>
                  <a:pt x="1403350" y="34924"/>
                </a:moveTo>
                <a:lnTo>
                  <a:pt x="1384300" y="34924"/>
                </a:lnTo>
                <a:lnTo>
                  <a:pt x="1384300" y="41274"/>
                </a:lnTo>
                <a:lnTo>
                  <a:pt x="1403350" y="41274"/>
                </a:lnTo>
                <a:lnTo>
                  <a:pt x="1403350" y="34924"/>
                </a:lnTo>
                <a:close/>
              </a:path>
              <a:path w="3712845" h="76200" extrusionOk="0">
                <a:moveTo>
                  <a:pt x="1428750" y="34924"/>
                </a:moveTo>
                <a:lnTo>
                  <a:pt x="1409700" y="34924"/>
                </a:lnTo>
                <a:lnTo>
                  <a:pt x="1409700" y="41274"/>
                </a:lnTo>
                <a:lnTo>
                  <a:pt x="1428750" y="41274"/>
                </a:lnTo>
                <a:lnTo>
                  <a:pt x="1428750" y="34924"/>
                </a:lnTo>
                <a:close/>
              </a:path>
              <a:path w="3712845" h="76200" extrusionOk="0">
                <a:moveTo>
                  <a:pt x="1454150" y="34924"/>
                </a:moveTo>
                <a:lnTo>
                  <a:pt x="1435100" y="34924"/>
                </a:lnTo>
                <a:lnTo>
                  <a:pt x="1435100" y="41274"/>
                </a:lnTo>
                <a:lnTo>
                  <a:pt x="1454150" y="41274"/>
                </a:lnTo>
                <a:lnTo>
                  <a:pt x="1454150" y="34924"/>
                </a:lnTo>
                <a:close/>
              </a:path>
              <a:path w="3712845" h="76200" extrusionOk="0">
                <a:moveTo>
                  <a:pt x="1479550" y="34924"/>
                </a:moveTo>
                <a:lnTo>
                  <a:pt x="1460500" y="34924"/>
                </a:lnTo>
                <a:lnTo>
                  <a:pt x="1460500" y="41274"/>
                </a:lnTo>
                <a:lnTo>
                  <a:pt x="1479550" y="41274"/>
                </a:lnTo>
                <a:lnTo>
                  <a:pt x="1479550" y="34924"/>
                </a:lnTo>
                <a:close/>
              </a:path>
              <a:path w="3712845" h="76200" extrusionOk="0">
                <a:moveTo>
                  <a:pt x="1504950" y="34924"/>
                </a:moveTo>
                <a:lnTo>
                  <a:pt x="1485900" y="34924"/>
                </a:lnTo>
                <a:lnTo>
                  <a:pt x="1485900" y="41274"/>
                </a:lnTo>
                <a:lnTo>
                  <a:pt x="1504950" y="41274"/>
                </a:lnTo>
                <a:lnTo>
                  <a:pt x="1504950" y="34924"/>
                </a:lnTo>
                <a:close/>
              </a:path>
              <a:path w="3712845" h="76200" extrusionOk="0">
                <a:moveTo>
                  <a:pt x="1530350" y="34924"/>
                </a:moveTo>
                <a:lnTo>
                  <a:pt x="1511300" y="34924"/>
                </a:lnTo>
                <a:lnTo>
                  <a:pt x="1511300" y="41274"/>
                </a:lnTo>
                <a:lnTo>
                  <a:pt x="1530350" y="41274"/>
                </a:lnTo>
                <a:lnTo>
                  <a:pt x="1530350" y="34924"/>
                </a:lnTo>
                <a:close/>
              </a:path>
              <a:path w="3712845" h="76200" extrusionOk="0">
                <a:moveTo>
                  <a:pt x="1555750" y="34924"/>
                </a:moveTo>
                <a:lnTo>
                  <a:pt x="1536700" y="34924"/>
                </a:lnTo>
                <a:lnTo>
                  <a:pt x="1536700" y="41274"/>
                </a:lnTo>
                <a:lnTo>
                  <a:pt x="1555750" y="41274"/>
                </a:lnTo>
                <a:lnTo>
                  <a:pt x="1555750" y="34924"/>
                </a:lnTo>
                <a:close/>
              </a:path>
              <a:path w="3712845" h="76200" extrusionOk="0">
                <a:moveTo>
                  <a:pt x="1581150" y="34924"/>
                </a:moveTo>
                <a:lnTo>
                  <a:pt x="1562100" y="34924"/>
                </a:lnTo>
                <a:lnTo>
                  <a:pt x="1562100" y="41274"/>
                </a:lnTo>
                <a:lnTo>
                  <a:pt x="1581150" y="41274"/>
                </a:lnTo>
                <a:lnTo>
                  <a:pt x="1581150" y="34924"/>
                </a:lnTo>
                <a:close/>
              </a:path>
              <a:path w="3712845" h="76200" extrusionOk="0">
                <a:moveTo>
                  <a:pt x="1606550" y="34924"/>
                </a:moveTo>
                <a:lnTo>
                  <a:pt x="1587500" y="34924"/>
                </a:lnTo>
                <a:lnTo>
                  <a:pt x="1587500" y="41274"/>
                </a:lnTo>
                <a:lnTo>
                  <a:pt x="1606550" y="41274"/>
                </a:lnTo>
                <a:lnTo>
                  <a:pt x="1606550" y="34924"/>
                </a:lnTo>
                <a:close/>
              </a:path>
              <a:path w="3712845" h="76200" extrusionOk="0">
                <a:moveTo>
                  <a:pt x="1631950" y="34924"/>
                </a:moveTo>
                <a:lnTo>
                  <a:pt x="1612900" y="34924"/>
                </a:lnTo>
                <a:lnTo>
                  <a:pt x="1612900" y="41274"/>
                </a:lnTo>
                <a:lnTo>
                  <a:pt x="1631950" y="41274"/>
                </a:lnTo>
                <a:lnTo>
                  <a:pt x="1631950" y="34924"/>
                </a:lnTo>
                <a:close/>
              </a:path>
              <a:path w="3712845" h="76200" extrusionOk="0">
                <a:moveTo>
                  <a:pt x="1657350" y="34924"/>
                </a:moveTo>
                <a:lnTo>
                  <a:pt x="1638300" y="34924"/>
                </a:lnTo>
                <a:lnTo>
                  <a:pt x="1638300" y="41274"/>
                </a:lnTo>
                <a:lnTo>
                  <a:pt x="1657350" y="41274"/>
                </a:lnTo>
                <a:lnTo>
                  <a:pt x="1657350" y="34924"/>
                </a:lnTo>
                <a:close/>
              </a:path>
              <a:path w="3712845" h="76200" extrusionOk="0">
                <a:moveTo>
                  <a:pt x="1682750" y="34924"/>
                </a:moveTo>
                <a:lnTo>
                  <a:pt x="1663700" y="34924"/>
                </a:lnTo>
                <a:lnTo>
                  <a:pt x="1663700" y="41274"/>
                </a:lnTo>
                <a:lnTo>
                  <a:pt x="1682750" y="41274"/>
                </a:lnTo>
                <a:lnTo>
                  <a:pt x="1682750" y="34924"/>
                </a:lnTo>
                <a:close/>
              </a:path>
              <a:path w="3712845" h="76200" extrusionOk="0">
                <a:moveTo>
                  <a:pt x="1708150" y="34924"/>
                </a:moveTo>
                <a:lnTo>
                  <a:pt x="1689100" y="34924"/>
                </a:lnTo>
                <a:lnTo>
                  <a:pt x="1689100" y="41274"/>
                </a:lnTo>
                <a:lnTo>
                  <a:pt x="1708150" y="41274"/>
                </a:lnTo>
                <a:lnTo>
                  <a:pt x="1708150" y="34924"/>
                </a:lnTo>
                <a:close/>
              </a:path>
              <a:path w="3712845" h="76200" extrusionOk="0">
                <a:moveTo>
                  <a:pt x="1733550" y="34924"/>
                </a:moveTo>
                <a:lnTo>
                  <a:pt x="1714500" y="34924"/>
                </a:lnTo>
                <a:lnTo>
                  <a:pt x="1714500" y="41274"/>
                </a:lnTo>
                <a:lnTo>
                  <a:pt x="1733550" y="41274"/>
                </a:lnTo>
                <a:lnTo>
                  <a:pt x="1733550" y="34924"/>
                </a:lnTo>
                <a:close/>
              </a:path>
              <a:path w="3712845" h="76200" extrusionOk="0">
                <a:moveTo>
                  <a:pt x="1758950" y="34924"/>
                </a:moveTo>
                <a:lnTo>
                  <a:pt x="1739900" y="34924"/>
                </a:lnTo>
                <a:lnTo>
                  <a:pt x="1739900" y="41274"/>
                </a:lnTo>
                <a:lnTo>
                  <a:pt x="1758950" y="41274"/>
                </a:lnTo>
                <a:lnTo>
                  <a:pt x="1758950" y="34924"/>
                </a:lnTo>
                <a:close/>
              </a:path>
              <a:path w="3712845" h="76200" extrusionOk="0">
                <a:moveTo>
                  <a:pt x="1784350" y="34924"/>
                </a:moveTo>
                <a:lnTo>
                  <a:pt x="1765300" y="34924"/>
                </a:lnTo>
                <a:lnTo>
                  <a:pt x="1765300" y="41274"/>
                </a:lnTo>
                <a:lnTo>
                  <a:pt x="1784350" y="41274"/>
                </a:lnTo>
                <a:lnTo>
                  <a:pt x="1784350" y="34924"/>
                </a:lnTo>
                <a:close/>
              </a:path>
              <a:path w="3712845" h="76200" extrusionOk="0">
                <a:moveTo>
                  <a:pt x="1809750" y="34924"/>
                </a:moveTo>
                <a:lnTo>
                  <a:pt x="1790700" y="34924"/>
                </a:lnTo>
                <a:lnTo>
                  <a:pt x="1790700" y="41274"/>
                </a:lnTo>
                <a:lnTo>
                  <a:pt x="1809750" y="41274"/>
                </a:lnTo>
                <a:lnTo>
                  <a:pt x="1809750" y="34924"/>
                </a:lnTo>
                <a:close/>
              </a:path>
              <a:path w="3712845" h="76200" extrusionOk="0">
                <a:moveTo>
                  <a:pt x="1835150" y="34924"/>
                </a:moveTo>
                <a:lnTo>
                  <a:pt x="1816100" y="34924"/>
                </a:lnTo>
                <a:lnTo>
                  <a:pt x="1816100" y="41274"/>
                </a:lnTo>
                <a:lnTo>
                  <a:pt x="1835150" y="41274"/>
                </a:lnTo>
                <a:lnTo>
                  <a:pt x="1835150" y="34924"/>
                </a:lnTo>
                <a:close/>
              </a:path>
              <a:path w="3712845" h="76200" extrusionOk="0">
                <a:moveTo>
                  <a:pt x="1860550" y="34924"/>
                </a:moveTo>
                <a:lnTo>
                  <a:pt x="1841500" y="34924"/>
                </a:lnTo>
                <a:lnTo>
                  <a:pt x="1841500" y="41274"/>
                </a:lnTo>
                <a:lnTo>
                  <a:pt x="1860550" y="41274"/>
                </a:lnTo>
                <a:lnTo>
                  <a:pt x="1860550" y="34924"/>
                </a:lnTo>
                <a:close/>
              </a:path>
              <a:path w="3712845" h="76200" extrusionOk="0">
                <a:moveTo>
                  <a:pt x="1885950" y="34924"/>
                </a:moveTo>
                <a:lnTo>
                  <a:pt x="1866900" y="34924"/>
                </a:lnTo>
                <a:lnTo>
                  <a:pt x="1866900" y="41274"/>
                </a:lnTo>
                <a:lnTo>
                  <a:pt x="1885950" y="41274"/>
                </a:lnTo>
                <a:lnTo>
                  <a:pt x="1885950" y="34924"/>
                </a:lnTo>
                <a:close/>
              </a:path>
              <a:path w="3712845" h="76200" extrusionOk="0">
                <a:moveTo>
                  <a:pt x="1911350" y="34924"/>
                </a:moveTo>
                <a:lnTo>
                  <a:pt x="1892300" y="34924"/>
                </a:lnTo>
                <a:lnTo>
                  <a:pt x="1892300" y="41274"/>
                </a:lnTo>
                <a:lnTo>
                  <a:pt x="1911350" y="41274"/>
                </a:lnTo>
                <a:lnTo>
                  <a:pt x="1911350" y="34924"/>
                </a:lnTo>
                <a:close/>
              </a:path>
              <a:path w="3712845" h="76200" extrusionOk="0">
                <a:moveTo>
                  <a:pt x="1936750" y="34924"/>
                </a:moveTo>
                <a:lnTo>
                  <a:pt x="1917700" y="34924"/>
                </a:lnTo>
                <a:lnTo>
                  <a:pt x="1917700" y="41274"/>
                </a:lnTo>
                <a:lnTo>
                  <a:pt x="1936750" y="41274"/>
                </a:lnTo>
                <a:lnTo>
                  <a:pt x="1936750" y="34924"/>
                </a:lnTo>
                <a:close/>
              </a:path>
              <a:path w="3712845" h="76200" extrusionOk="0">
                <a:moveTo>
                  <a:pt x="1962150" y="34924"/>
                </a:moveTo>
                <a:lnTo>
                  <a:pt x="1943100" y="34924"/>
                </a:lnTo>
                <a:lnTo>
                  <a:pt x="1943100" y="41274"/>
                </a:lnTo>
                <a:lnTo>
                  <a:pt x="1962150" y="41274"/>
                </a:lnTo>
                <a:lnTo>
                  <a:pt x="1962150" y="34924"/>
                </a:lnTo>
                <a:close/>
              </a:path>
              <a:path w="3712845" h="76200" extrusionOk="0">
                <a:moveTo>
                  <a:pt x="1987550" y="34924"/>
                </a:moveTo>
                <a:lnTo>
                  <a:pt x="1968500" y="34924"/>
                </a:lnTo>
                <a:lnTo>
                  <a:pt x="1968500" y="41274"/>
                </a:lnTo>
                <a:lnTo>
                  <a:pt x="1987550" y="41274"/>
                </a:lnTo>
                <a:lnTo>
                  <a:pt x="1987550" y="34924"/>
                </a:lnTo>
                <a:close/>
              </a:path>
              <a:path w="3712845" h="76200" extrusionOk="0">
                <a:moveTo>
                  <a:pt x="2012950" y="34924"/>
                </a:moveTo>
                <a:lnTo>
                  <a:pt x="1993900" y="34924"/>
                </a:lnTo>
                <a:lnTo>
                  <a:pt x="1993900" y="41274"/>
                </a:lnTo>
                <a:lnTo>
                  <a:pt x="2012950" y="41274"/>
                </a:lnTo>
                <a:lnTo>
                  <a:pt x="2012950" y="34924"/>
                </a:lnTo>
                <a:close/>
              </a:path>
              <a:path w="3712845" h="76200" extrusionOk="0">
                <a:moveTo>
                  <a:pt x="2038350" y="34924"/>
                </a:moveTo>
                <a:lnTo>
                  <a:pt x="2019300" y="34924"/>
                </a:lnTo>
                <a:lnTo>
                  <a:pt x="2019300" y="41274"/>
                </a:lnTo>
                <a:lnTo>
                  <a:pt x="2038350" y="41274"/>
                </a:lnTo>
                <a:lnTo>
                  <a:pt x="2038350" y="34924"/>
                </a:lnTo>
                <a:close/>
              </a:path>
              <a:path w="3712845" h="76200" extrusionOk="0">
                <a:moveTo>
                  <a:pt x="2063750" y="34924"/>
                </a:moveTo>
                <a:lnTo>
                  <a:pt x="2044700" y="34924"/>
                </a:lnTo>
                <a:lnTo>
                  <a:pt x="2044700" y="41274"/>
                </a:lnTo>
                <a:lnTo>
                  <a:pt x="2063750" y="41274"/>
                </a:lnTo>
                <a:lnTo>
                  <a:pt x="2063750" y="34924"/>
                </a:lnTo>
                <a:close/>
              </a:path>
              <a:path w="3712845" h="76200" extrusionOk="0">
                <a:moveTo>
                  <a:pt x="2089150" y="34924"/>
                </a:moveTo>
                <a:lnTo>
                  <a:pt x="2070100" y="34924"/>
                </a:lnTo>
                <a:lnTo>
                  <a:pt x="2070100" y="41274"/>
                </a:lnTo>
                <a:lnTo>
                  <a:pt x="2089150" y="41274"/>
                </a:lnTo>
                <a:lnTo>
                  <a:pt x="2089150" y="34924"/>
                </a:lnTo>
                <a:close/>
              </a:path>
              <a:path w="3712845" h="76200" extrusionOk="0">
                <a:moveTo>
                  <a:pt x="2114550" y="34924"/>
                </a:moveTo>
                <a:lnTo>
                  <a:pt x="2095500" y="34924"/>
                </a:lnTo>
                <a:lnTo>
                  <a:pt x="2095500" y="41274"/>
                </a:lnTo>
                <a:lnTo>
                  <a:pt x="2114550" y="41274"/>
                </a:lnTo>
                <a:lnTo>
                  <a:pt x="2114550" y="34924"/>
                </a:lnTo>
                <a:close/>
              </a:path>
              <a:path w="3712845" h="76200" extrusionOk="0">
                <a:moveTo>
                  <a:pt x="2139950" y="34924"/>
                </a:moveTo>
                <a:lnTo>
                  <a:pt x="2120900" y="34924"/>
                </a:lnTo>
                <a:lnTo>
                  <a:pt x="2120900" y="41274"/>
                </a:lnTo>
                <a:lnTo>
                  <a:pt x="2139950" y="41274"/>
                </a:lnTo>
                <a:lnTo>
                  <a:pt x="2139950" y="34924"/>
                </a:lnTo>
                <a:close/>
              </a:path>
              <a:path w="3712845" h="76200" extrusionOk="0">
                <a:moveTo>
                  <a:pt x="2165350" y="34924"/>
                </a:moveTo>
                <a:lnTo>
                  <a:pt x="2146300" y="34924"/>
                </a:lnTo>
                <a:lnTo>
                  <a:pt x="2146300" y="41274"/>
                </a:lnTo>
                <a:lnTo>
                  <a:pt x="2165350" y="41274"/>
                </a:lnTo>
                <a:lnTo>
                  <a:pt x="2165350" y="34924"/>
                </a:lnTo>
                <a:close/>
              </a:path>
              <a:path w="3712845" h="76200" extrusionOk="0">
                <a:moveTo>
                  <a:pt x="2190750" y="34924"/>
                </a:moveTo>
                <a:lnTo>
                  <a:pt x="2171700" y="34924"/>
                </a:lnTo>
                <a:lnTo>
                  <a:pt x="2171700" y="41274"/>
                </a:lnTo>
                <a:lnTo>
                  <a:pt x="2190750" y="41274"/>
                </a:lnTo>
                <a:lnTo>
                  <a:pt x="2190750" y="34924"/>
                </a:lnTo>
                <a:close/>
              </a:path>
              <a:path w="3712845" h="76200" extrusionOk="0">
                <a:moveTo>
                  <a:pt x="2216150" y="34924"/>
                </a:moveTo>
                <a:lnTo>
                  <a:pt x="2197100" y="34924"/>
                </a:lnTo>
                <a:lnTo>
                  <a:pt x="2197100" y="41274"/>
                </a:lnTo>
                <a:lnTo>
                  <a:pt x="2216150" y="41274"/>
                </a:lnTo>
                <a:lnTo>
                  <a:pt x="2216150" y="34924"/>
                </a:lnTo>
                <a:close/>
              </a:path>
              <a:path w="3712845" h="76200" extrusionOk="0">
                <a:moveTo>
                  <a:pt x="2241550" y="34924"/>
                </a:moveTo>
                <a:lnTo>
                  <a:pt x="2222500" y="34924"/>
                </a:lnTo>
                <a:lnTo>
                  <a:pt x="2222500" y="41274"/>
                </a:lnTo>
                <a:lnTo>
                  <a:pt x="2241550" y="41274"/>
                </a:lnTo>
                <a:lnTo>
                  <a:pt x="2241550" y="34924"/>
                </a:lnTo>
                <a:close/>
              </a:path>
              <a:path w="3712845" h="76200" extrusionOk="0">
                <a:moveTo>
                  <a:pt x="2266950" y="34924"/>
                </a:moveTo>
                <a:lnTo>
                  <a:pt x="2247900" y="34924"/>
                </a:lnTo>
                <a:lnTo>
                  <a:pt x="2247900" y="41274"/>
                </a:lnTo>
                <a:lnTo>
                  <a:pt x="2266950" y="41274"/>
                </a:lnTo>
                <a:lnTo>
                  <a:pt x="2266950" y="34924"/>
                </a:lnTo>
                <a:close/>
              </a:path>
              <a:path w="3712845" h="76200" extrusionOk="0">
                <a:moveTo>
                  <a:pt x="2292350" y="34924"/>
                </a:moveTo>
                <a:lnTo>
                  <a:pt x="2273300" y="34924"/>
                </a:lnTo>
                <a:lnTo>
                  <a:pt x="2273300" y="41274"/>
                </a:lnTo>
                <a:lnTo>
                  <a:pt x="2292350" y="41274"/>
                </a:lnTo>
                <a:lnTo>
                  <a:pt x="2292350" y="34924"/>
                </a:lnTo>
                <a:close/>
              </a:path>
              <a:path w="3712845" h="76200" extrusionOk="0">
                <a:moveTo>
                  <a:pt x="2317750" y="34924"/>
                </a:moveTo>
                <a:lnTo>
                  <a:pt x="2298700" y="34924"/>
                </a:lnTo>
                <a:lnTo>
                  <a:pt x="2298700" y="41274"/>
                </a:lnTo>
                <a:lnTo>
                  <a:pt x="2317750" y="41274"/>
                </a:lnTo>
                <a:lnTo>
                  <a:pt x="2317750" y="34924"/>
                </a:lnTo>
                <a:close/>
              </a:path>
              <a:path w="3712845" h="76200" extrusionOk="0">
                <a:moveTo>
                  <a:pt x="2343150" y="34924"/>
                </a:moveTo>
                <a:lnTo>
                  <a:pt x="2324100" y="34924"/>
                </a:lnTo>
                <a:lnTo>
                  <a:pt x="2324100" y="41274"/>
                </a:lnTo>
                <a:lnTo>
                  <a:pt x="2343150" y="41274"/>
                </a:lnTo>
                <a:lnTo>
                  <a:pt x="2343150" y="34924"/>
                </a:lnTo>
                <a:close/>
              </a:path>
              <a:path w="3712845" h="76200" extrusionOk="0">
                <a:moveTo>
                  <a:pt x="2368550" y="34924"/>
                </a:moveTo>
                <a:lnTo>
                  <a:pt x="2349500" y="34924"/>
                </a:lnTo>
                <a:lnTo>
                  <a:pt x="2349500" y="41274"/>
                </a:lnTo>
                <a:lnTo>
                  <a:pt x="2368550" y="41274"/>
                </a:lnTo>
                <a:lnTo>
                  <a:pt x="2368550" y="34924"/>
                </a:lnTo>
                <a:close/>
              </a:path>
              <a:path w="3712845" h="76200" extrusionOk="0">
                <a:moveTo>
                  <a:pt x="2393950" y="34924"/>
                </a:moveTo>
                <a:lnTo>
                  <a:pt x="2374900" y="34924"/>
                </a:lnTo>
                <a:lnTo>
                  <a:pt x="2374900" y="41274"/>
                </a:lnTo>
                <a:lnTo>
                  <a:pt x="2393950" y="41274"/>
                </a:lnTo>
                <a:lnTo>
                  <a:pt x="2393950" y="34924"/>
                </a:lnTo>
                <a:close/>
              </a:path>
              <a:path w="3712845" h="76200" extrusionOk="0">
                <a:moveTo>
                  <a:pt x="2419350" y="34924"/>
                </a:moveTo>
                <a:lnTo>
                  <a:pt x="2400300" y="34924"/>
                </a:lnTo>
                <a:lnTo>
                  <a:pt x="2400300" y="41274"/>
                </a:lnTo>
                <a:lnTo>
                  <a:pt x="2419350" y="41274"/>
                </a:lnTo>
                <a:lnTo>
                  <a:pt x="2419350" y="34924"/>
                </a:lnTo>
                <a:close/>
              </a:path>
              <a:path w="3712845" h="76200" extrusionOk="0">
                <a:moveTo>
                  <a:pt x="2444750" y="34924"/>
                </a:moveTo>
                <a:lnTo>
                  <a:pt x="2425700" y="34924"/>
                </a:lnTo>
                <a:lnTo>
                  <a:pt x="2425700" y="41274"/>
                </a:lnTo>
                <a:lnTo>
                  <a:pt x="2444750" y="41274"/>
                </a:lnTo>
                <a:lnTo>
                  <a:pt x="2444750" y="34924"/>
                </a:lnTo>
                <a:close/>
              </a:path>
              <a:path w="3712845" h="76200" extrusionOk="0">
                <a:moveTo>
                  <a:pt x="2470150" y="34924"/>
                </a:moveTo>
                <a:lnTo>
                  <a:pt x="2451100" y="34924"/>
                </a:lnTo>
                <a:lnTo>
                  <a:pt x="2451100" y="41274"/>
                </a:lnTo>
                <a:lnTo>
                  <a:pt x="2470150" y="41274"/>
                </a:lnTo>
                <a:lnTo>
                  <a:pt x="2470150" y="34924"/>
                </a:lnTo>
                <a:close/>
              </a:path>
              <a:path w="3712845" h="76200" extrusionOk="0">
                <a:moveTo>
                  <a:pt x="2495550" y="34924"/>
                </a:moveTo>
                <a:lnTo>
                  <a:pt x="2476500" y="34924"/>
                </a:lnTo>
                <a:lnTo>
                  <a:pt x="2476500" y="41274"/>
                </a:lnTo>
                <a:lnTo>
                  <a:pt x="2495550" y="41274"/>
                </a:lnTo>
                <a:lnTo>
                  <a:pt x="2495550" y="34924"/>
                </a:lnTo>
                <a:close/>
              </a:path>
              <a:path w="3712845" h="76200" extrusionOk="0">
                <a:moveTo>
                  <a:pt x="2520950" y="34924"/>
                </a:moveTo>
                <a:lnTo>
                  <a:pt x="2501900" y="34924"/>
                </a:lnTo>
                <a:lnTo>
                  <a:pt x="2501900" y="41274"/>
                </a:lnTo>
                <a:lnTo>
                  <a:pt x="2520950" y="41274"/>
                </a:lnTo>
                <a:lnTo>
                  <a:pt x="2520950" y="34924"/>
                </a:lnTo>
                <a:close/>
              </a:path>
              <a:path w="3712845" h="76200" extrusionOk="0">
                <a:moveTo>
                  <a:pt x="2546350" y="34924"/>
                </a:moveTo>
                <a:lnTo>
                  <a:pt x="2527300" y="34924"/>
                </a:lnTo>
                <a:lnTo>
                  <a:pt x="2527300" y="41274"/>
                </a:lnTo>
                <a:lnTo>
                  <a:pt x="2546350" y="41274"/>
                </a:lnTo>
                <a:lnTo>
                  <a:pt x="2546350" y="34924"/>
                </a:lnTo>
                <a:close/>
              </a:path>
              <a:path w="3712845" h="76200" extrusionOk="0">
                <a:moveTo>
                  <a:pt x="2571750" y="34924"/>
                </a:moveTo>
                <a:lnTo>
                  <a:pt x="2552700" y="34924"/>
                </a:lnTo>
                <a:lnTo>
                  <a:pt x="2552700" y="41274"/>
                </a:lnTo>
                <a:lnTo>
                  <a:pt x="2571750" y="41274"/>
                </a:lnTo>
                <a:lnTo>
                  <a:pt x="2571750" y="34924"/>
                </a:lnTo>
                <a:close/>
              </a:path>
              <a:path w="3712845" h="76200" extrusionOk="0">
                <a:moveTo>
                  <a:pt x="2597150" y="34924"/>
                </a:moveTo>
                <a:lnTo>
                  <a:pt x="2578100" y="34924"/>
                </a:lnTo>
                <a:lnTo>
                  <a:pt x="2578100" y="41274"/>
                </a:lnTo>
                <a:lnTo>
                  <a:pt x="2597150" y="41274"/>
                </a:lnTo>
                <a:lnTo>
                  <a:pt x="2597150" y="34924"/>
                </a:lnTo>
                <a:close/>
              </a:path>
              <a:path w="3712845" h="76200" extrusionOk="0">
                <a:moveTo>
                  <a:pt x="2622550" y="34924"/>
                </a:moveTo>
                <a:lnTo>
                  <a:pt x="2603500" y="34924"/>
                </a:lnTo>
                <a:lnTo>
                  <a:pt x="2603500" y="41274"/>
                </a:lnTo>
                <a:lnTo>
                  <a:pt x="2622550" y="41274"/>
                </a:lnTo>
                <a:lnTo>
                  <a:pt x="2622550" y="34924"/>
                </a:lnTo>
                <a:close/>
              </a:path>
              <a:path w="3712845" h="76200" extrusionOk="0">
                <a:moveTo>
                  <a:pt x="2647950" y="34924"/>
                </a:moveTo>
                <a:lnTo>
                  <a:pt x="2628900" y="34924"/>
                </a:lnTo>
                <a:lnTo>
                  <a:pt x="2628900" y="41274"/>
                </a:lnTo>
                <a:lnTo>
                  <a:pt x="2647950" y="41274"/>
                </a:lnTo>
                <a:lnTo>
                  <a:pt x="2647950" y="34924"/>
                </a:lnTo>
                <a:close/>
              </a:path>
              <a:path w="3712845" h="76200" extrusionOk="0">
                <a:moveTo>
                  <a:pt x="2673350" y="34924"/>
                </a:moveTo>
                <a:lnTo>
                  <a:pt x="2654300" y="34924"/>
                </a:lnTo>
                <a:lnTo>
                  <a:pt x="2654300" y="41274"/>
                </a:lnTo>
                <a:lnTo>
                  <a:pt x="2673350" y="41274"/>
                </a:lnTo>
                <a:lnTo>
                  <a:pt x="2673350" y="34924"/>
                </a:lnTo>
                <a:close/>
              </a:path>
              <a:path w="3712845" h="76200" extrusionOk="0">
                <a:moveTo>
                  <a:pt x="2698750" y="34924"/>
                </a:moveTo>
                <a:lnTo>
                  <a:pt x="2679700" y="34924"/>
                </a:lnTo>
                <a:lnTo>
                  <a:pt x="2679700" y="41274"/>
                </a:lnTo>
                <a:lnTo>
                  <a:pt x="2698750" y="41274"/>
                </a:lnTo>
                <a:lnTo>
                  <a:pt x="2698750" y="34924"/>
                </a:lnTo>
                <a:close/>
              </a:path>
              <a:path w="3712845" h="76200" extrusionOk="0">
                <a:moveTo>
                  <a:pt x="2724150" y="34924"/>
                </a:moveTo>
                <a:lnTo>
                  <a:pt x="2705100" y="34924"/>
                </a:lnTo>
                <a:lnTo>
                  <a:pt x="2705100" y="41274"/>
                </a:lnTo>
                <a:lnTo>
                  <a:pt x="2724150" y="41274"/>
                </a:lnTo>
                <a:lnTo>
                  <a:pt x="2724150" y="34924"/>
                </a:lnTo>
                <a:close/>
              </a:path>
              <a:path w="3712845" h="76200" extrusionOk="0">
                <a:moveTo>
                  <a:pt x="2749550" y="34924"/>
                </a:moveTo>
                <a:lnTo>
                  <a:pt x="2730500" y="34924"/>
                </a:lnTo>
                <a:lnTo>
                  <a:pt x="2730500" y="41274"/>
                </a:lnTo>
                <a:lnTo>
                  <a:pt x="2749550" y="41274"/>
                </a:lnTo>
                <a:lnTo>
                  <a:pt x="2749550" y="34924"/>
                </a:lnTo>
                <a:close/>
              </a:path>
              <a:path w="3712845" h="76200" extrusionOk="0">
                <a:moveTo>
                  <a:pt x="2774950" y="34924"/>
                </a:moveTo>
                <a:lnTo>
                  <a:pt x="2755900" y="34924"/>
                </a:lnTo>
                <a:lnTo>
                  <a:pt x="2755900" y="41274"/>
                </a:lnTo>
                <a:lnTo>
                  <a:pt x="2774950" y="41274"/>
                </a:lnTo>
                <a:lnTo>
                  <a:pt x="2774950" y="34924"/>
                </a:lnTo>
                <a:close/>
              </a:path>
              <a:path w="3712845" h="76200" extrusionOk="0">
                <a:moveTo>
                  <a:pt x="2800350" y="34924"/>
                </a:moveTo>
                <a:lnTo>
                  <a:pt x="2781300" y="34924"/>
                </a:lnTo>
                <a:lnTo>
                  <a:pt x="2781300" y="41274"/>
                </a:lnTo>
                <a:lnTo>
                  <a:pt x="2800350" y="41274"/>
                </a:lnTo>
                <a:lnTo>
                  <a:pt x="2800350" y="34924"/>
                </a:lnTo>
                <a:close/>
              </a:path>
              <a:path w="3712845" h="76200" extrusionOk="0">
                <a:moveTo>
                  <a:pt x="2825750" y="34924"/>
                </a:moveTo>
                <a:lnTo>
                  <a:pt x="2806700" y="34924"/>
                </a:lnTo>
                <a:lnTo>
                  <a:pt x="2806700" y="41274"/>
                </a:lnTo>
                <a:lnTo>
                  <a:pt x="2825750" y="41274"/>
                </a:lnTo>
                <a:lnTo>
                  <a:pt x="2825750" y="34924"/>
                </a:lnTo>
                <a:close/>
              </a:path>
              <a:path w="3712845" h="76200" extrusionOk="0">
                <a:moveTo>
                  <a:pt x="2851150" y="34924"/>
                </a:moveTo>
                <a:lnTo>
                  <a:pt x="2832100" y="34924"/>
                </a:lnTo>
                <a:lnTo>
                  <a:pt x="2832100" y="41274"/>
                </a:lnTo>
                <a:lnTo>
                  <a:pt x="2851150" y="41274"/>
                </a:lnTo>
                <a:lnTo>
                  <a:pt x="2851150" y="34924"/>
                </a:lnTo>
                <a:close/>
              </a:path>
              <a:path w="3712845" h="76200" extrusionOk="0">
                <a:moveTo>
                  <a:pt x="2876550" y="34924"/>
                </a:moveTo>
                <a:lnTo>
                  <a:pt x="2857500" y="34924"/>
                </a:lnTo>
                <a:lnTo>
                  <a:pt x="2857500" y="41274"/>
                </a:lnTo>
                <a:lnTo>
                  <a:pt x="2876550" y="41274"/>
                </a:lnTo>
                <a:lnTo>
                  <a:pt x="2876550" y="34924"/>
                </a:lnTo>
                <a:close/>
              </a:path>
              <a:path w="3712845" h="76200" extrusionOk="0">
                <a:moveTo>
                  <a:pt x="2901950" y="34924"/>
                </a:moveTo>
                <a:lnTo>
                  <a:pt x="2882900" y="34924"/>
                </a:lnTo>
                <a:lnTo>
                  <a:pt x="2882900" y="41274"/>
                </a:lnTo>
                <a:lnTo>
                  <a:pt x="2901950" y="41274"/>
                </a:lnTo>
                <a:lnTo>
                  <a:pt x="2901950" y="34924"/>
                </a:lnTo>
                <a:close/>
              </a:path>
              <a:path w="3712845" h="76200" extrusionOk="0">
                <a:moveTo>
                  <a:pt x="2927350" y="34924"/>
                </a:moveTo>
                <a:lnTo>
                  <a:pt x="2908300" y="34924"/>
                </a:lnTo>
                <a:lnTo>
                  <a:pt x="2908300" y="41274"/>
                </a:lnTo>
                <a:lnTo>
                  <a:pt x="2927350" y="41274"/>
                </a:lnTo>
                <a:lnTo>
                  <a:pt x="2927350" y="34924"/>
                </a:lnTo>
                <a:close/>
              </a:path>
              <a:path w="3712845" h="76200" extrusionOk="0">
                <a:moveTo>
                  <a:pt x="2952750" y="34924"/>
                </a:moveTo>
                <a:lnTo>
                  <a:pt x="2933700" y="34924"/>
                </a:lnTo>
                <a:lnTo>
                  <a:pt x="2933700" y="41274"/>
                </a:lnTo>
                <a:lnTo>
                  <a:pt x="2952750" y="41274"/>
                </a:lnTo>
                <a:lnTo>
                  <a:pt x="2952750" y="34924"/>
                </a:lnTo>
                <a:close/>
              </a:path>
              <a:path w="3712845" h="76200" extrusionOk="0">
                <a:moveTo>
                  <a:pt x="2978150" y="34924"/>
                </a:moveTo>
                <a:lnTo>
                  <a:pt x="2959100" y="34924"/>
                </a:lnTo>
                <a:lnTo>
                  <a:pt x="2959100" y="41274"/>
                </a:lnTo>
                <a:lnTo>
                  <a:pt x="2978150" y="41274"/>
                </a:lnTo>
                <a:lnTo>
                  <a:pt x="2978150" y="34924"/>
                </a:lnTo>
                <a:close/>
              </a:path>
              <a:path w="3712845" h="76200" extrusionOk="0">
                <a:moveTo>
                  <a:pt x="3003550" y="34924"/>
                </a:moveTo>
                <a:lnTo>
                  <a:pt x="2984500" y="34924"/>
                </a:lnTo>
                <a:lnTo>
                  <a:pt x="2984500" y="41274"/>
                </a:lnTo>
                <a:lnTo>
                  <a:pt x="3003550" y="41274"/>
                </a:lnTo>
                <a:lnTo>
                  <a:pt x="3003550" y="34924"/>
                </a:lnTo>
                <a:close/>
              </a:path>
              <a:path w="3712845" h="76200" extrusionOk="0">
                <a:moveTo>
                  <a:pt x="3028950" y="34924"/>
                </a:moveTo>
                <a:lnTo>
                  <a:pt x="3009900" y="34924"/>
                </a:lnTo>
                <a:lnTo>
                  <a:pt x="3009900" y="41274"/>
                </a:lnTo>
                <a:lnTo>
                  <a:pt x="3028950" y="41274"/>
                </a:lnTo>
                <a:lnTo>
                  <a:pt x="3028950" y="34924"/>
                </a:lnTo>
                <a:close/>
              </a:path>
              <a:path w="3712845" h="76200" extrusionOk="0">
                <a:moveTo>
                  <a:pt x="3054350" y="34924"/>
                </a:moveTo>
                <a:lnTo>
                  <a:pt x="3035300" y="34924"/>
                </a:lnTo>
                <a:lnTo>
                  <a:pt x="3035300" y="41274"/>
                </a:lnTo>
                <a:lnTo>
                  <a:pt x="3054350" y="41274"/>
                </a:lnTo>
                <a:lnTo>
                  <a:pt x="3054350" y="34924"/>
                </a:lnTo>
                <a:close/>
              </a:path>
              <a:path w="3712845" h="76200" extrusionOk="0">
                <a:moveTo>
                  <a:pt x="3079750" y="34924"/>
                </a:moveTo>
                <a:lnTo>
                  <a:pt x="3060700" y="34924"/>
                </a:lnTo>
                <a:lnTo>
                  <a:pt x="3060700" y="41274"/>
                </a:lnTo>
                <a:lnTo>
                  <a:pt x="3079750" y="41274"/>
                </a:lnTo>
                <a:lnTo>
                  <a:pt x="3079750" y="34924"/>
                </a:lnTo>
                <a:close/>
              </a:path>
              <a:path w="3712845" h="76200" extrusionOk="0">
                <a:moveTo>
                  <a:pt x="3105150" y="34924"/>
                </a:moveTo>
                <a:lnTo>
                  <a:pt x="3086100" y="34924"/>
                </a:lnTo>
                <a:lnTo>
                  <a:pt x="3086100" y="41274"/>
                </a:lnTo>
                <a:lnTo>
                  <a:pt x="3105150" y="41274"/>
                </a:lnTo>
                <a:lnTo>
                  <a:pt x="3105150" y="34924"/>
                </a:lnTo>
                <a:close/>
              </a:path>
              <a:path w="3712845" h="76200" extrusionOk="0">
                <a:moveTo>
                  <a:pt x="3130550" y="34924"/>
                </a:moveTo>
                <a:lnTo>
                  <a:pt x="3111500" y="34924"/>
                </a:lnTo>
                <a:lnTo>
                  <a:pt x="3111500" y="41274"/>
                </a:lnTo>
                <a:lnTo>
                  <a:pt x="3130550" y="41274"/>
                </a:lnTo>
                <a:lnTo>
                  <a:pt x="3130550" y="34924"/>
                </a:lnTo>
                <a:close/>
              </a:path>
              <a:path w="3712845" h="76200" extrusionOk="0">
                <a:moveTo>
                  <a:pt x="3155950" y="34924"/>
                </a:moveTo>
                <a:lnTo>
                  <a:pt x="3136900" y="34924"/>
                </a:lnTo>
                <a:lnTo>
                  <a:pt x="3136900" y="41274"/>
                </a:lnTo>
                <a:lnTo>
                  <a:pt x="3155950" y="41274"/>
                </a:lnTo>
                <a:lnTo>
                  <a:pt x="3155950" y="34924"/>
                </a:lnTo>
                <a:close/>
              </a:path>
              <a:path w="3712845" h="76200" extrusionOk="0">
                <a:moveTo>
                  <a:pt x="3181350" y="34924"/>
                </a:moveTo>
                <a:lnTo>
                  <a:pt x="3162300" y="34924"/>
                </a:lnTo>
                <a:lnTo>
                  <a:pt x="3162300" y="41274"/>
                </a:lnTo>
                <a:lnTo>
                  <a:pt x="3181350" y="41274"/>
                </a:lnTo>
                <a:lnTo>
                  <a:pt x="3181350" y="34924"/>
                </a:lnTo>
                <a:close/>
              </a:path>
              <a:path w="3712845" h="76200" extrusionOk="0">
                <a:moveTo>
                  <a:pt x="3206750" y="34924"/>
                </a:moveTo>
                <a:lnTo>
                  <a:pt x="3187700" y="34924"/>
                </a:lnTo>
                <a:lnTo>
                  <a:pt x="3187700" y="41274"/>
                </a:lnTo>
                <a:lnTo>
                  <a:pt x="3206750" y="41274"/>
                </a:lnTo>
                <a:lnTo>
                  <a:pt x="3206750" y="34924"/>
                </a:lnTo>
                <a:close/>
              </a:path>
              <a:path w="3712845" h="76200" extrusionOk="0">
                <a:moveTo>
                  <a:pt x="3232150" y="34924"/>
                </a:moveTo>
                <a:lnTo>
                  <a:pt x="3213100" y="34924"/>
                </a:lnTo>
                <a:lnTo>
                  <a:pt x="3213100" y="41274"/>
                </a:lnTo>
                <a:lnTo>
                  <a:pt x="3232150" y="41274"/>
                </a:lnTo>
                <a:lnTo>
                  <a:pt x="3232150" y="34924"/>
                </a:lnTo>
                <a:close/>
              </a:path>
              <a:path w="3712845" h="76200" extrusionOk="0">
                <a:moveTo>
                  <a:pt x="3257550" y="34924"/>
                </a:moveTo>
                <a:lnTo>
                  <a:pt x="3238500" y="34924"/>
                </a:lnTo>
                <a:lnTo>
                  <a:pt x="3238500" y="41274"/>
                </a:lnTo>
                <a:lnTo>
                  <a:pt x="3257550" y="41274"/>
                </a:lnTo>
                <a:lnTo>
                  <a:pt x="3257550" y="34924"/>
                </a:lnTo>
                <a:close/>
              </a:path>
              <a:path w="3712845" h="76200" extrusionOk="0">
                <a:moveTo>
                  <a:pt x="3282950" y="34924"/>
                </a:moveTo>
                <a:lnTo>
                  <a:pt x="3263900" y="34924"/>
                </a:lnTo>
                <a:lnTo>
                  <a:pt x="3263900" y="41274"/>
                </a:lnTo>
                <a:lnTo>
                  <a:pt x="3282950" y="41274"/>
                </a:lnTo>
                <a:lnTo>
                  <a:pt x="3282950" y="34924"/>
                </a:lnTo>
                <a:close/>
              </a:path>
              <a:path w="3712845" h="76200" extrusionOk="0">
                <a:moveTo>
                  <a:pt x="3308350" y="34924"/>
                </a:moveTo>
                <a:lnTo>
                  <a:pt x="3289300" y="34924"/>
                </a:lnTo>
                <a:lnTo>
                  <a:pt x="3289300" y="41274"/>
                </a:lnTo>
                <a:lnTo>
                  <a:pt x="3308350" y="41274"/>
                </a:lnTo>
                <a:lnTo>
                  <a:pt x="3308350" y="34924"/>
                </a:lnTo>
                <a:close/>
              </a:path>
              <a:path w="3712845" h="76200" extrusionOk="0">
                <a:moveTo>
                  <a:pt x="3333750" y="34924"/>
                </a:moveTo>
                <a:lnTo>
                  <a:pt x="3314700" y="34924"/>
                </a:lnTo>
                <a:lnTo>
                  <a:pt x="3314700" y="41274"/>
                </a:lnTo>
                <a:lnTo>
                  <a:pt x="3333750" y="41274"/>
                </a:lnTo>
                <a:lnTo>
                  <a:pt x="3333750" y="34924"/>
                </a:lnTo>
                <a:close/>
              </a:path>
              <a:path w="3712845" h="76200" extrusionOk="0">
                <a:moveTo>
                  <a:pt x="3359150" y="34924"/>
                </a:moveTo>
                <a:lnTo>
                  <a:pt x="3340100" y="34924"/>
                </a:lnTo>
                <a:lnTo>
                  <a:pt x="3340100" y="41274"/>
                </a:lnTo>
                <a:lnTo>
                  <a:pt x="3359150" y="41274"/>
                </a:lnTo>
                <a:lnTo>
                  <a:pt x="3359150" y="34924"/>
                </a:lnTo>
                <a:close/>
              </a:path>
              <a:path w="3712845" h="76200" extrusionOk="0">
                <a:moveTo>
                  <a:pt x="3384550" y="34924"/>
                </a:moveTo>
                <a:lnTo>
                  <a:pt x="3365500" y="34924"/>
                </a:lnTo>
                <a:lnTo>
                  <a:pt x="3365500" y="41274"/>
                </a:lnTo>
                <a:lnTo>
                  <a:pt x="3384550" y="41274"/>
                </a:lnTo>
                <a:lnTo>
                  <a:pt x="3384550" y="34924"/>
                </a:lnTo>
                <a:close/>
              </a:path>
              <a:path w="3712845" h="76200" extrusionOk="0">
                <a:moveTo>
                  <a:pt x="3409950" y="34924"/>
                </a:moveTo>
                <a:lnTo>
                  <a:pt x="3390900" y="34924"/>
                </a:lnTo>
                <a:lnTo>
                  <a:pt x="3390900" y="41274"/>
                </a:lnTo>
                <a:lnTo>
                  <a:pt x="3409950" y="41274"/>
                </a:lnTo>
                <a:lnTo>
                  <a:pt x="3409950" y="34924"/>
                </a:lnTo>
                <a:close/>
              </a:path>
              <a:path w="3712845" h="76200" extrusionOk="0">
                <a:moveTo>
                  <a:pt x="3435350" y="34924"/>
                </a:moveTo>
                <a:lnTo>
                  <a:pt x="3416300" y="34924"/>
                </a:lnTo>
                <a:lnTo>
                  <a:pt x="3416300" y="41274"/>
                </a:lnTo>
                <a:lnTo>
                  <a:pt x="3435350" y="41274"/>
                </a:lnTo>
                <a:lnTo>
                  <a:pt x="3435350" y="34924"/>
                </a:lnTo>
                <a:close/>
              </a:path>
              <a:path w="3712845" h="76200" extrusionOk="0">
                <a:moveTo>
                  <a:pt x="3460750" y="34924"/>
                </a:moveTo>
                <a:lnTo>
                  <a:pt x="3441700" y="34924"/>
                </a:lnTo>
                <a:lnTo>
                  <a:pt x="3441700" y="41274"/>
                </a:lnTo>
                <a:lnTo>
                  <a:pt x="3460750" y="41274"/>
                </a:lnTo>
                <a:lnTo>
                  <a:pt x="3460750" y="34924"/>
                </a:lnTo>
                <a:close/>
              </a:path>
              <a:path w="3712845" h="76200" extrusionOk="0">
                <a:moveTo>
                  <a:pt x="3486150" y="34924"/>
                </a:moveTo>
                <a:lnTo>
                  <a:pt x="3467100" y="34924"/>
                </a:lnTo>
                <a:lnTo>
                  <a:pt x="3467100" y="41274"/>
                </a:lnTo>
                <a:lnTo>
                  <a:pt x="3486150" y="41274"/>
                </a:lnTo>
                <a:lnTo>
                  <a:pt x="3486150" y="34924"/>
                </a:lnTo>
                <a:close/>
              </a:path>
              <a:path w="3712845" h="76200" extrusionOk="0">
                <a:moveTo>
                  <a:pt x="3511550" y="34924"/>
                </a:moveTo>
                <a:lnTo>
                  <a:pt x="3492500" y="34924"/>
                </a:lnTo>
                <a:lnTo>
                  <a:pt x="3492500" y="41274"/>
                </a:lnTo>
                <a:lnTo>
                  <a:pt x="3511550" y="41274"/>
                </a:lnTo>
                <a:lnTo>
                  <a:pt x="3511550" y="34924"/>
                </a:lnTo>
                <a:close/>
              </a:path>
              <a:path w="3712845" h="76200" extrusionOk="0">
                <a:moveTo>
                  <a:pt x="3536950" y="34924"/>
                </a:moveTo>
                <a:lnTo>
                  <a:pt x="3517900" y="34924"/>
                </a:lnTo>
                <a:lnTo>
                  <a:pt x="3517900" y="41274"/>
                </a:lnTo>
                <a:lnTo>
                  <a:pt x="3536950" y="41274"/>
                </a:lnTo>
                <a:lnTo>
                  <a:pt x="3536950" y="34924"/>
                </a:lnTo>
                <a:close/>
              </a:path>
              <a:path w="3712845" h="76200" extrusionOk="0">
                <a:moveTo>
                  <a:pt x="3562350" y="34924"/>
                </a:moveTo>
                <a:lnTo>
                  <a:pt x="3543300" y="34924"/>
                </a:lnTo>
                <a:lnTo>
                  <a:pt x="3543300" y="41274"/>
                </a:lnTo>
                <a:lnTo>
                  <a:pt x="3562350" y="41274"/>
                </a:lnTo>
                <a:lnTo>
                  <a:pt x="3562350" y="34924"/>
                </a:lnTo>
                <a:close/>
              </a:path>
              <a:path w="3712845" h="76200" extrusionOk="0">
                <a:moveTo>
                  <a:pt x="3587750" y="34924"/>
                </a:moveTo>
                <a:lnTo>
                  <a:pt x="3568700" y="34924"/>
                </a:lnTo>
                <a:lnTo>
                  <a:pt x="3568700" y="41274"/>
                </a:lnTo>
                <a:lnTo>
                  <a:pt x="3587750" y="41274"/>
                </a:lnTo>
                <a:lnTo>
                  <a:pt x="3587750" y="34924"/>
                </a:lnTo>
                <a:close/>
              </a:path>
              <a:path w="3712845" h="76200" extrusionOk="0">
                <a:moveTo>
                  <a:pt x="3613150" y="34924"/>
                </a:moveTo>
                <a:lnTo>
                  <a:pt x="3594100" y="34924"/>
                </a:lnTo>
                <a:lnTo>
                  <a:pt x="3594100" y="41274"/>
                </a:lnTo>
                <a:lnTo>
                  <a:pt x="3613150" y="41274"/>
                </a:lnTo>
                <a:lnTo>
                  <a:pt x="3613150" y="34924"/>
                </a:lnTo>
                <a:close/>
              </a:path>
              <a:path w="3712845" h="76200" extrusionOk="0">
                <a:moveTo>
                  <a:pt x="3674503" y="0"/>
                </a:moveTo>
                <a:lnTo>
                  <a:pt x="3659672" y="2993"/>
                </a:lnTo>
                <a:lnTo>
                  <a:pt x="3647562" y="11158"/>
                </a:lnTo>
                <a:lnTo>
                  <a:pt x="3639397" y="23268"/>
                </a:lnTo>
                <a:lnTo>
                  <a:pt x="3636403" y="38099"/>
                </a:lnTo>
                <a:lnTo>
                  <a:pt x="3639397" y="52931"/>
                </a:lnTo>
                <a:lnTo>
                  <a:pt x="3647562" y="65041"/>
                </a:lnTo>
                <a:lnTo>
                  <a:pt x="3659672" y="73206"/>
                </a:lnTo>
                <a:lnTo>
                  <a:pt x="3674503" y="76199"/>
                </a:lnTo>
                <a:lnTo>
                  <a:pt x="3689334" y="73206"/>
                </a:lnTo>
                <a:lnTo>
                  <a:pt x="3701445" y="65041"/>
                </a:lnTo>
                <a:lnTo>
                  <a:pt x="3709609" y="52931"/>
                </a:lnTo>
                <a:lnTo>
                  <a:pt x="3711962" y="41274"/>
                </a:lnTo>
                <a:lnTo>
                  <a:pt x="3638550" y="41274"/>
                </a:lnTo>
                <a:lnTo>
                  <a:pt x="3638550" y="34924"/>
                </a:lnTo>
                <a:lnTo>
                  <a:pt x="3711962" y="34924"/>
                </a:lnTo>
                <a:lnTo>
                  <a:pt x="3709609" y="23268"/>
                </a:lnTo>
                <a:lnTo>
                  <a:pt x="3701445" y="11158"/>
                </a:lnTo>
                <a:lnTo>
                  <a:pt x="3689334" y="2993"/>
                </a:lnTo>
                <a:lnTo>
                  <a:pt x="3674503" y="0"/>
                </a:lnTo>
                <a:close/>
              </a:path>
              <a:path w="3712845" h="76200" extrusionOk="0">
                <a:moveTo>
                  <a:pt x="3637044" y="34924"/>
                </a:moveTo>
                <a:lnTo>
                  <a:pt x="3619500" y="34924"/>
                </a:lnTo>
                <a:lnTo>
                  <a:pt x="3619500" y="41274"/>
                </a:lnTo>
                <a:lnTo>
                  <a:pt x="3637044" y="41274"/>
                </a:lnTo>
                <a:lnTo>
                  <a:pt x="3636403" y="38099"/>
                </a:lnTo>
                <a:lnTo>
                  <a:pt x="3637044" y="34924"/>
                </a:lnTo>
                <a:close/>
              </a:path>
              <a:path w="3712845" h="76200" extrusionOk="0">
                <a:moveTo>
                  <a:pt x="3644900" y="34924"/>
                </a:moveTo>
                <a:lnTo>
                  <a:pt x="3638550" y="34924"/>
                </a:lnTo>
                <a:lnTo>
                  <a:pt x="3638550" y="41274"/>
                </a:lnTo>
                <a:lnTo>
                  <a:pt x="3644900" y="41274"/>
                </a:lnTo>
                <a:lnTo>
                  <a:pt x="3644900" y="34924"/>
                </a:lnTo>
                <a:close/>
              </a:path>
              <a:path w="3712845" h="76200" extrusionOk="0">
                <a:moveTo>
                  <a:pt x="3663950" y="34924"/>
                </a:moveTo>
                <a:lnTo>
                  <a:pt x="3644900" y="34924"/>
                </a:lnTo>
                <a:lnTo>
                  <a:pt x="3644900" y="41274"/>
                </a:lnTo>
                <a:lnTo>
                  <a:pt x="3663950" y="41274"/>
                </a:lnTo>
                <a:lnTo>
                  <a:pt x="3663950" y="34924"/>
                </a:lnTo>
                <a:close/>
              </a:path>
              <a:path w="3712845" h="76200" extrusionOk="0">
                <a:moveTo>
                  <a:pt x="3670300" y="34924"/>
                </a:moveTo>
                <a:lnTo>
                  <a:pt x="3663950" y="34924"/>
                </a:lnTo>
                <a:lnTo>
                  <a:pt x="3663950" y="41274"/>
                </a:lnTo>
                <a:lnTo>
                  <a:pt x="3670300" y="41274"/>
                </a:lnTo>
                <a:lnTo>
                  <a:pt x="3670300" y="34924"/>
                </a:lnTo>
                <a:close/>
              </a:path>
              <a:path w="3712845" h="76200" extrusionOk="0">
                <a:moveTo>
                  <a:pt x="3674503" y="34924"/>
                </a:moveTo>
                <a:lnTo>
                  <a:pt x="3670300" y="34924"/>
                </a:lnTo>
                <a:lnTo>
                  <a:pt x="3670300" y="41274"/>
                </a:lnTo>
                <a:lnTo>
                  <a:pt x="3674503" y="41274"/>
                </a:lnTo>
                <a:lnTo>
                  <a:pt x="3674503" y="34924"/>
                </a:lnTo>
                <a:close/>
              </a:path>
              <a:path w="3712845" h="76200" extrusionOk="0">
                <a:moveTo>
                  <a:pt x="3711962" y="34924"/>
                </a:moveTo>
                <a:lnTo>
                  <a:pt x="3674503" y="34924"/>
                </a:lnTo>
                <a:lnTo>
                  <a:pt x="3674503" y="41274"/>
                </a:lnTo>
                <a:lnTo>
                  <a:pt x="3711962" y="41274"/>
                </a:lnTo>
                <a:lnTo>
                  <a:pt x="3712603" y="38099"/>
                </a:lnTo>
                <a:lnTo>
                  <a:pt x="3711962" y="34924"/>
                </a:lnTo>
                <a:close/>
              </a:path>
            </a:pathLst>
          </a:custGeom>
          <a:solidFill>
            <a:srgbClr val="7F7F7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146" name="Google Shape;146;p2" descr="$PPTXTitle"/>
          <p:cNvSpPr txBox="1">
            <a:spLocks noGrp="1"/>
          </p:cNvSpPr>
          <p:nvPr>
            <p:ph type="title"/>
          </p:nvPr>
        </p:nvSpPr>
        <p:spPr>
          <a:xfrm>
            <a:off x="3056889" y="2243835"/>
            <a:ext cx="2019300" cy="4521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rgbClr val="1072BD"/>
              </a:buClr>
              <a:buSzPts val="1400"/>
              <a:buFont typeface="Arial"/>
              <a:buNone/>
            </a:pPr>
            <a:r>
              <a:rPr lang="en-US" sz="2800" b="1">
                <a:solidFill>
                  <a:srgbClr val="1072BD"/>
                </a:solidFill>
                <a:latin typeface="Arial"/>
                <a:ea typeface="Arial"/>
                <a:cs typeface="Arial"/>
                <a:sym typeface="Arial"/>
              </a:rPr>
              <a:t>ETL Overview</a:t>
            </a:r>
            <a:endParaRPr sz="2800">
              <a:latin typeface="Arial"/>
              <a:ea typeface="Arial"/>
              <a:cs typeface="Arial"/>
              <a:sym typeface="Arial"/>
            </a:endParaRPr>
          </a:p>
        </p:txBody>
      </p:sp>
      <p:sp>
        <p:nvSpPr>
          <p:cNvPr id="147" name="Google Shape;147;p2"/>
          <p:cNvSpPr txBox="1"/>
          <p:nvPr/>
        </p:nvSpPr>
        <p:spPr>
          <a:xfrm>
            <a:off x="3068269" y="3271164"/>
            <a:ext cx="3272790"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B0F0"/>
              </a:buClr>
              <a:buSzPts val="2800"/>
              <a:buFont typeface="Arial"/>
              <a:buNone/>
            </a:pPr>
            <a:r>
              <a:rPr lang="en-US" sz="2800" b="1" i="0" u="none" strike="noStrike" cap="none">
                <a:solidFill>
                  <a:srgbClr val="00B0F0"/>
                </a:solidFill>
                <a:latin typeface="Arial"/>
                <a:ea typeface="Arial"/>
                <a:cs typeface="Arial"/>
                <a:sym typeface="Arial"/>
              </a:rPr>
              <a:t>Batch Data Processing</a:t>
            </a:r>
            <a:endParaRPr sz="2800" b="0" i="0" u="none" strike="noStrike" cap="none">
              <a:solidFill>
                <a:schemeClr val="dk1"/>
              </a:solidFill>
              <a:latin typeface="Arial"/>
              <a:ea typeface="Arial"/>
              <a:cs typeface="Arial"/>
              <a:sym typeface="Arial"/>
            </a:endParaRPr>
          </a:p>
        </p:txBody>
      </p:sp>
      <p:sp>
        <p:nvSpPr>
          <p:cNvPr id="148" name="Google Shape;148;p2"/>
          <p:cNvSpPr txBox="1"/>
          <p:nvPr/>
        </p:nvSpPr>
        <p:spPr>
          <a:xfrm>
            <a:off x="3034842" y="4234484"/>
            <a:ext cx="3499485" cy="4521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1072BD"/>
              </a:buClr>
              <a:buSzPts val="2800"/>
              <a:buFont typeface="Arial"/>
              <a:buNone/>
            </a:pPr>
            <a:r>
              <a:rPr lang="en-US" sz="2800" b="1" i="0" u="none" strike="noStrike" cap="none">
                <a:solidFill>
                  <a:srgbClr val="1072BD"/>
                </a:solidFill>
                <a:latin typeface="Arial"/>
                <a:ea typeface="Arial"/>
                <a:cs typeface="Arial"/>
                <a:sym typeface="Arial"/>
              </a:rPr>
              <a:t>Stream Data Processing</a:t>
            </a:r>
            <a:endParaRPr sz="2800" b="0" i="0" u="none" strike="noStrike" cap="none">
              <a:solidFill>
                <a:schemeClr val="dk1"/>
              </a:solidFill>
              <a:latin typeface="Arial"/>
              <a:ea typeface="Arial"/>
              <a:cs typeface="Arial"/>
              <a:sym typeface="Arial"/>
            </a:endParaRPr>
          </a:p>
        </p:txBody>
      </p:sp>
      <p:sp>
        <p:nvSpPr>
          <p:cNvPr id="149" name="Google Shape;149;p2"/>
          <p:cNvSpPr txBox="1"/>
          <p:nvPr/>
        </p:nvSpPr>
        <p:spPr>
          <a:xfrm>
            <a:off x="3056889" y="5312433"/>
            <a:ext cx="2516597" cy="443711"/>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B0F0"/>
              </a:buClr>
              <a:buSzPts val="2800"/>
              <a:buFont typeface="Arial"/>
              <a:buNone/>
            </a:pPr>
            <a:r>
              <a:rPr lang="en-US" sz="2800" b="1" i="0" u="none" strike="noStrike" cap="none" dirty="0">
                <a:solidFill>
                  <a:srgbClr val="00B0F0"/>
                </a:solidFill>
                <a:latin typeface="Arial"/>
                <a:ea typeface="Arial"/>
                <a:cs typeface="Arial"/>
                <a:sym typeface="Arial"/>
              </a:rPr>
              <a:t>Q &amp;A</a:t>
            </a:r>
            <a:endParaRPr sz="2800" b="0" i="0" u="none" strike="noStrike" cap="none"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3"/>
        <p:cNvGrpSpPr/>
        <p:nvPr/>
      </p:nvGrpSpPr>
      <p:grpSpPr>
        <a:xfrm>
          <a:off x="0" y="0"/>
          <a:ext cx="0" cy="0"/>
          <a:chOff x="0" y="0"/>
          <a:chExt cx="0" cy="0"/>
        </a:xfrm>
      </p:grpSpPr>
      <p:sp>
        <p:nvSpPr>
          <p:cNvPr id="154" name="Google Shape;154;p3"/>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155" name="Google Shape;155;p3"/>
          <p:cNvGrpSpPr/>
          <p:nvPr/>
        </p:nvGrpSpPr>
        <p:grpSpPr>
          <a:xfrm flipH="1">
            <a:off x="-2" y="1846371"/>
            <a:ext cx="12048829" cy="3165257"/>
            <a:chOff x="143163" y="5763486"/>
            <a:chExt cx="12048829" cy="739555"/>
          </a:xfrm>
        </p:grpSpPr>
        <p:sp>
          <p:nvSpPr>
            <p:cNvPr id="156" name="Google Shape;156;p3"/>
            <p:cNvSpPr/>
            <p:nvPr/>
          </p:nvSpPr>
          <p:spPr>
            <a:xfrm rot="10800000">
              <a:off x="645065" y="5763486"/>
              <a:ext cx="11546927" cy="739555"/>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cxnSp>
          <p:nvCxnSpPr>
            <p:cNvPr id="157" name="Google Shape;157;p3"/>
            <p:cNvCxnSpPr/>
            <p:nvPr/>
          </p:nvCxnSpPr>
          <p:spPr>
            <a:xfrm flipH="1">
              <a:off x="434108" y="5763486"/>
              <a:ext cx="1" cy="739555"/>
            </a:xfrm>
            <a:prstGeom prst="straightConnector1">
              <a:avLst/>
            </a:prstGeom>
            <a:noFill/>
            <a:ln w="152400" cap="flat" cmpd="sng">
              <a:solidFill>
                <a:schemeClr val="accent4"/>
              </a:solidFill>
              <a:prstDash val="solid"/>
              <a:miter lim="800000"/>
              <a:headEnd type="none" w="sm" len="sm"/>
              <a:tailEnd type="none" w="sm" len="sm"/>
            </a:ln>
          </p:spPr>
        </p:cxnSp>
        <p:cxnSp>
          <p:nvCxnSpPr>
            <p:cNvPr id="158" name="Google Shape;158;p3"/>
            <p:cNvCxnSpPr/>
            <p:nvPr/>
          </p:nvCxnSpPr>
          <p:spPr>
            <a:xfrm flipH="1">
              <a:off x="143163" y="5763486"/>
              <a:ext cx="1" cy="739555"/>
            </a:xfrm>
            <a:prstGeom prst="straightConnector1">
              <a:avLst/>
            </a:prstGeom>
            <a:noFill/>
            <a:ln w="152400" cap="flat" cmpd="sng">
              <a:solidFill>
                <a:schemeClr val="accent4"/>
              </a:solidFill>
              <a:prstDash val="solid"/>
              <a:miter lim="800000"/>
              <a:headEnd type="none" w="sm" len="sm"/>
              <a:tailEnd type="none" w="sm" len="sm"/>
            </a:ln>
          </p:spPr>
        </p:cxnSp>
      </p:grpSp>
      <p:sp>
        <p:nvSpPr>
          <p:cNvPr id="159" name="Google Shape;159;p3"/>
          <p:cNvSpPr/>
          <p:nvPr/>
        </p:nvSpPr>
        <p:spPr>
          <a:xfrm>
            <a:off x="420752" y="389517"/>
            <a:ext cx="6686629" cy="6058642"/>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0" name="Google Shape;160;p3" descr="$PPTXTitle"/>
          <p:cNvSpPr txBox="1">
            <a:spLocks noGrp="1"/>
          </p:cNvSpPr>
          <p:nvPr>
            <p:ph type="ctrTitle"/>
          </p:nvPr>
        </p:nvSpPr>
        <p:spPr>
          <a:xfrm>
            <a:off x="955964" y="968432"/>
            <a:ext cx="5597236" cy="4921136"/>
          </a:xfrm>
          <a:prstGeom prst="rect">
            <a:avLst/>
          </a:prstGeom>
          <a:noFill/>
          <a:ln>
            <a:noFill/>
          </a:ln>
        </p:spPr>
        <p:txBody>
          <a:bodyPr spcFirstLastPara="1" wrap="square" lIns="91425" tIns="45700" rIns="91425" bIns="45700" anchor="ctr" anchorCtr="0">
            <a:normAutofit/>
          </a:bodyPr>
          <a:lstStyle/>
          <a:p>
            <a:pPr marL="1137920" lvl="0" indent="0" algn="l" rtl="0">
              <a:lnSpc>
                <a:spcPct val="90000"/>
              </a:lnSpc>
              <a:spcBef>
                <a:spcPts val="0"/>
              </a:spcBef>
              <a:spcAft>
                <a:spcPts val="0"/>
              </a:spcAft>
              <a:buClr>
                <a:schemeClr val="dk1"/>
              </a:buClr>
              <a:buSzPts val="1400"/>
              <a:buFont typeface="Play"/>
              <a:buNone/>
            </a:pPr>
            <a:r>
              <a:rPr lang="en-US" sz="6000">
                <a:solidFill>
                  <a:schemeClr val="dk1"/>
                </a:solidFill>
                <a:latin typeface="Play"/>
                <a:ea typeface="Play"/>
                <a:cs typeface="Play"/>
                <a:sym typeface="Play"/>
              </a:rPr>
              <a:t>ETL Overview</a:t>
            </a:r>
            <a:endParaRPr/>
          </a:p>
        </p:txBody>
      </p:sp>
      <p:sp>
        <p:nvSpPr>
          <p:cNvPr id="161" name="Google Shape;161;p3"/>
          <p:cNvSpPr txBox="1"/>
          <p:nvPr/>
        </p:nvSpPr>
        <p:spPr>
          <a:xfrm>
            <a:off x="7526275" y="2366751"/>
            <a:ext cx="3618381" cy="2124496"/>
          </a:xfrm>
          <a:prstGeom prst="rect">
            <a:avLst/>
          </a:prstGeom>
          <a:noFill/>
          <a:ln>
            <a:noFill/>
          </a:ln>
        </p:spPr>
        <p:txBody>
          <a:bodyPr spcFirstLastPara="1" wrap="square" lIns="91425" tIns="45700" rIns="91425" bIns="45700" anchor="ctr" anchorCtr="0">
            <a:normAutofit/>
          </a:bodyPr>
          <a:lstStyle/>
          <a:p>
            <a:pPr marL="0" marR="0" lvl="0" indent="0" algn="l" rtl="0">
              <a:lnSpc>
                <a:spcPct val="90000"/>
              </a:lnSpc>
              <a:spcBef>
                <a:spcPts val="100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5"/>
        <p:cNvGrpSpPr/>
        <p:nvPr/>
      </p:nvGrpSpPr>
      <p:grpSpPr>
        <a:xfrm>
          <a:off x="0" y="0"/>
          <a:ext cx="0" cy="0"/>
          <a:chOff x="0" y="0"/>
          <a:chExt cx="0" cy="0"/>
        </a:xfrm>
      </p:grpSpPr>
      <p:sp>
        <p:nvSpPr>
          <p:cNvPr id="166" name="Google Shape;166;p4"/>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167" name="Google Shape;167;p4"/>
          <p:cNvGrpSpPr/>
          <p:nvPr/>
        </p:nvGrpSpPr>
        <p:grpSpPr>
          <a:xfrm>
            <a:off x="4" y="1216597"/>
            <a:ext cx="731521" cy="673460"/>
            <a:chOff x="3940602" y="308034"/>
            <a:chExt cx="2116791" cy="3428999"/>
          </a:xfrm>
        </p:grpSpPr>
        <p:sp>
          <p:nvSpPr>
            <p:cNvPr id="168" name="Google Shape;168;p4"/>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69" name="Google Shape;169;p4"/>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70" name="Google Shape;170;p4"/>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171" name="Google Shape;171;p4"/>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72" name="Google Shape;172;p4" descr="$PPTXTitle"/>
          <p:cNvSpPr txBox="1">
            <a:spLocks noGrp="1"/>
          </p:cNvSpPr>
          <p:nvPr>
            <p:ph type="title"/>
          </p:nvPr>
        </p:nvSpPr>
        <p:spPr>
          <a:xfrm>
            <a:off x="1043631" y="809898"/>
            <a:ext cx="9942716" cy="1554480"/>
          </a:xfrm>
          <a:prstGeom prst="rect">
            <a:avLst/>
          </a:prstGeom>
          <a:noFill/>
          <a:ln>
            <a:noFill/>
          </a:ln>
        </p:spPr>
        <p:txBody>
          <a:bodyPr spcFirstLastPara="1" wrap="square" lIns="91425" tIns="45700" rIns="91425" bIns="45700" anchor="ctr" anchorCtr="0">
            <a:normAutofit/>
          </a:bodyPr>
          <a:lstStyle/>
          <a:p>
            <a:pPr marL="806450" lvl="0" indent="0" algn="l" rtl="0">
              <a:lnSpc>
                <a:spcPct val="90000"/>
              </a:lnSpc>
              <a:spcBef>
                <a:spcPts val="0"/>
              </a:spcBef>
              <a:spcAft>
                <a:spcPts val="0"/>
              </a:spcAft>
              <a:buClr>
                <a:schemeClr val="dk1"/>
              </a:buClr>
              <a:buSzPts val="1400"/>
              <a:buFont typeface="Play"/>
              <a:buNone/>
            </a:pPr>
            <a:r>
              <a:rPr lang="en-US" sz="4800">
                <a:solidFill>
                  <a:schemeClr val="dk1"/>
                </a:solidFill>
                <a:latin typeface="Play"/>
                <a:ea typeface="Play"/>
                <a:cs typeface="Play"/>
                <a:sym typeface="Play"/>
              </a:rPr>
              <a:t>Common ETL Language</a:t>
            </a:r>
            <a:endParaRPr/>
          </a:p>
        </p:txBody>
      </p:sp>
      <p:sp>
        <p:nvSpPr>
          <p:cNvPr id="173" name="Google Shape;173;p4"/>
          <p:cNvSpPr txBox="1"/>
          <p:nvPr/>
        </p:nvSpPr>
        <p:spPr>
          <a:xfrm>
            <a:off x="1045028" y="3017522"/>
            <a:ext cx="9941319" cy="3124658"/>
          </a:xfrm>
          <a:prstGeom prst="rect">
            <a:avLst/>
          </a:prstGeom>
          <a:noFill/>
          <a:ln>
            <a:noFill/>
          </a:ln>
        </p:spPr>
        <p:txBody>
          <a:bodyPr spcFirstLastPara="1" wrap="square" lIns="91425" tIns="45700" rIns="91425" bIns="45700" anchor="ctr" anchorCtr="0">
            <a:normAutofit/>
          </a:bodyPr>
          <a:lstStyle/>
          <a:p>
            <a:pPr marL="240665" marR="0" lvl="0" indent="-228600" algn="l" rtl="0">
              <a:lnSpc>
                <a:spcPct val="90000"/>
              </a:lnSpc>
              <a:spcBef>
                <a:spcPts val="0"/>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SQL/Stored Procedure</a:t>
            </a:r>
            <a:endParaRPr sz="1400" b="0" i="0" u="none" strike="noStrike" cap="none">
              <a:solidFill>
                <a:srgbClr val="000000"/>
              </a:solidFill>
              <a:latin typeface="Arial"/>
              <a:ea typeface="Arial"/>
              <a:cs typeface="Arial"/>
              <a:sym typeface="Arial"/>
            </a:endParaRPr>
          </a:p>
          <a:p>
            <a:pPr marL="240665" marR="0" lvl="0" indent="-228600" algn="l" rtl="0">
              <a:lnSpc>
                <a:spcPct val="90000"/>
              </a:lnSpc>
              <a:spcBef>
                <a:spcPts val="620"/>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Python</a:t>
            </a:r>
            <a:endParaRPr sz="1400" b="0" i="0" u="none" strike="noStrike" cap="none">
              <a:solidFill>
                <a:srgbClr val="000000"/>
              </a:solidFill>
              <a:latin typeface="Arial"/>
              <a:ea typeface="Arial"/>
              <a:cs typeface="Arial"/>
              <a:sym typeface="Arial"/>
            </a:endParaRPr>
          </a:p>
          <a:p>
            <a:pPr marL="240665" marR="0" lvl="0" indent="-228600" algn="l" rtl="0">
              <a:lnSpc>
                <a:spcPct val="90000"/>
              </a:lnSpc>
              <a:spcBef>
                <a:spcPts val="650"/>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SAS</a:t>
            </a:r>
            <a:endParaRPr sz="1400" b="0" i="0" u="none" strike="noStrike" cap="none">
              <a:solidFill>
                <a:srgbClr val="000000"/>
              </a:solidFill>
              <a:latin typeface="Arial"/>
              <a:ea typeface="Arial"/>
              <a:cs typeface="Arial"/>
              <a:sym typeface="Arial"/>
            </a:endParaRPr>
          </a:p>
          <a:p>
            <a:pPr marL="240665" marR="0" lvl="0" indent="-228600" algn="l" rtl="0">
              <a:lnSpc>
                <a:spcPct val="90000"/>
              </a:lnSpc>
              <a:spcBef>
                <a:spcPts val="745"/>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Java</a:t>
            </a:r>
            <a:endParaRPr sz="1400" b="0" i="0" u="none" strike="noStrike" cap="none">
              <a:solidFill>
                <a:srgbClr val="000000"/>
              </a:solidFill>
              <a:latin typeface="Arial"/>
              <a:ea typeface="Arial"/>
              <a:cs typeface="Arial"/>
              <a:sym typeface="Arial"/>
            </a:endParaRPr>
          </a:p>
          <a:p>
            <a:pPr marL="240665" marR="0" lvl="0" indent="-228600" algn="l" rtl="0">
              <a:lnSpc>
                <a:spcPct val="90000"/>
              </a:lnSpc>
              <a:spcBef>
                <a:spcPts val="645"/>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Javascript</a:t>
            </a:r>
            <a:endParaRPr sz="1400" b="0" i="0" u="none" strike="noStrike" cap="none">
              <a:solidFill>
                <a:srgbClr val="000000"/>
              </a:solidFill>
              <a:latin typeface="Arial"/>
              <a:ea typeface="Arial"/>
              <a:cs typeface="Arial"/>
              <a:sym typeface="Arial"/>
            </a:endParaRPr>
          </a:p>
          <a:p>
            <a:pPr marL="240665" marR="0" lvl="0" indent="-228600" algn="l" rtl="0">
              <a:lnSpc>
                <a:spcPct val="90000"/>
              </a:lnSpc>
              <a:spcBef>
                <a:spcPts val="625"/>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Shell/Bash</a:t>
            </a:r>
            <a:endParaRPr sz="1400" b="0" i="0" u="none" strike="noStrike" cap="none">
              <a:solidFill>
                <a:srgbClr val="000000"/>
              </a:solidFill>
              <a:latin typeface="Arial"/>
              <a:ea typeface="Arial"/>
              <a:cs typeface="Arial"/>
              <a:sym typeface="Arial"/>
            </a:endParaRPr>
          </a:p>
          <a:p>
            <a:pPr marL="240665" marR="0" lvl="0" indent="-228600" algn="l" rtl="0">
              <a:lnSpc>
                <a:spcPct val="90000"/>
              </a:lnSpc>
              <a:spcBef>
                <a:spcPts val="645"/>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SparkSQL/PySpark/Scala</a:t>
            </a:r>
            <a:endParaRPr sz="1400" b="0" i="0" u="none" strike="noStrike" cap="none">
              <a:solidFill>
                <a:srgbClr val="000000"/>
              </a:solidFill>
              <a:latin typeface="Arial"/>
              <a:ea typeface="Arial"/>
              <a:cs typeface="Arial"/>
              <a:sym typeface="Arial"/>
            </a:endParaRPr>
          </a:p>
        </p:txBody>
      </p:sp>
      <p:cxnSp>
        <p:nvCxnSpPr>
          <p:cNvPr id="174" name="Google Shape;174;p4"/>
          <p:cNvCxnSpPr/>
          <p:nvPr/>
        </p:nvCxnSpPr>
        <p:spPr>
          <a:xfrm rot="10800000">
            <a:off x="838200" y="6485313"/>
            <a:ext cx="10515600" cy="0"/>
          </a:xfrm>
          <a:prstGeom prst="straightConnector1">
            <a:avLst/>
          </a:prstGeom>
          <a:noFill/>
          <a:ln w="57150" cap="flat" cmpd="sng">
            <a:solidFill>
              <a:schemeClr val="accent4"/>
            </a:solidFill>
            <a:prstDash val="solid"/>
            <a:miter lim="800000"/>
            <a:headEnd type="none" w="sm" len="sm"/>
            <a:tailEnd type="none" w="sm" len="sm"/>
          </a:ln>
        </p:spPr>
      </p:cxnSp>
      <p:sp>
        <p:nvSpPr>
          <p:cNvPr id="175" name="Google Shape;175;p4"/>
          <p:cNvSpPr txBox="1">
            <a:spLocks noGrp="1"/>
          </p:cNvSpPr>
          <p:nvPr>
            <p:ph type="sldNum" idx="12"/>
          </p:nvPr>
        </p:nvSpPr>
        <p:spPr>
          <a:xfrm>
            <a:off x="8610600" y="6492240"/>
            <a:ext cx="2743200" cy="365125"/>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600"/>
              </a:spcAft>
              <a:buClr>
                <a:srgbClr val="888888"/>
              </a:buClr>
              <a:buSzPts val="1200"/>
              <a:buFont typeface="Arial"/>
              <a:buNone/>
            </a:pPr>
            <a:r>
              <a:rPr lang="en-US">
                <a:solidFill>
                  <a:srgbClr val="888888"/>
                </a:solidFill>
                <a:latin typeface="Arial"/>
                <a:ea typeface="Arial"/>
                <a:cs typeface="Arial"/>
                <a:sym typeface="Arial"/>
              </a:rPr>
              <a:t>page </a:t>
            </a:r>
            <a:fld id="{00000000-1234-1234-1234-123412341234}" type="slidenum">
              <a:rPr lang="en-US">
                <a:solidFill>
                  <a:srgbClr val="888888"/>
                </a:solidFill>
                <a:latin typeface="Arial"/>
                <a:ea typeface="Arial"/>
                <a:cs typeface="Arial"/>
                <a:sym typeface="Arial"/>
              </a:rPr>
              <a:t>4</a:t>
            </a:fld>
            <a:endParaRPr>
              <a:solidFill>
                <a:srgbClr val="888888"/>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Shape 179"/>
        <p:cNvGrpSpPr/>
        <p:nvPr/>
      </p:nvGrpSpPr>
      <p:grpSpPr>
        <a:xfrm>
          <a:off x="0" y="0"/>
          <a:ext cx="0" cy="0"/>
          <a:chOff x="0" y="0"/>
          <a:chExt cx="0" cy="0"/>
        </a:xfrm>
      </p:grpSpPr>
      <p:sp>
        <p:nvSpPr>
          <p:cNvPr id="180" name="Google Shape;180;p5" descr="$PPTXTitle"/>
          <p:cNvSpPr txBox="1">
            <a:spLocks noGrp="1"/>
          </p:cNvSpPr>
          <p:nvPr>
            <p:ph type="title"/>
          </p:nvPr>
        </p:nvSpPr>
        <p:spPr>
          <a:xfrm>
            <a:off x="2288132" y="239267"/>
            <a:ext cx="7615735" cy="695960"/>
          </a:xfrm>
          <a:prstGeom prst="rect">
            <a:avLst/>
          </a:prstGeom>
          <a:noFill/>
          <a:ln>
            <a:noFill/>
          </a:ln>
        </p:spPr>
        <p:txBody>
          <a:bodyPr spcFirstLastPara="1" wrap="square" lIns="0" tIns="12700" rIns="0" bIns="0" anchor="t" anchorCtr="0">
            <a:spAutoFit/>
          </a:bodyPr>
          <a:lstStyle/>
          <a:p>
            <a:pPr marL="2428875" lvl="0" indent="0" algn="l" rtl="0">
              <a:lnSpc>
                <a:spcPct val="100000"/>
              </a:lnSpc>
              <a:spcBef>
                <a:spcPts val="0"/>
              </a:spcBef>
              <a:spcAft>
                <a:spcPts val="0"/>
              </a:spcAft>
              <a:buClr>
                <a:srgbClr val="1172BE"/>
              </a:buClr>
              <a:buSzPts val="1400"/>
              <a:buFont typeface="Arial"/>
              <a:buNone/>
            </a:pPr>
            <a:r>
              <a:rPr lang="en-US"/>
              <a:t>ETL Tools</a:t>
            </a:r>
            <a:endParaRPr/>
          </a:p>
        </p:txBody>
      </p:sp>
      <p:sp>
        <p:nvSpPr>
          <p:cNvPr id="181" name="Google Shape;181;p5"/>
          <p:cNvSpPr txBox="1">
            <a:spLocks noGrp="1"/>
          </p:cNvSpPr>
          <p:nvPr>
            <p:ph type="sldNum" idx="12"/>
          </p:nvPr>
        </p:nvSpPr>
        <p:spPr>
          <a:xfrm>
            <a:off x="10759122" y="6428920"/>
            <a:ext cx="553084" cy="211454"/>
          </a:xfrm>
          <a:prstGeom prst="rect">
            <a:avLst/>
          </a:prstGeom>
          <a:noFill/>
          <a:ln>
            <a:noFill/>
          </a:ln>
        </p:spPr>
        <p:txBody>
          <a:bodyPr spcFirstLastPara="1" wrap="square" lIns="0" tIns="5075" rIns="0" bIns="0" anchor="t" anchorCtr="0">
            <a:spAutoFit/>
          </a:bodyPr>
          <a:lstStyle/>
          <a:p>
            <a:pPr marL="90170" lvl="0" indent="0" algn="l" rtl="0">
              <a:lnSpc>
                <a:spcPct val="100000"/>
              </a:lnSpc>
              <a:spcBef>
                <a:spcPts val="0"/>
              </a:spcBef>
              <a:spcAft>
                <a:spcPts val="0"/>
              </a:spcAft>
              <a:buClr>
                <a:srgbClr val="898989"/>
              </a:buClr>
              <a:buSzPts val="1200"/>
              <a:buFont typeface="Arial"/>
              <a:buNone/>
            </a:pPr>
            <a:r>
              <a:rPr lang="en-US"/>
              <a:t>page </a:t>
            </a:r>
            <a:fld id="{00000000-1234-1234-1234-123412341234}" type="slidenum">
              <a:rPr lang="en-US"/>
              <a:t>5</a:t>
            </a:fld>
            <a:endParaRPr/>
          </a:p>
        </p:txBody>
      </p:sp>
      <p:grpSp>
        <p:nvGrpSpPr>
          <p:cNvPr id="182" name="Google Shape;182;p5"/>
          <p:cNvGrpSpPr/>
          <p:nvPr/>
        </p:nvGrpSpPr>
        <p:grpSpPr>
          <a:xfrm>
            <a:off x="524205" y="1162345"/>
            <a:ext cx="11430723" cy="5376566"/>
            <a:chOff x="524205" y="1162345"/>
            <a:chExt cx="11430723" cy="5376566"/>
          </a:xfrm>
        </p:grpSpPr>
        <p:pic>
          <p:nvPicPr>
            <p:cNvPr id="183" name="Google Shape;183;p5"/>
            <p:cNvPicPr preferRelativeResize="0"/>
            <p:nvPr/>
          </p:nvPicPr>
          <p:blipFill rotWithShape="1">
            <a:blip r:embed="rId3">
              <a:alphaModFix/>
            </a:blip>
            <a:srcRect/>
            <a:stretch/>
          </p:blipFill>
          <p:spPr>
            <a:xfrm>
              <a:off x="524205" y="1162345"/>
              <a:ext cx="6057898" cy="2946396"/>
            </a:xfrm>
            <a:prstGeom prst="rect">
              <a:avLst/>
            </a:prstGeom>
            <a:noFill/>
            <a:ln>
              <a:noFill/>
            </a:ln>
          </p:spPr>
        </p:pic>
        <p:pic>
          <p:nvPicPr>
            <p:cNvPr id="184" name="Google Shape;184;p5"/>
            <p:cNvPicPr preferRelativeResize="0"/>
            <p:nvPr/>
          </p:nvPicPr>
          <p:blipFill rotWithShape="1">
            <a:blip r:embed="rId4">
              <a:alphaModFix/>
            </a:blip>
            <a:srcRect/>
            <a:stretch/>
          </p:blipFill>
          <p:spPr>
            <a:xfrm>
              <a:off x="5029199" y="2648245"/>
              <a:ext cx="6925729" cy="3890666"/>
            </a:xfrm>
            <a:prstGeom prst="rect">
              <a:avLst/>
            </a:prstGeom>
            <a:noFill/>
            <a:ln>
              <a:noFill/>
            </a:ln>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88"/>
        <p:cNvGrpSpPr/>
        <p:nvPr/>
      </p:nvGrpSpPr>
      <p:grpSpPr>
        <a:xfrm>
          <a:off x="0" y="0"/>
          <a:ext cx="0" cy="0"/>
          <a:chOff x="0" y="0"/>
          <a:chExt cx="0" cy="0"/>
        </a:xfrm>
      </p:grpSpPr>
      <p:sp>
        <p:nvSpPr>
          <p:cNvPr id="189" name="Google Shape;189;p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90" name="Google Shape;190;p6"/>
          <p:cNvSpPr/>
          <p:nvPr/>
        </p:nvSpPr>
        <p:spPr>
          <a:xfrm>
            <a:off x="0" y="0"/>
            <a:ext cx="4959047" cy="6858000"/>
          </a:xfrm>
          <a:custGeom>
            <a:avLst/>
            <a:gdLst/>
            <a:ahLst/>
            <a:cxnLst/>
            <a:rect l="l" t="t" r="r" b="b"/>
            <a:pathLst>
              <a:path w="4959047" h="6858000" extrusionOk="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w="9525" cap="flat" cmpd="sng">
            <a:solidFill>
              <a:srgbClr val="E6E6E6"/>
            </a:solidFill>
            <a:prstDash val="solid"/>
            <a:miter lim="800000"/>
            <a:headEnd type="none" w="sm" len="sm"/>
            <a:tailEnd type="none" w="sm" len="sm"/>
          </a:ln>
          <a:effectLst>
            <a:outerShdw blurRad="76200" dist="38100" algn="l" rotWithShape="0">
              <a:srgbClr val="D8D8D8">
                <a:alpha val="5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p6"/>
          <p:cNvSpPr/>
          <p:nvPr/>
        </p:nvSpPr>
        <p:spPr>
          <a:xfrm>
            <a:off x="0" y="0"/>
            <a:ext cx="4948887" cy="6858000"/>
          </a:xfrm>
          <a:custGeom>
            <a:avLst/>
            <a:gdLst/>
            <a:ahLst/>
            <a:cxnLst/>
            <a:rect l="l" t="t" r="r" b="b"/>
            <a:pathLst>
              <a:path w="4948887" h="6858000" extrusionOk="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p6" descr="$PPTXTitle"/>
          <p:cNvSpPr txBox="1">
            <a:spLocks noGrp="1"/>
          </p:cNvSpPr>
          <p:nvPr>
            <p:ph type="title"/>
          </p:nvPr>
        </p:nvSpPr>
        <p:spPr>
          <a:xfrm>
            <a:off x="477981" y="1122363"/>
            <a:ext cx="4023360" cy="3204134"/>
          </a:xfrm>
          <a:prstGeom prst="rect">
            <a:avLst/>
          </a:prstGeom>
          <a:noFill/>
          <a:ln>
            <a:noFill/>
          </a:ln>
        </p:spPr>
        <p:txBody>
          <a:bodyPr spcFirstLastPara="1" wrap="square" lIns="91425" tIns="45700" rIns="91425" bIns="45700" anchor="b" anchorCtr="0">
            <a:normAutofit/>
          </a:bodyPr>
          <a:lstStyle/>
          <a:p>
            <a:pPr marL="2052320" lvl="0" indent="0" algn="l" rtl="0">
              <a:lnSpc>
                <a:spcPct val="90000"/>
              </a:lnSpc>
              <a:spcBef>
                <a:spcPts val="0"/>
              </a:spcBef>
              <a:spcAft>
                <a:spcPts val="0"/>
              </a:spcAft>
              <a:buClr>
                <a:schemeClr val="dk1"/>
              </a:buClr>
              <a:buSzPts val="1400"/>
              <a:buFont typeface="Play"/>
              <a:buNone/>
            </a:pPr>
            <a:r>
              <a:rPr lang="en-US" sz="4800">
                <a:solidFill>
                  <a:schemeClr val="dk1"/>
                </a:solidFill>
                <a:latin typeface="Play"/>
                <a:ea typeface="Play"/>
                <a:cs typeface="Play"/>
                <a:sym typeface="Play"/>
              </a:rPr>
              <a:t>ETL on HDFS</a:t>
            </a:r>
            <a:endParaRPr/>
          </a:p>
        </p:txBody>
      </p:sp>
      <p:sp>
        <p:nvSpPr>
          <p:cNvPr id="193" name="Google Shape;193;p6"/>
          <p:cNvSpPr/>
          <p:nvPr/>
        </p:nvSpPr>
        <p:spPr>
          <a:xfrm rot="5400000">
            <a:off x="759921"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p6"/>
          <p:cNvSpPr/>
          <p:nvPr/>
        </p:nvSpPr>
        <p:spPr>
          <a:xfrm>
            <a:off x="481029" y="4546920"/>
            <a:ext cx="4023360"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5" name="Google Shape;195;p6"/>
          <p:cNvSpPr txBox="1">
            <a:spLocks noGrp="1"/>
          </p:cNvSpPr>
          <p:nvPr>
            <p:ph type="sldNum" idx="12"/>
          </p:nvPr>
        </p:nvSpPr>
        <p:spPr>
          <a:xfrm>
            <a:off x="9847810" y="6356350"/>
            <a:ext cx="1505989" cy="365125"/>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600"/>
              </a:spcAft>
              <a:buClr>
                <a:srgbClr val="7F7F7F"/>
              </a:buClr>
              <a:buSzPts val="1200"/>
              <a:buFont typeface="Arial"/>
              <a:buNone/>
            </a:pPr>
            <a:r>
              <a:rPr lang="en-US">
                <a:solidFill>
                  <a:srgbClr val="7F7F7F"/>
                </a:solidFill>
                <a:latin typeface="Arial"/>
                <a:ea typeface="Arial"/>
                <a:cs typeface="Arial"/>
                <a:sym typeface="Arial"/>
              </a:rPr>
              <a:t>page </a:t>
            </a:r>
            <a:fld id="{00000000-1234-1234-1234-123412341234}" type="slidenum">
              <a:rPr lang="en-US">
                <a:solidFill>
                  <a:srgbClr val="7F7F7F"/>
                </a:solidFill>
                <a:latin typeface="Arial"/>
                <a:ea typeface="Arial"/>
                <a:cs typeface="Arial"/>
                <a:sym typeface="Arial"/>
              </a:rPr>
              <a:t>6</a:t>
            </a:fld>
            <a:endParaRPr>
              <a:solidFill>
                <a:srgbClr val="7F7F7F"/>
              </a:solidFill>
              <a:latin typeface="Arial"/>
              <a:ea typeface="Arial"/>
              <a:cs typeface="Arial"/>
              <a:sym typeface="Arial"/>
            </a:endParaRPr>
          </a:p>
        </p:txBody>
      </p:sp>
      <p:graphicFrame>
        <p:nvGraphicFramePr>
          <p:cNvPr id="196" name="Google Shape;196;p6"/>
          <p:cNvGraphicFramePr/>
          <p:nvPr/>
        </p:nvGraphicFramePr>
        <p:xfrm>
          <a:off x="5271808" y="235996"/>
          <a:ext cx="3000000" cy="3000000"/>
        </p:xfrm>
        <a:graphic>
          <a:graphicData uri="http://schemas.openxmlformats.org/drawingml/2006/table">
            <a:tbl>
              <a:tblPr firstRow="1" bandRow="1">
                <a:noFill/>
                <a:tableStyleId>{1D57ED20-4991-45EE-9FB8-3A1AC6616911}</a:tableStyleId>
              </a:tblPr>
              <a:tblGrid>
                <a:gridCol w="821725">
                  <a:extLst>
                    <a:ext uri="{9D8B030D-6E8A-4147-A177-3AD203B41FA5}">
                      <a16:colId xmlns:a16="http://schemas.microsoft.com/office/drawing/2014/main" val="20000"/>
                    </a:ext>
                  </a:extLst>
                </a:gridCol>
                <a:gridCol w="5260250">
                  <a:extLst>
                    <a:ext uri="{9D8B030D-6E8A-4147-A177-3AD203B41FA5}">
                      <a16:colId xmlns:a16="http://schemas.microsoft.com/office/drawing/2014/main" val="20001"/>
                    </a:ext>
                  </a:extLst>
                </a:gridCol>
              </a:tblGrid>
              <a:tr h="312300">
                <a:tc>
                  <a:txBody>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latin typeface="Times New Roman"/>
                        <a:ea typeface="Times New Roman"/>
                        <a:cs typeface="Times New Roman"/>
                        <a:sym typeface="Times New Roman"/>
                      </a:endParaRPr>
                    </a:p>
                  </a:txBody>
                  <a:tcPr marL="0" marR="0" marT="0" marB="0"/>
                </a:tc>
                <a:tc>
                  <a:txBody>
                    <a:bodyPr/>
                    <a:lstStyle/>
                    <a:p>
                      <a:pPr marL="0" marR="0" lvl="0" indent="0" algn="l" rtl="0">
                        <a:lnSpc>
                          <a:spcPct val="100000"/>
                        </a:lnSpc>
                        <a:spcBef>
                          <a:spcPts val="0"/>
                        </a:spcBef>
                        <a:spcAft>
                          <a:spcPts val="0"/>
                        </a:spcAft>
                        <a:buClr>
                          <a:schemeClr val="dk1"/>
                        </a:buClr>
                        <a:buSzPts val="1800"/>
                        <a:buFont typeface="Arial"/>
                        <a:buNone/>
                      </a:pPr>
                      <a:endParaRPr sz="1800" u="none" strike="noStrike" cap="none">
                        <a:latin typeface="Times New Roman"/>
                        <a:ea typeface="Times New Roman"/>
                        <a:cs typeface="Times New Roman"/>
                        <a:sym typeface="Times New Roman"/>
                      </a:endParaRPr>
                    </a:p>
                  </a:txBody>
                  <a:tcPr marL="0" marR="0" marT="0" marB="0"/>
                </a:tc>
                <a:extLst>
                  <a:ext uri="{0D108BD9-81ED-4DB2-BD59-A6C34878D82A}">
                    <a16:rowId xmlns:a16="http://schemas.microsoft.com/office/drawing/2014/main" val="10000"/>
                  </a:ext>
                </a:extLst>
              </a:tr>
              <a:tr h="1236300">
                <a:tc>
                  <a:txBody>
                    <a:bodyPr/>
                    <a:lstStyle/>
                    <a:p>
                      <a:pPr marL="91440" marR="0" lvl="0" indent="0" algn="l" rtl="0">
                        <a:lnSpc>
                          <a:spcPct val="100000"/>
                        </a:lnSpc>
                        <a:spcBef>
                          <a:spcPts val="0"/>
                        </a:spcBef>
                        <a:spcAft>
                          <a:spcPts val="0"/>
                        </a:spcAft>
                        <a:buClr>
                          <a:schemeClr val="dk1"/>
                        </a:buClr>
                        <a:buSzPts val="1800"/>
                        <a:buFont typeface="Arial"/>
                        <a:buNone/>
                      </a:pPr>
                      <a:r>
                        <a:rPr lang="en-US" sz="1800" u="none" strike="noStrike" cap="none"/>
                        <a:t>Flume</a:t>
                      </a:r>
                      <a:endParaRPr sz="1800" u="none" strike="noStrike" cap="none">
                        <a:latin typeface="Arial"/>
                        <a:ea typeface="Arial"/>
                        <a:cs typeface="Arial"/>
                        <a:sym typeface="Arial"/>
                      </a:endParaRPr>
                    </a:p>
                  </a:txBody>
                  <a:tcPr marL="0" marR="0" marT="27675" marB="0"/>
                </a:tc>
                <a:tc>
                  <a:txBody>
                    <a:bodyPr/>
                    <a:lstStyle/>
                    <a:p>
                      <a:pPr marL="92075" marR="497205" lvl="0" indent="0" algn="l" rtl="0">
                        <a:lnSpc>
                          <a:spcPct val="100000"/>
                        </a:lnSpc>
                        <a:spcBef>
                          <a:spcPts val="0"/>
                        </a:spcBef>
                        <a:spcAft>
                          <a:spcPts val="0"/>
                        </a:spcAft>
                        <a:buClr>
                          <a:schemeClr val="dk1"/>
                        </a:buClr>
                        <a:buSzPts val="1800"/>
                        <a:buFont typeface="Arial"/>
                        <a:buNone/>
                      </a:pPr>
                      <a:r>
                        <a:rPr lang="en-US" sz="1800" u="none" strike="noStrike" cap="none"/>
                        <a:t>Apache Flume is a distributed, reliable, and available software for efficiently collecting, aggregating, and moving large amounts of log data. It has a simple and flexible architecture based on streaming data flows.</a:t>
                      </a:r>
                      <a:endParaRPr sz="1800" u="none" strike="noStrike" cap="none">
                        <a:latin typeface="Arial"/>
                        <a:ea typeface="Arial"/>
                        <a:cs typeface="Arial"/>
                        <a:sym typeface="Arial"/>
                      </a:endParaRPr>
                    </a:p>
                  </a:txBody>
                  <a:tcPr marL="0" marR="0" marT="27675" marB="0"/>
                </a:tc>
                <a:extLst>
                  <a:ext uri="{0D108BD9-81ED-4DB2-BD59-A6C34878D82A}">
                    <a16:rowId xmlns:a16="http://schemas.microsoft.com/office/drawing/2014/main" val="10001"/>
                  </a:ext>
                </a:extLst>
              </a:tr>
              <a:tr h="875950">
                <a:tc>
                  <a:txBody>
                    <a:bodyPr/>
                    <a:lstStyle/>
                    <a:p>
                      <a:pPr marL="91440" marR="0" lvl="0" indent="0" algn="l" rtl="0">
                        <a:lnSpc>
                          <a:spcPct val="100000"/>
                        </a:lnSpc>
                        <a:spcBef>
                          <a:spcPts val="0"/>
                        </a:spcBef>
                        <a:spcAft>
                          <a:spcPts val="0"/>
                        </a:spcAft>
                        <a:buClr>
                          <a:schemeClr val="dk1"/>
                        </a:buClr>
                        <a:buSzPts val="1800"/>
                        <a:buFont typeface="Arial"/>
                        <a:buNone/>
                      </a:pPr>
                      <a:r>
                        <a:rPr lang="en-US" sz="1800" u="none" strike="noStrike" cap="none"/>
                        <a:t>Sqoop</a:t>
                      </a:r>
                      <a:endParaRPr sz="1800" u="none" strike="noStrike" cap="none">
                        <a:latin typeface="Arial"/>
                        <a:ea typeface="Arial"/>
                        <a:cs typeface="Arial"/>
                        <a:sym typeface="Arial"/>
                      </a:endParaRPr>
                    </a:p>
                  </a:txBody>
                  <a:tcPr marL="0" marR="0" marT="28225" marB="0"/>
                </a:tc>
                <a:tc>
                  <a:txBody>
                    <a:bodyPr/>
                    <a:lstStyle/>
                    <a:p>
                      <a:pPr marL="92075" marR="215900" lvl="0" indent="0" algn="l" rtl="0">
                        <a:lnSpc>
                          <a:spcPct val="117222"/>
                        </a:lnSpc>
                        <a:spcBef>
                          <a:spcPts val="0"/>
                        </a:spcBef>
                        <a:spcAft>
                          <a:spcPts val="0"/>
                        </a:spcAft>
                        <a:buClr>
                          <a:schemeClr val="dk1"/>
                        </a:buClr>
                        <a:buSzPts val="1800"/>
                        <a:buFont typeface="Arial"/>
                        <a:buNone/>
                      </a:pPr>
                      <a:r>
                        <a:rPr lang="en-US" sz="1800" u="none" strike="noStrike" cap="none"/>
                        <a:t>Apache Sqoop is a command-line interface application for transferring data between relational databases and Hadoop</a:t>
                      </a:r>
                      <a:endParaRPr sz="1800" u="none" strike="noStrike" cap="none">
                        <a:latin typeface="Arial"/>
                        <a:ea typeface="Arial"/>
                        <a:cs typeface="Arial"/>
                        <a:sym typeface="Arial"/>
                      </a:endParaRPr>
                    </a:p>
                  </a:txBody>
                  <a:tcPr marL="0" marR="0" marT="40400" marB="0"/>
                </a:tc>
                <a:extLst>
                  <a:ext uri="{0D108BD9-81ED-4DB2-BD59-A6C34878D82A}">
                    <a16:rowId xmlns:a16="http://schemas.microsoft.com/office/drawing/2014/main" val="10002"/>
                  </a:ext>
                </a:extLst>
              </a:tr>
              <a:tr h="876525">
                <a:tc>
                  <a:txBody>
                    <a:bodyPr/>
                    <a:lstStyle/>
                    <a:p>
                      <a:pPr marL="91440" marR="0" lvl="0" indent="0" algn="l" rtl="0">
                        <a:lnSpc>
                          <a:spcPct val="100000"/>
                        </a:lnSpc>
                        <a:spcBef>
                          <a:spcPts val="0"/>
                        </a:spcBef>
                        <a:spcAft>
                          <a:spcPts val="0"/>
                        </a:spcAft>
                        <a:buClr>
                          <a:schemeClr val="dk1"/>
                        </a:buClr>
                        <a:buSzPts val="1800"/>
                        <a:buFont typeface="Arial"/>
                        <a:buNone/>
                      </a:pPr>
                      <a:r>
                        <a:rPr lang="en-US" sz="1800" u="none" strike="noStrike" cap="none"/>
                        <a:t>Hive</a:t>
                      </a:r>
                      <a:endParaRPr sz="1800" u="none" strike="noStrike" cap="none">
                        <a:latin typeface="Arial"/>
                        <a:ea typeface="Arial"/>
                        <a:cs typeface="Arial"/>
                        <a:sym typeface="Arial"/>
                      </a:endParaRPr>
                    </a:p>
                  </a:txBody>
                  <a:tcPr marL="0" marR="0" marT="28225" marB="0"/>
                </a:tc>
                <a:tc>
                  <a:txBody>
                    <a:bodyPr/>
                    <a:lstStyle/>
                    <a:p>
                      <a:pPr marL="92075" marR="136525" lvl="0" indent="0" algn="l" rtl="0">
                        <a:lnSpc>
                          <a:spcPct val="117222"/>
                        </a:lnSpc>
                        <a:spcBef>
                          <a:spcPts val="0"/>
                        </a:spcBef>
                        <a:spcAft>
                          <a:spcPts val="0"/>
                        </a:spcAft>
                        <a:buClr>
                          <a:schemeClr val="dk1"/>
                        </a:buClr>
                        <a:buSzPts val="1800"/>
                        <a:buFont typeface="Arial"/>
                        <a:buNone/>
                      </a:pPr>
                      <a:r>
                        <a:rPr lang="en-US" sz="1800" u="none" strike="noStrike" cap="none"/>
                        <a:t>Apache Hive gives an SQL-like interface to query data stored in various databases and file systems that integrate with Hadoop</a:t>
                      </a:r>
                      <a:endParaRPr sz="1800" u="none" strike="noStrike" cap="none">
                        <a:latin typeface="Arial"/>
                        <a:ea typeface="Arial"/>
                        <a:cs typeface="Arial"/>
                        <a:sym typeface="Arial"/>
                      </a:endParaRPr>
                    </a:p>
                  </a:txBody>
                  <a:tcPr marL="0" marR="0" marT="40950" marB="0"/>
                </a:tc>
                <a:extLst>
                  <a:ext uri="{0D108BD9-81ED-4DB2-BD59-A6C34878D82A}">
                    <a16:rowId xmlns:a16="http://schemas.microsoft.com/office/drawing/2014/main" val="10003"/>
                  </a:ext>
                </a:extLst>
              </a:tr>
              <a:tr h="1003175">
                <a:tc>
                  <a:txBody>
                    <a:bodyPr/>
                    <a:lstStyle/>
                    <a:p>
                      <a:pPr marL="91440" marR="0" lvl="0" indent="0" algn="l" rtl="0">
                        <a:lnSpc>
                          <a:spcPct val="100000"/>
                        </a:lnSpc>
                        <a:spcBef>
                          <a:spcPts val="0"/>
                        </a:spcBef>
                        <a:spcAft>
                          <a:spcPts val="0"/>
                        </a:spcAft>
                        <a:buClr>
                          <a:schemeClr val="dk1"/>
                        </a:buClr>
                        <a:buSzPts val="1800"/>
                        <a:buFont typeface="Arial"/>
                        <a:buNone/>
                      </a:pPr>
                      <a:r>
                        <a:rPr lang="en-US" sz="1800" u="none" strike="noStrike" cap="none"/>
                        <a:t>Pig</a:t>
                      </a:r>
                      <a:endParaRPr sz="1800" u="none" strike="noStrike" cap="none">
                        <a:latin typeface="Arial"/>
                        <a:ea typeface="Arial"/>
                        <a:cs typeface="Arial"/>
                        <a:sym typeface="Arial"/>
                      </a:endParaRPr>
                    </a:p>
                  </a:txBody>
                  <a:tcPr marL="0" marR="0" marT="28775" marB="0"/>
                </a:tc>
                <a:tc>
                  <a:txBody>
                    <a:bodyPr/>
                    <a:lstStyle/>
                    <a:p>
                      <a:pPr marL="92075" marR="608330" lvl="0" indent="0" algn="l" rtl="0">
                        <a:lnSpc>
                          <a:spcPct val="100000"/>
                        </a:lnSpc>
                        <a:spcBef>
                          <a:spcPts val="0"/>
                        </a:spcBef>
                        <a:spcAft>
                          <a:spcPts val="0"/>
                        </a:spcAft>
                        <a:buClr>
                          <a:schemeClr val="dk1"/>
                        </a:buClr>
                        <a:buSzPts val="1800"/>
                        <a:buFont typeface="Arial"/>
                        <a:buNone/>
                      </a:pPr>
                      <a:r>
                        <a:rPr lang="en-US" sz="1800" u="none" strike="noStrike" cap="none"/>
                        <a:t>Apache Pig is a platform for analyzing large data sets that consists of a high-level language for expressing data analysis programs, coupled with infrastructure for evaluating these programs.</a:t>
                      </a:r>
                      <a:endParaRPr sz="1800" u="none" strike="noStrike" cap="none">
                        <a:latin typeface="Arial"/>
                        <a:ea typeface="Arial"/>
                        <a:cs typeface="Arial"/>
                        <a:sym typeface="Arial"/>
                      </a:endParaRPr>
                    </a:p>
                  </a:txBody>
                  <a:tcPr marL="0" marR="0" marT="28775" marB="0"/>
                </a:tc>
                <a:extLst>
                  <a:ext uri="{0D108BD9-81ED-4DB2-BD59-A6C34878D82A}">
                    <a16:rowId xmlns:a16="http://schemas.microsoft.com/office/drawing/2014/main" val="10004"/>
                  </a:ext>
                </a:extLst>
              </a:tr>
              <a:tr h="1151125">
                <a:tc>
                  <a:txBody>
                    <a:bodyPr/>
                    <a:lstStyle/>
                    <a:p>
                      <a:pPr marL="91440" marR="0" lvl="0" indent="0" algn="l" rtl="0">
                        <a:lnSpc>
                          <a:spcPct val="100000"/>
                        </a:lnSpc>
                        <a:spcBef>
                          <a:spcPts val="0"/>
                        </a:spcBef>
                        <a:spcAft>
                          <a:spcPts val="0"/>
                        </a:spcAft>
                        <a:buClr>
                          <a:schemeClr val="dk1"/>
                        </a:buClr>
                        <a:buSzPts val="1800"/>
                        <a:buFont typeface="Arial"/>
                        <a:buNone/>
                      </a:pPr>
                      <a:r>
                        <a:rPr lang="en-US" sz="1800" u="none" strike="noStrike" cap="none"/>
                        <a:t>Presto</a:t>
                      </a:r>
                      <a:endParaRPr sz="1800" u="none" strike="noStrike" cap="none">
                        <a:latin typeface="Arial"/>
                        <a:ea typeface="Arial"/>
                        <a:cs typeface="Arial"/>
                        <a:sym typeface="Arial"/>
                      </a:endParaRPr>
                    </a:p>
                  </a:txBody>
                  <a:tcPr marL="0" marR="0" marT="28775" marB="0"/>
                </a:tc>
                <a:tc>
                  <a:txBody>
                    <a:bodyPr/>
                    <a:lstStyle/>
                    <a:p>
                      <a:pPr marL="92075" marR="131445" lvl="0" indent="0" algn="l" rtl="0">
                        <a:lnSpc>
                          <a:spcPct val="117222"/>
                        </a:lnSpc>
                        <a:spcBef>
                          <a:spcPts val="0"/>
                        </a:spcBef>
                        <a:spcAft>
                          <a:spcPts val="0"/>
                        </a:spcAft>
                        <a:buClr>
                          <a:schemeClr val="dk1"/>
                        </a:buClr>
                        <a:buSzPts val="1800"/>
                        <a:buFont typeface="Arial"/>
                        <a:buNone/>
                      </a:pPr>
                      <a:r>
                        <a:rPr lang="en-US" sz="1800" u="none" strike="noStrike" cap="none"/>
                        <a:t>Presto is an open source distributed SQL query engine for running interactive analytic queries against data sources of all sizes ranging from gigabytes to petabytes.</a:t>
                      </a:r>
                      <a:endParaRPr sz="1800" u="none" strike="noStrike" cap="none">
                        <a:latin typeface="Arial"/>
                        <a:ea typeface="Arial"/>
                        <a:cs typeface="Arial"/>
                        <a:sym typeface="Arial"/>
                      </a:endParaRPr>
                    </a:p>
                  </a:txBody>
                  <a:tcPr marL="0" marR="0" marT="41500" marB="0"/>
                </a:tc>
                <a:extLst>
                  <a:ext uri="{0D108BD9-81ED-4DB2-BD59-A6C34878D82A}">
                    <a16:rowId xmlns:a16="http://schemas.microsoft.com/office/drawing/2014/main" val="10005"/>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0"/>
        <p:cNvGrpSpPr/>
        <p:nvPr/>
      </p:nvGrpSpPr>
      <p:grpSpPr>
        <a:xfrm>
          <a:off x="0" y="0"/>
          <a:ext cx="0" cy="0"/>
          <a:chOff x="0" y="0"/>
          <a:chExt cx="0" cy="0"/>
        </a:xfrm>
      </p:grpSpPr>
      <p:sp>
        <p:nvSpPr>
          <p:cNvPr id="201" name="Google Shape;20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02" name="Google Shape;202;p7"/>
          <p:cNvSpPr/>
          <p:nvPr/>
        </p:nvSpPr>
        <p:spPr>
          <a:xfrm>
            <a:off x="0" y="0"/>
            <a:ext cx="4959047" cy="6858000"/>
          </a:xfrm>
          <a:custGeom>
            <a:avLst/>
            <a:gdLst/>
            <a:ahLst/>
            <a:cxnLst/>
            <a:rect l="l" t="t" r="r" b="b"/>
            <a:pathLst>
              <a:path w="4959047" h="6858000" extrusionOk="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solidFill>
            <a:schemeClr val="lt1"/>
          </a:solidFill>
          <a:ln w="9525" cap="flat" cmpd="sng">
            <a:solidFill>
              <a:srgbClr val="E6E6E6"/>
            </a:solidFill>
            <a:prstDash val="solid"/>
            <a:miter lim="800000"/>
            <a:headEnd type="none" w="sm" len="sm"/>
            <a:tailEnd type="none" w="sm" len="sm"/>
          </a:ln>
          <a:effectLst>
            <a:outerShdw blurRad="76200" dist="38100" algn="l" rotWithShape="0">
              <a:srgbClr val="D8D8D8">
                <a:alpha val="50196"/>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3" name="Google Shape;203;p7"/>
          <p:cNvSpPr/>
          <p:nvPr/>
        </p:nvSpPr>
        <p:spPr>
          <a:xfrm>
            <a:off x="0" y="0"/>
            <a:ext cx="4948887" cy="6858000"/>
          </a:xfrm>
          <a:custGeom>
            <a:avLst/>
            <a:gdLst/>
            <a:ahLst/>
            <a:cxnLst/>
            <a:rect l="l" t="t" r="r" b="b"/>
            <a:pathLst>
              <a:path w="4948887" h="6858000" extrusionOk="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4" name="Google Shape;204;p7" descr="$PPTXTitle"/>
          <p:cNvSpPr txBox="1">
            <a:spLocks noGrp="1"/>
          </p:cNvSpPr>
          <p:nvPr>
            <p:ph type="title"/>
          </p:nvPr>
        </p:nvSpPr>
        <p:spPr>
          <a:xfrm>
            <a:off x="-1081073" y="1194934"/>
            <a:ext cx="4023360" cy="3204134"/>
          </a:xfrm>
          <a:prstGeom prst="rect">
            <a:avLst/>
          </a:prstGeom>
          <a:noFill/>
          <a:ln>
            <a:noFill/>
          </a:ln>
        </p:spPr>
        <p:txBody>
          <a:bodyPr spcFirstLastPara="1" wrap="square" lIns="91425" tIns="45700" rIns="91425" bIns="45700" anchor="b" anchorCtr="0">
            <a:normAutofit/>
          </a:bodyPr>
          <a:lstStyle/>
          <a:p>
            <a:pPr marL="1559560" lvl="0" indent="0" algn="l" rtl="0">
              <a:lnSpc>
                <a:spcPct val="90000"/>
              </a:lnSpc>
              <a:spcBef>
                <a:spcPts val="0"/>
              </a:spcBef>
              <a:spcAft>
                <a:spcPts val="0"/>
              </a:spcAft>
              <a:buClr>
                <a:schemeClr val="dk1"/>
              </a:buClr>
              <a:buSzPts val="1400"/>
              <a:buFont typeface="Play"/>
              <a:buNone/>
            </a:pPr>
            <a:r>
              <a:rPr lang="en-US" sz="4800" dirty="0">
                <a:solidFill>
                  <a:schemeClr val="dk1"/>
                </a:solidFill>
                <a:latin typeface="Play"/>
                <a:ea typeface="Play"/>
                <a:cs typeface="Play"/>
                <a:sym typeface="Play"/>
              </a:rPr>
              <a:t>ETL on the Cloud</a:t>
            </a:r>
            <a:endParaRPr dirty="0"/>
          </a:p>
        </p:txBody>
      </p:sp>
      <p:sp>
        <p:nvSpPr>
          <p:cNvPr id="205" name="Google Shape;205;p7"/>
          <p:cNvSpPr/>
          <p:nvPr/>
        </p:nvSpPr>
        <p:spPr>
          <a:xfrm rot="5400000">
            <a:off x="759921" y="346791"/>
            <a:ext cx="146304" cy="7040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6" name="Google Shape;206;p7"/>
          <p:cNvSpPr/>
          <p:nvPr/>
        </p:nvSpPr>
        <p:spPr>
          <a:xfrm>
            <a:off x="481029" y="4546920"/>
            <a:ext cx="4023360"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07" name="Google Shape;207;p7"/>
          <p:cNvSpPr txBox="1">
            <a:spLocks noGrp="1"/>
          </p:cNvSpPr>
          <p:nvPr>
            <p:ph type="sldNum" idx="12"/>
          </p:nvPr>
        </p:nvSpPr>
        <p:spPr>
          <a:xfrm>
            <a:off x="9847810" y="6356350"/>
            <a:ext cx="1505989" cy="365125"/>
          </a:xfrm>
          <a:prstGeom prst="rect">
            <a:avLst/>
          </a:prstGeom>
          <a:noFill/>
          <a:ln>
            <a:noFill/>
          </a:ln>
        </p:spPr>
        <p:txBody>
          <a:bodyPr spcFirstLastPara="1" wrap="square" lIns="91425" tIns="45700" rIns="91425" bIns="45700" anchor="ctr" anchorCtr="0">
            <a:normAutofit/>
          </a:bodyPr>
          <a:lstStyle/>
          <a:p>
            <a:pPr marL="0" lvl="0" indent="0" algn="r" rtl="0">
              <a:lnSpc>
                <a:spcPct val="100000"/>
              </a:lnSpc>
              <a:spcBef>
                <a:spcPts val="0"/>
              </a:spcBef>
              <a:spcAft>
                <a:spcPts val="600"/>
              </a:spcAft>
              <a:buClr>
                <a:srgbClr val="7F7F7F"/>
              </a:buClr>
              <a:buSzPts val="1200"/>
              <a:buFont typeface="Arial"/>
              <a:buNone/>
            </a:pPr>
            <a:r>
              <a:rPr lang="en-US">
                <a:solidFill>
                  <a:srgbClr val="7F7F7F"/>
                </a:solidFill>
                <a:latin typeface="Arial"/>
                <a:ea typeface="Arial"/>
                <a:cs typeface="Arial"/>
                <a:sym typeface="Arial"/>
              </a:rPr>
              <a:t>page </a:t>
            </a:r>
            <a:fld id="{00000000-1234-1234-1234-123412341234}" type="slidenum">
              <a:rPr lang="en-US">
                <a:solidFill>
                  <a:srgbClr val="7F7F7F"/>
                </a:solidFill>
                <a:latin typeface="Arial"/>
                <a:ea typeface="Arial"/>
                <a:cs typeface="Arial"/>
                <a:sym typeface="Arial"/>
              </a:rPr>
              <a:t>7</a:t>
            </a:fld>
            <a:endParaRPr>
              <a:solidFill>
                <a:srgbClr val="7F7F7F"/>
              </a:solidFill>
              <a:latin typeface="Arial"/>
              <a:ea typeface="Arial"/>
              <a:cs typeface="Arial"/>
              <a:sym typeface="Arial"/>
            </a:endParaRPr>
          </a:p>
        </p:txBody>
      </p:sp>
      <p:graphicFrame>
        <p:nvGraphicFramePr>
          <p:cNvPr id="208" name="Google Shape;208;p7"/>
          <p:cNvGraphicFramePr/>
          <p:nvPr>
            <p:extLst>
              <p:ext uri="{D42A27DB-BD31-4B8C-83A1-F6EECF244321}">
                <p14:modId xmlns:p14="http://schemas.microsoft.com/office/powerpoint/2010/main" val="793312242"/>
              </p:ext>
            </p:extLst>
          </p:nvPr>
        </p:nvGraphicFramePr>
        <p:xfrm>
          <a:off x="3614057" y="-1001411"/>
          <a:ext cx="8411230" cy="8773775"/>
        </p:xfrm>
        <a:graphic>
          <a:graphicData uri="http://schemas.openxmlformats.org/drawingml/2006/table">
            <a:tbl>
              <a:tblPr firstRow="1" bandRow="1">
                <a:noFill/>
                <a:tableStyleId>{796DAAF1-E123-4BCA-A91B-D135C520B6DC}</a:tableStyleId>
              </a:tblPr>
              <a:tblGrid>
                <a:gridCol w="1976931">
                  <a:extLst>
                    <a:ext uri="{9D8B030D-6E8A-4147-A177-3AD203B41FA5}">
                      <a16:colId xmlns:a16="http://schemas.microsoft.com/office/drawing/2014/main" val="20000"/>
                    </a:ext>
                  </a:extLst>
                </a:gridCol>
                <a:gridCol w="3798717">
                  <a:extLst>
                    <a:ext uri="{9D8B030D-6E8A-4147-A177-3AD203B41FA5}">
                      <a16:colId xmlns:a16="http://schemas.microsoft.com/office/drawing/2014/main" val="20001"/>
                    </a:ext>
                  </a:extLst>
                </a:gridCol>
                <a:gridCol w="2635582">
                  <a:extLst>
                    <a:ext uri="{9D8B030D-6E8A-4147-A177-3AD203B41FA5}">
                      <a16:colId xmlns:a16="http://schemas.microsoft.com/office/drawing/2014/main" val="20002"/>
                    </a:ext>
                  </a:extLst>
                </a:gridCol>
              </a:tblGrid>
              <a:tr h="641750">
                <a:tc>
                  <a:txBody>
                    <a:bodyPr/>
                    <a:lstStyle/>
                    <a:p>
                      <a:pPr marL="90805" marR="0" lvl="0" indent="0" algn="l" rtl="0">
                        <a:lnSpc>
                          <a:spcPct val="100000"/>
                        </a:lnSpc>
                        <a:spcBef>
                          <a:spcPts val="0"/>
                        </a:spcBef>
                        <a:spcAft>
                          <a:spcPts val="0"/>
                        </a:spcAft>
                        <a:buClr>
                          <a:schemeClr val="lt1"/>
                        </a:buClr>
                        <a:buSzPts val="1600"/>
                        <a:buFont typeface="Arial"/>
                        <a:buNone/>
                      </a:pPr>
                      <a:r>
                        <a:rPr lang="en-US" sz="1600" b="0" u="none" strike="noStrike" cap="none">
                          <a:solidFill>
                            <a:schemeClr val="lt1"/>
                          </a:solidFill>
                          <a:latin typeface="Arial"/>
                          <a:ea typeface="Arial"/>
                          <a:cs typeface="Arial"/>
                          <a:sym typeface="Arial"/>
                        </a:rPr>
                        <a:t>Service/Software</a:t>
                      </a:r>
                      <a:endParaRPr sz="1400" u="none" strike="noStrike" cap="none"/>
                    </a:p>
                  </a:txBody>
                  <a:tcPr marL="0" marR="0" marT="732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92075" marR="0" lvl="0" indent="0" algn="l" rtl="0">
                        <a:lnSpc>
                          <a:spcPct val="100000"/>
                        </a:lnSpc>
                        <a:spcBef>
                          <a:spcPts val="0"/>
                        </a:spcBef>
                        <a:spcAft>
                          <a:spcPts val="0"/>
                        </a:spcAft>
                        <a:buClr>
                          <a:schemeClr val="lt1"/>
                        </a:buClr>
                        <a:buSzPts val="1600"/>
                        <a:buFont typeface="Arial"/>
                        <a:buNone/>
                      </a:pPr>
                      <a:r>
                        <a:rPr lang="en-US" sz="1600" b="0" u="none" strike="noStrike" cap="none">
                          <a:solidFill>
                            <a:schemeClr val="lt1"/>
                          </a:solidFill>
                          <a:latin typeface="Arial"/>
                          <a:ea typeface="Arial"/>
                          <a:cs typeface="Arial"/>
                          <a:sym typeface="Arial"/>
                        </a:rPr>
                        <a:t>Description</a:t>
                      </a:r>
                      <a:endParaRPr sz="1400" u="none" strike="noStrike" cap="none"/>
                    </a:p>
                  </a:txBody>
                  <a:tcPr marL="0" marR="0" marT="732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tc>
                  <a:txBody>
                    <a:bodyPr/>
                    <a:lstStyle/>
                    <a:p>
                      <a:pPr marL="94615" marR="0" lvl="0" indent="0" algn="l" rtl="0">
                        <a:lnSpc>
                          <a:spcPct val="100000"/>
                        </a:lnSpc>
                        <a:spcBef>
                          <a:spcPts val="0"/>
                        </a:spcBef>
                        <a:spcAft>
                          <a:spcPts val="0"/>
                        </a:spcAft>
                        <a:buClr>
                          <a:schemeClr val="lt1"/>
                        </a:buClr>
                        <a:buSzPts val="1600"/>
                        <a:buFont typeface="Arial"/>
                        <a:buNone/>
                      </a:pPr>
                      <a:r>
                        <a:rPr lang="en-US" sz="1600" b="0" u="none" strike="noStrike" cap="none">
                          <a:solidFill>
                            <a:schemeClr val="lt1"/>
                          </a:solidFill>
                          <a:latin typeface="Arial"/>
                          <a:ea typeface="Arial"/>
                          <a:cs typeface="Arial"/>
                          <a:sym typeface="Arial"/>
                        </a:rPr>
                        <a:t>Key Features</a:t>
                      </a:r>
                      <a:endParaRPr sz="1400" u="none" strike="noStrike" cap="none"/>
                    </a:p>
                  </a:txBody>
                  <a:tcPr marL="0" marR="0" marT="732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accent1"/>
                    </a:solidFill>
                  </a:tcPr>
                </a:tc>
                <a:extLst>
                  <a:ext uri="{0D108BD9-81ED-4DB2-BD59-A6C34878D82A}">
                    <a16:rowId xmlns:a16="http://schemas.microsoft.com/office/drawing/2014/main" val="10000"/>
                  </a:ext>
                </a:extLst>
              </a:tr>
              <a:tr h="2067425">
                <a:tc>
                  <a:txBody>
                    <a:bodyPr/>
                    <a:lstStyle/>
                    <a:p>
                      <a:pPr marL="90805" marR="0" lvl="0" indent="0" algn="l" rtl="0">
                        <a:lnSpc>
                          <a:spcPct val="100000"/>
                        </a:lnSpc>
                        <a:spcBef>
                          <a:spcPts val="0"/>
                        </a:spcBef>
                        <a:spcAft>
                          <a:spcPts val="0"/>
                        </a:spcAft>
                        <a:buClr>
                          <a:schemeClr val="dk1"/>
                        </a:buClr>
                        <a:buSzPts val="1600"/>
                        <a:buFont typeface="Arial"/>
                        <a:buNone/>
                      </a:pPr>
                      <a:r>
                        <a:rPr lang="en-US" sz="1600" u="none" strike="noStrike" cap="none" dirty="0">
                          <a:solidFill>
                            <a:schemeClr val="dk1"/>
                          </a:solidFill>
                          <a:latin typeface="Arial"/>
                          <a:ea typeface="Arial"/>
                          <a:cs typeface="Arial"/>
                          <a:sym typeface="Arial"/>
                        </a:rPr>
                        <a:t>AWS Data Pipeline</a:t>
                      </a:r>
                      <a:endParaRPr sz="1400" u="none" strike="noStrike" cap="none" dirty="0"/>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92075" marR="479425" lvl="0" indent="0" algn="l" rtl="0">
                        <a:lnSpc>
                          <a:spcPct val="100000"/>
                        </a:lnSpc>
                        <a:spcBef>
                          <a:spcPts val="0"/>
                        </a:spcBef>
                        <a:spcAft>
                          <a:spcPts val="0"/>
                        </a:spcAft>
                        <a:buClr>
                          <a:schemeClr val="dk1"/>
                        </a:buClr>
                        <a:buSzPts val="1600"/>
                        <a:buFont typeface="Arial"/>
                        <a:buNone/>
                      </a:pPr>
                      <a:r>
                        <a:rPr lang="en-US" sz="1600" u="sng" strike="noStrike" cap="none">
                          <a:solidFill>
                            <a:schemeClr val="dk1"/>
                          </a:solidFill>
                          <a:latin typeface="Arial"/>
                          <a:ea typeface="Arial"/>
                          <a:cs typeface="Arial"/>
                          <a:sym typeface="Arial"/>
                        </a:rPr>
                        <a:t>AWS Data Pipeline</a:t>
                      </a:r>
                      <a:r>
                        <a:rPr lang="en-US" sz="1600" u="none" strike="noStrike" cap="none">
                          <a:solidFill>
                            <a:schemeClr val="dk1"/>
                          </a:solidFill>
                          <a:latin typeface="Arial"/>
                          <a:ea typeface="Arial"/>
                          <a:cs typeface="Arial"/>
                          <a:sym typeface="Arial"/>
                        </a:rPr>
                        <a:t> is a web service that helps you reliably process and move data between</a:t>
                      </a:r>
                      <a:endParaRPr sz="1400" u="none" strike="noStrike" cap="none"/>
                    </a:p>
                    <a:p>
                      <a:pPr marL="92075" marR="233045" lvl="0" indent="0" algn="l" rtl="0">
                        <a:lnSpc>
                          <a:spcPct val="100000"/>
                        </a:lnSpc>
                        <a:spcBef>
                          <a:spcPts val="40"/>
                        </a:spcBef>
                        <a:spcAft>
                          <a:spcPts val="0"/>
                        </a:spcAft>
                        <a:buClr>
                          <a:schemeClr val="dk1"/>
                        </a:buClr>
                        <a:buSzPts val="1600"/>
                        <a:buFont typeface="Arial"/>
                        <a:buNone/>
                      </a:pPr>
                      <a:r>
                        <a:rPr lang="en-US" sz="1600" u="none" strike="noStrike" cap="none">
                          <a:solidFill>
                            <a:schemeClr val="dk1"/>
                          </a:solidFill>
                          <a:latin typeface="Arial"/>
                          <a:ea typeface="Arial"/>
                          <a:cs typeface="Arial"/>
                          <a:sym typeface="Arial"/>
                        </a:rPr>
                        <a:t>different AWS compute and storage services, as well as on-premises data sources, at specified intervals.</a:t>
                      </a:r>
                      <a:endParaRPr sz="1400" u="none" strike="noStrike" cap="none"/>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380365" marR="706755" lvl="0" indent="-285750" algn="l" rtl="0">
                        <a:lnSpc>
                          <a:spcPct val="100000"/>
                        </a:lnSpc>
                        <a:spcBef>
                          <a:spcPts val="0"/>
                        </a:spcBef>
                        <a:spcAft>
                          <a:spcPts val="0"/>
                        </a:spcAft>
                        <a:buClr>
                          <a:schemeClr val="dk1"/>
                        </a:buClr>
                        <a:buSzPts val="1800"/>
                        <a:buFont typeface="Arial"/>
                        <a:buChar char="•"/>
                      </a:pPr>
                      <a:r>
                        <a:rPr lang="en-US" sz="1600" u="none" strike="noStrike" cap="none">
                          <a:solidFill>
                            <a:schemeClr val="dk1"/>
                          </a:solidFill>
                          <a:latin typeface="Arial"/>
                          <a:ea typeface="Arial"/>
                          <a:cs typeface="Arial"/>
                          <a:sym typeface="Arial"/>
                        </a:rPr>
                        <a:t>More control of underlying computing resources</a:t>
                      </a:r>
                      <a:endParaRPr sz="1400" u="none" strike="noStrike" cap="none"/>
                    </a:p>
                    <a:p>
                      <a:pPr marL="380365" marR="299085" lvl="0" indent="-285750" algn="l" rtl="0">
                        <a:lnSpc>
                          <a:spcPct val="100000"/>
                        </a:lnSpc>
                        <a:spcBef>
                          <a:spcPts val="40"/>
                        </a:spcBef>
                        <a:spcAft>
                          <a:spcPts val="0"/>
                        </a:spcAft>
                        <a:buClr>
                          <a:schemeClr val="dk1"/>
                        </a:buClr>
                        <a:buSzPts val="1800"/>
                        <a:buFont typeface="Arial"/>
                        <a:buChar char="•"/>
                      </a:pPr>
                      <a:r>
                        <a:rPr lang="en-US" sz="1600" u="none" strike="noStrike" cap="none">
                          <a:solidFill>
                            <a:schemeClr val="dk1"/>
                          </a:solidFill>
                          <a:latin typeface="Arial"/>
                          <a:ea typeface="Arial"/>
                          <a:cs typeface="Arial"/>
                          <a:sym typeface="Arial"/>
                        </a:rPr>
                        <a:t>Support almost all data sources and destinations</a:t>
                      </a:r>
                      <a:endParaRPr sz="1400" u="none" strike="noStrike" cap="none"/>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124625">
                <a:tc>
                  <a:txBody>
                    <a:bodyPr/>
                    <a:lstStyle/>
                    <a:p>
                      <a:pPr marL="90805" marR="0" lvl="0" indent="0" algn="l" rtl="0">
                        <a:lnSpc>
                          <a:spcPct val="100000"/>
                        </a:lnSpc>
                        <a:spcBef>
                          <a:spcPts val="0"/>
                        </a:spcBef>
                        <a:spcAft>
                          <a:spcPts val="0"/>
                        </a:spcAft>
                        <a:buClr>
                          <a:schemeClr val="dk1"/>
                        </a:buClr>
                        <a:buSzPts val="1600"/>
                        <a:buFont typeface="Arial"/>
                        <a:buNone/>
                      </a:pPr>
                      <a:r>
                        <a:rPr lang="en-US" sz="1600" u="none" strike="noStrike" cap="none" dirty="0">
                          <a:solidFill>
                            <a:schemeClr val="dk1"/>
                          </a:solidFill>
                          <a:latin typeface="Arial"/>
                          <a:ea typeface="Arial"/>
                          <a:cs typeface="Arial"/>
                          <a:sym typeface="Arial"/>
                        </a:rPr>
                        <a:t>AWS Glue</a:t>
                      </a:r>
                      <a:endParaRPr sz="1400" u="none" strike="noStrike" cap="none" dirty="0"/>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92075" marR="83820" lvl="0" indent="0" algn="l" rtl="0">
                        <a:lnSpc>
                          <a:spcPct val="100000"/>
                        </a:lnSpc>
                        <a:spcBef>
                          <a:spcPts val="0"/>
                        </a:spcBef>
                        <a:spcAft>
                          <a:spcPts val="0"/>
                        </a:spcAft>
                        <a:buClr>
                          <a:schemeClr val="dk1"/>
                        </a:buClr>
                        <a:buSzPts val="1600"/>
                        <a:buFont typeface="Arial"/>
                        <a:buNone/>
                      </a:pPr>
                      <a:r>
                        <a:rPr lang="en-US" sz="1600" u="sng" strike="noStrike" cap="none">
                          <a:solidFill>
                            <a:schemeClr val="dk1"/>
                          </a:solidFill>
                          <a:latin typeface="Arial"/>
                          <a:ea typeface="Arial"/>
                          <a:cs typeface="Arial"/>
                          <a:sym typeface="Arial"/>
                        </a:rPr>
                        <a:t>AWS Glue</a:t>
                      </a:r>
                      <a:r>
                        <a:rPr lang="en-US" sz="1600" u="none" strike="noStrike" cap="none">
                          <a:solidFill>
                            <a:schemeClr val="dk1"/>
                          </a:solidFill>
                          <a:latin typeface="Arial"/>
                          <a:ea typeface="Arial"/>
                          <a:cs typeface="Arial"/>
                          <a:sym typeface="Arial"/>
                        </a:rPr>
                        <a:t> is a completely managed/serverless ETL service. You just have to configure AWS Glue to point to your data stored in AWS. It automatically discovers your data and stores the related metadata in the AWS Glue Data Catalog.</a:t>
                      </a:r>
                      <a:endParaRPr sz="1400" u="none" strike="noStrike" cap="none"/>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380365" marR="0" lvl="0" indent="-285750" algn="l" rtl="0">
                        <a:lnSpc>
                          <a:spcPct val="100000"/>
                        </a:lnSpc>
                        <a:spcBef>
                          <a:spcPts val="0"/>
                        </a:spcBef>
                        <a:spcAft>
                          <a:spcPts val="0"/>
                        </a:spcAft>
                        <a:buClr>
                          <a:schemeClr val="dk1"/>
                        </a:buClr>
                        <a:buSzPts val="1800"/>
                        <a:buFont typeface="Arial"/>
                        <a:buChar char="•"/>
                      </a:pPr>
                      <a:r>
                        <a:rPr lang="en-US" sz="1600" u="none" strike="noStrike" cap="none">
                          <a:solidFill>
                            <a:schemeClr val="dk1"/>
                          </a:solidFill>
                          <a:latin typeface="Arial"/>
                          <a:ea typeface="Arial"/>
                          <a:cs typeface="Arial"/>
                          <a:sym typeface="Arial"/>
                        </a:rPr>
                        <a:t>Serverless</a:t>
                      </a:r>
                      <a:endParaRPr sz="1400" u="none" strike="noStrike" cap="none"/>
                    </a:p>
                    <a:p>
                      <a:pPr marL="380365" marR="0" lvl="0" indent="-285750" algn="l" rtl="0">
                        <a:lnSpc>
                          <a:spcPct val="100000"/>
                        </a:lnSpc>
                        <a:spcBef>
                          <a:spcPts val="0"/>
                        </a:spcBef>
                        <a:spcAft>
                          <a:spcPts val="0"/>
                        </a:spcAft>
                        <a:buClr>
                          <a:schemeClr val="dk1"/>
                        </a:buClr>
                        <a:buSzPts val="1800"/>
                        <a:buFont typeface="Arial"/>
                        <a:buChar char="•"/>
                      </a:pPr>
                      <a:r>
                        <a:rPr lang="en-US" sz="1600" u="none" strike="noStrike" cap="none">
                          <a:solidFill>
                            <a:schemeClr val="dk1"/>
                          </a:solidFill>
                          <a:latin typeface="Arial"/>
                          <a:ea typeface="Arial"/>
                          <a:cs typeface="Arial"/>
                          <a:sym typeface="Arial"/>
                        </a:rPr>
                        <a:t>Best used to transform data</a:t>
                      </a:r>
                      <a:endParaRPr sz="1400" u="none" strike="noStrike" cap="none"/>
                    </a:p>
                    <a:p>
                      <a:pPr marL="380365" marR="433069" lvl="0" indent="0" algn="l" rtl="0">
                        <a:lnSpc>
                          <a:spcPct val="100000"/>
                        </a:lnSpc>
                        <a:spcBef>
                          <a:spcPts val="25"/>
                        </a:spcBef>
                        <a:spcAft>
                          <a:spcPts val="0"/>
                        </a:spcAft>
                        <a:buClr>
                          <a:schemeClr val="dk1"/>
                        </a:buClr>
                        <a:buSzPts val="1600"/>
                        <a:buFont typeface="Arial"/>
                        <a:buNone/>
                      </a:pPr>
                      <a:r>
                        <a:rPr lang="en-US" sz="1600" u="none" strike="noStrike" cap="none">
                          <a:solidFill>
                            <a:schemeClr val="dk1"/>
                          </a:solidFill>
                          <a:latin typeface="Arial"/>
                          <a:ea typeface="Arial"/>
                          <a:cs typeface="Arial"/>
                          <a:sym typeface="Arial"/>
                        </a:rPr>
                        <a:t>between RDS, DynamoDB, S3, Redshift)</a:t>
                      </a:r>
                      <a:endParaRPr sz="1400" u="none" strike="noStrike" cap="none"/>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2"/>
                  </a:ext>
                </a:extLst>
              </a:tr>
              <a:tr h="2043950">
                <a:tc>
                  <a:txBody>
                    <a:bodyPr/>
                    <a:lstStyle/>
                    <a:p>
                      <a:pPr marL="90805" marR="0" lvl="0" indent="0" algn="l" rtl="0">
                        <a:lnSpc>
                          <a:spcPct val="100000"/>
                        </a:lnSpc>
                        <a:spcBef>
                          <a:spcPts val="0"/>
                        </a:spcBef>
                        <a:spcAft>
                          <a:spcPts val="0"/>
                        </a:spcAft>
                        <a:buClr>
                          <a:schemeClr val="dk1"/>
                        </a:buClr>
                        <a:buSzPts val="1600"/>
                        <a:buFont typeface="Arial"/>
                        <a:buNone/>
                      </a:pPr>
                      <a:r>
                        <a:rPr lang="en-US" sz="1600" u="none" strike="noStrike" cap="none">
                          <a:solidFill>
                            <a:schemeClr val="dk1"/>
                          </a:solidFill>
                          <a:latin typeface="Arial"/>
                          <a:ea typeface="Arial"/>
                          <a:cs typeface="Arial"/>
                          <a:sym typeface="Arial"/>
                        </a:rPr>
                        <a:t>Hevo</a:t>
                      </a:r>
                      <a:endParaRPr sz="1400" u="none" strike="noStrike" cap="none"/>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92075" marR="192405" lvl="0" indent="0" algn="l" rtl="0">
                        <a:lnSpc>
                          <a:spcPct val="100000"/>
                        </a:lnSpc>
                        <a:spcBef>
                          <a:spcPts val="0"/>
                        </a:spcBef>
                        <a:spcAft>
                          <a:spcPts val="0"/>
                        </a:spcAft>
                        <a:buClr>
                          <a:schemeClr val="dk1"/>
                        </a:buClr>
                        <a:buSzPts val="1600"/>
                        <a:buFont typeface="Arial"/>
                        <a:buNone/>
                      </a:pPr>
                      <a:r>
                        <a:rPr lang="en-US" sz="1600" u="none" strike="noStrike" cap="none">
                          <a:solidFill>
                            <a:schemeClr val="dk1"/>
                          </a:solidFill>
                          <a:latin typeface="Arial"/>
                          <a:ea typeface="Arial"/>
                          <a:cs typeface="Arial"/>
                          <a:sym typeface="Arial"/>
                        </a:rPr>
                        <a:t>No-code cloud based data pipeline service. Not only move data from several sources into various destinations – data warehouses, databases, file storage but also various SaaS applications.</a:t>
                      </a:r>
                      <a:endParaRPr sz="1400" u="none" strike="noStrike" cap="none"/>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380365" marR="888364" lvl="0" indent="-285750" algn="l" rtl="0">
                        <a:lnSpc>
                          <a:spcPct val="100000"/>
                        </a:lnSpc>
                        <a:spcBef>
                          <a:spcPts val="0"/>
                        </a:spcBef>
                        <a:spcAft>
                          <a:spcPts val="0"/>
                        </a:spcAft>
                        <a:buClr>
                          <a:schemeClr val="dk1"/>
                        </a:buClr>
                        <a:buSzPts val="1800"/>
                        <a:buFont typeface="Arial"/>
                        <a:buChar char="•"/>
                      </a:pPr>
                      <a:r>
                        <a:rPr lang="en-US" sz="1600" u="none" strike="noStrike" cap="none">
                          <a:solidFill>
                            <a:schemeClr val="dk1"/>
                          </a:solidFill>
                          <a:latin typeface="Arial"/>
                          <a:ea typeface="Arial"/>
                          <a:cs typeface="Arial"/>
                          <a:sym typeface="Arial"/>
                        </a:rPr>
                        <a:t>Ready to use data source integrations</a:t>
                      </a:r>
                      <a:endParaRPr sz="1400" u="none" strike="noStrike" cap="none"/>
                    </a:p>
                    <a:p>
                      <a:pPr marL="380365" marR="0" lvl="0" indent="-285750" algn="l" rtl="0">
                        <a:lnSpc>
                          <a:spcPct val="100000"/>
                        </a:lnSpc>
                        <a:spcBef>
                          <a:spcPts val="0"/>
                        </a:spcBef>
                        <a:spcAft>
                          <a:spcPts val="0"/>
                        </a:spcAft>
                        <a:buClr>
                          <a:schemeClr val="dk1"/>
                        </a:buClr>
                        <a:buSzPts val="1800"/>
                        <a:buFont typeface="Arial"/>
                        <a:buChar char="•"/>
                      </a:pPr>
                      <a:r>
                        <a:rPr lang="en-US" sz="1600" u="none" strike="noStrike" cap="none">
                          <a:solidFill>
                            <a:schemeClr val="dk1"/>
                          </a:solidFill>
                          <a:latin typeface="Arial"/>
                          <a:ea typeface="Arial"/>
                          <a:cs typeface="Arial"/>
                          <a:sym typeface="Arial"/>
                        </a:rPr>
                        <a:t>No-code platform</a:t>
                      </a:r>
                      <a:endParaRPr sz="1400" u="none" strike="noStrike" cap="none"/>
                    </a:p>
                    <a:p>
                      <a:pPr marL="380365" marR="0" lvl="0" indent="-285750" algn="l" rtl="0">
                        <a:lnSpc>
                          <a:spcPct val="100000"/>
                        </a:lnSpc>
                        <a:spcBef>
                          <a:spcPts val="25"/>
                        </a:spcBef>
                        <a:spcAft>
                          <a:spcPts val="0"/>
                        </a:spcAft>
                        <a:buClr>
                          <a:schemeClr val="dk1"/>
                        </a:buClr>
                        <a:buSzPts val="1800"/>
                        <a:buFont typeface="Arial"/>
                        <a:buChar char="•"/>
                      </a:pPr>
                      <a:r>
                        <a:rPr lang="en-US" sz="1600" u="none" strike="noStrike" cap="none">
                          <a:solidFill>
                            <a:schemeClr val="dk1"/>
                          </a:solidFill>
                          <a:latin typeface="Arial"/>
                          <a:ea typeface="Arial"/>
                          <a:cs typeface="Arial"/>
                          <a:sym typeface="Arial"/>
                        </a:rPr>
                        <a:t>Real-time data replication</a:t>
                      </a:r>
                      <a:endParaRPr sz="1400" u="none" strike="noStrike" cap="none"/>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1896025">
                <a:tc>
                  <a:txBody>
                    <a:bodyPr/>
                    <a:lstStyle/>
                    <a:p>
                      <a:pPr marL="90805" marR="0" lvl="0" indent="0" algn="l" rtl="0">
                        <a:lnSpc>
                          <a:spcPct val="100000"/>
                        </a:lnSpc>
                        <a:spcBef>
                          <a:spcPts val="0"/>
                        </a:spcBef>
                        <a:spcAft>
                          <a:spcPts val="0"/>
                        </a:spcAft>
                        <a:buClr>
                          <a:schemeClr val="dk1"/>
                        </a:buClr>
                        <a:buSzPts val="1600"/>
                        <a:buFont typeface="Arial"/>
                        <a:buNone/>
                      </a:pPr>
                      <a:r>
                        <a:rPr lang="en-US" sz="1600" u="none" strike="noStrike" cap="none" dirty="0">
                          <a:solidFill>
                            <a:schemeClr val="dk1"/>
                          </a:solidFill>
                          <a:latin typeface="Arial"/>
                          <a:ea typeface="Arial"/>
                          <a:cs typeface="Arial"/>
                          <a:sym typeface="Arial"/>
                        </a:rPr>
                        <a:t>Stitch Data</a:t>
                      </a:r>
                      <a:endParaRPr sz="1400" u="none" strike="noStrike" cap="none" dirty="0"/>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92075" marR="139065" lvl="0" indent="0" algn="l" rtl="0">
                        <a:lnSpc>
                          <a:spcPct val="100000"/>
                        </a:lnSpc>
                        <a:spcBef>
                          <a:spcPts val="0"/>
                        </a:spcBef>
                        <a:spcAft>
                          <a:spcPts val="0"/>
                        </a:spcAft>
                        <a:buClr>
                          <a:schemeClr val="dk1"/>
                        </a:buClr>
                        <a:buSzPts val="1600"/>
                        <a:buFont typeface="Arial"/>
                        <a:buNone/>
                      </a:pPr>
                      <a:r>
                        <a:rPr lang="en-US" sz="1600" u="none" strike="noStrike" cap="none" dirty="0">
                          <a:solidFill>
                            <a:schemeClr val="dk1"/>
                          </a:solidFill>
                          <a:latin typeface="Arial"/>
                          <a:ea typeface="Arial"/>
                          <a:cs typeface="Arial"/>
                          <a:sym typeface="Arial"/>
                        </a:rPr>
                        <a:t>Stitch is a cloud-first, open source platform </a:t>
                      </a:r>
                      <a:r>
                        <a:rPr lang="en-US" sz="1600" u="none" strike="noStrike" cap="none" dirty="0" err="1">
                          <a:solidFill>
                            <a:schemeClr val="dk1"/>
                          </a:solidFill>
                          <a:latin typeface="Arial"/>
                          <a:ea typeface="Arial"/>
                          <a:cs typeface="Arial"/>
                          <a:sym typeface="Arial"/>
                        </a:rPr>
                        <a:t>forrapidly</a:t>
                      </a:r>
                      <a:r>
                        <a:rPr lang="en-US" sz="1600" u="none" strike="noStrike" cap="none" dirty="0">
                          <a:solidFill>
                            <a:schemeClr val="dk1"/>
                          </a:solidFill>
                          <a:latin typeface="Arial"/>
                          <a:ea typeface="Arial"/>
                          <a:cs typeface="Arial"/>
                          <a:sym typeface="Arial"/>
                        </a:rPr>
                        <a:t> moving data.</a:t>
                      </a:r>
                      <a:endParaRPr sz="1400" u="none" strike="noStrike" cap="none" dirty="0"/>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tc>
                  <a:txBody>
                    <a:bodyPr/>
                    <a:lstStyle/>
                    <a:p>
                      <a:pPr marL="380365" marR="603250" lvl="0" indent="-285750" algn="l" rtl="0">
                        <a:lnSpc>
                          <a:spcPct val="100000"/>
                        </a:lnSpc>
                        <a:spcBef>
                          <a:spcPts val="0"/>
                        </a:spcBef>
                        <a:spcAft>
                          <a:spcPts val="0"/>
                        </a:spcAft>
                        <a:buClr>
                          <a:schemeClr val="dk1"/>
                        </a:buClr>
                        <a:buSzPts val="1800"/>
                        <a:buFont typeface="Arial"/>
                        <a:buChar char="•"/>
                      </a:pPr>
                      <a:r>
                        <a:rPr lang="en-US" sz="1600" u="none" strike="noStrike" cap="none" dirty="0">
                          <a:solidFill>
                            <a:schemeClr val="dk1"/>
                          </a:solidFill>
                          <a:latin typeface="Arial"/>
                          <a:ea typeface="Arial"/>
                          <a:cs typeface="Arial"/>
                          <a:sym typeface="Arial"/>
                        </a:rPr>
                        <a:t>Integrates with over 90 data sources</a:t>
                      </a:r>
                      <a:endParaRPr sz="1400" u="none" strike="noStrike" cap="none" dirty="0"/>
                    </a:p>
                  </a:txBody>
                  <a:tcPr marL="0" marR="0" marT="73225" marB="0">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2F2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2"/>
        <p:cNvGrpSpPr/>
        <p:nvPr/>
      </p:nvGrpSpPr>
      <p:grpSpPr>
        <a:xfrm>
          <a:off x="0" y="0"/>
          <a:ext cx="0" cy="0"/>
          <a:chOff x="0" y="0"/>
          <a:chExt cx="0" cy="0"/>
        </a:xfrm>
      </p:grpSpPr>
      <p:sp>
        <p:nvSpPr>
          <p:cNvPr id="213" name="Google Shape;213;p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14" name="Google Shape;214;p8" descr="$PPTXTitle"/>
          <p:cNvSpPr txBox="1">
            <a:spLocks noGrp="1"/>
          </p:cNvSpPr>
          <p:nvPr>
            <p:ph type="title"/>
          </p:nvPr>
        </p:nvSpPr>
        <p:spPr>
          <a:xfrm>
            <a:off x="411480" y="991443"/>
            <a:ext cx="4443154" cy="1087819"/>
          </a:xfrm>
          <a:prstGeom prst="rect">
            <a:avLst/>
          </a:prstGeom>
          <a:noFill/>
          <a:ln>
            <a:noFill/>
          </a:ln>
        </p:spPr>
        <p:txBody>
          <a:bodyPr spcFirstLastPara="1" wrap="square" lIns="0" tIns="12700" rIns="0" bIns="0" anchor="b" anchorCtr="0">
            <a:normAutofit/>
          </a:bodyPr>
          <a:lstStyle/>
          <a:p>
            <a:pPr marL="12700" lvl="0" indent="0" algn="l" rtl="0">
              <a:lnSpc>
                <a:spcPct val="90000"/>
              </a:lnSpc>
              <a:spcBef>
                <a:spcPts val="0"/>
              </a:spcBef>
              <a:spcAft>
                <a:spcPts val="0"/>
              </a:spcAft>
              <a:buClr>
                <a:srgbClr val="1172BE"/>
              </a:buClr>
              <a:buSzPts val="1400"/>
              <a:buFont typeface="Arial"/>
              <a:buNone/>
            </a:pPr>
            <a:r>
              <a:rPr lang="en-US" sz="3400"/>
              <a:t>Case Study: SuperStore</a:t>
            </a:r>
            <a:endParaRPr/>
          </a:p>
        </p:txBody>
      </p:sp>
      <p:sp>
        <p:nvSpPr>
          <p:cNvPr id="215" name="Google Shape;215;p8"/>
          <p:cNvSpPr/>
          <p:nvPr/>
        </p:nvSpPr>
        <p:spPr>
          <a:xfrm rot="5400000">
            <a:off x="649223" y="387939"/>
            <a:ext cx="73152" cy="548640"/>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6" name="Google Shape;216;p8"/>
          <p:cNvSpPr/>
          <p:nvPr/>
        </p:nvSpPr>
        <p:spPr>
          <a:xfrm>
            <a:off x="411480" y="2285541"/>
            <a:ext cx="4389120"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17" name="Google Shape;217;p8"/>
          <p:cNvGrpSpPr/>
          <p:nvPr/>
        </p:nvGrpSpPr>
        <p:grpSpPr>
          <a:xfrm>
            <a:off x="5385816" y="2923323"/>
            <a:ext cx="6440424" cy="956000"/>
            <a:chOff x="0" y="5048250"/>
            <a:chExt cx="12192000" cy="1809750"/>
          </a:xfrm>
        </p:grpSpPr>
        <p:sp>
          <p:nvSpPr>
            <p:cNvPr id="218" name="Google Shape;218;p8"/>
            <p:cNvSpPr/>
            <p:nvPr/>
          </p:nvSpPr>
          <p:spPr>
            <a:xfrm>
              <a:off x="0" y="5048250"/>
              <a:ext cx="12192000" cy="1809750"/>
            </a:xfrm>
            <a:custGeom>
              <a:avLst/>
              <a:gdLst/>
              <a:ahLst/>
              <a:cxnLst/>
              <a:rect l="l" t="t" r="r" b="b"/>
              <a:pathLst>
                <a:path w="12192000" h="1809750" extrusionOk="0">
                  <a:moveTo>
                    <a:pt x="0" y="1809750"/>
                  </a:moveTo>
                  <a:lnTo>
                    <a:pt x="0" y="0"/>
                  </a:lnTo>
                  <a:lnTo>
                    <a:pt x="12192000" y="0"/>
                  </a:lnTo>
                  <a:lnTo>
                    <a:pt x="12192000" y="1809750"/>
                  </a:lnTo>
                  <a:lnTo>
                    <a:pt x="0" y="1809750"/>
                  </a:lnTo>
                  <a:close/>
                </a:path>
              </a:pathLst>
            </a:custGeom>
            <a:solidFill>
              <a:srgbClr val="0170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219" name="Google Shape;219;p8"/>
            <p:cNvPicPr preferRelativeResize="0"/>
            <p:nvPr/>
          </p:nvPicPr>
          <p:blipFill rotWithShape="1">
            <a:blip r:embed="rId3">
              <a:alphaModFix/>
            </a:blip>
            <a:srcRect/>
            <a:stretch/>
          </p:blipFill>
          <p:spPr>
            <a:xfrm>
              <a:off x="5285232" y="5483351"/>
              <a:ext cx="1606295" cy="1374648"/>
            </a:xfrm>
            <a:prstGeom prst="rect">
              <a:avLst/>
            </a:prstGeom>
            <a:noFill/>
            <a:ln>
              <a:noFill/>
            </a:ln>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3"/>
        <p:cNvGrpSpPr/>
        <p:nvPr/>
      </p:nvGrpSpPr>
      <p:grpSpPr>
        <a:xfrm>
          <a:off x="0" y="0"/>
          <a:ext cx="0" cy="0"/>
          <a:chOff x="0" y="0"/>
          <a:chExt cx="0" cy="0"/>
        </a:xfrm>
      </p:grpSpPr>
      <p:sp>
        <p:nvSpPr>
          <p:cNvPr id="224" name="Google Shape;224;p9"/>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25" name="Google Shape;225;p9" descr="$PPTXTitle"/>
          <p:cNvSpPr txBox="1">
            <a:spLocks noGrp="1"/>
          </p:cNvSpPr>
          <p:nvPr>
            <p:ph type="title"/>
          </p:nvPr>
        </p:nvSpPr>
        <p:spPr>
          <a:xfrm>
            <a:off x="808638" y="386930"/>
            <a:ext cx="9236700" cy="1188950"/>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1400"/>
              <a:buFont typeface="Play"/>
              <a:buNone/>
            </a:pPr>
            <a:r>
              <a:rPr lang="en-US" sz="5400">
                <a:solidFill>
                  <a:schemeClr val="dk1"/>
                </a:solidFill>
                <a:latin typeface="Play"/>
                <a:ea typeface="Play"/>
                <a:cs typeface="Play"/>
                <a:sym typeface="Play"/>
              </a:rPr>
              <a:t>Tasks</a:t>
            </a:r>
            <a:endParaRPr/>
          </a:p>
        </p:txBody>
      </p:sp>
      <p:grpSp>
        <p:nvGrpSpPr>
          <p:cNvPr id="226" name="Google Shape;226;p9"/>
          <p:cNvGrpSpPr/>
          <p:nvPr/>
        </p:nvGrpSpPr>
        <p:grpSpPr>
          <a:xfrm>
            <a:off x="-2" y="1998368"/>
            <a:ext cx="11695083" cy="782176"/>
            <a:chOff x="-2" y="1998368"/>
            <a:chExt cx="11695083" cy="782176"/>
          </a:xfrm>
        </p:grpSpPr>
        <p:sp>
          <p:nvSpPr>
            <p:cNvPr id="227" name="Google Shape;227;p9"/>
            <p:cNvSpPr/>
            <p:nvPr/>
          </p:nvSpPr>
          <p:spPr>
            <a:xfrm rot="5400000">
              <a:off x="11228040" y="2313027"/>
              <a:ext cx="781700" cy="152382"/>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28" name="Google Shape;228;p9"/>
            <p:cNvSpPr/>
            <p:nvPr/>
          </p:nvSpPr>
          <p:spPr>
            <a:xfrm rot="10800000">
              <a:off x="-2" y="1998845"/>
              <a:ext cx="11454595" cy="7816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229" name="Google Shape;229;p9"/>
          <p:cNvSpPr/>
          <p:nvPr/>
        </p:nvSpPr>
        <p:spPr>
          <a:xfrm>
            <a:off x="0" y="2203079"/>
            <a:ext cx="11383362" cy="4147845"/>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0" name="Google Shape;230;p9"/>
          <p:cNvSpPr txBox="1"/>
          <p:nvPr/>
        </p:nvSpPr>
        <p:spPr>
          <a:xfrm>
            <a:off x="793660" y="2599509"/>
            <a:ext cx="10143668" cy="3435531"/>
          </a:xfrm>
          <a:prstGeom prst="rect">
            <a:avLst/>
          </a:prstGeom>
          <a:noFill/>
          <a:ln>
            <a:noFill/>
          </a:ln>
        </p:spPr>
        <p:txBody>
          <a:bodyPr spcFirstLastPara="1" wrap="square" lIns="91425" tIns="45700" rIns="91425" bIns="45700" anchor="ctr" anchorCtr="0">
            <a:normAutofit/>
          </a:bodyPr>
          <a:lstStyle/>
          <a:p>
            <a:pPr marL="526415" marR="0" lvl="0" indent="-228600" algn="l" rtl="0">
              <a:lnSpc>
                <a:spcPct val="90000"/>
              </a:lnSpc>
              <a:spcBef>
                <a:spcPts val="0"/>
              </a:spcBef>
              <a:spcAft>
                <a:spcPts val="0"/>
              </a:spcAft>
              <a:buClr>
                <a:schemeClr val="dk1"/>
              </a:buClr>
              <a:buSzPts val="2200"/>
              <a:buFont typeface="Arial"/>
              <a:buChar char="•"/>
            </a:pPr>
            <a:r>
              <a:rPr lang="en-US" sz="2400" b="0" i="0" u="none" strike="noStrike" cap="none">
                <a:solidFill>
                  <a:schemeClr val="dk1"/>
                </a:solidFill>
                <a:latin typeface="Arial"/>
                <a:ea typeface="Arial"/>
                <a:cs typeface="Arial"/>
                <a:sym typeface="Arial"/>
              </a:rPr>
              <a:t>Create SUPERSTORE Database</a:t>
            </a:r>
            <a:endParaRPr sz="1400" b="0" i="0" u="none" strike="noStrike" cap="none">
              <a:solidFill>
                <a:srgbClr val="000000"/>
              </a:solidFill>
              <a:latin typeface="Arial"/>
              <a:ea typeface="Arial"/>
              <a:cs typeface="Arial"/>
              <a:sym typeface="Arial"/>
            </a:endParaRPr>
          </a:p>
          <a:p>
            <a:pPr marL="526415" marR="0" lvl="0" indent="-228600" algn="l" rtl="0">
              <a:lnSpc>
                <a:spcPct val="90000"/>
              </a:lnSpc>
              <a:spcBef>
                <a:spcPts val="620"/>
              </a:spcBef>
              <a:spcAft>
                <a:spcPts val="0"/>
              </a:spcAft>
              <a:buClr>
                <a:schemeClr val="dk1"/>
              </a:buClr>
              <a:buSzPts val="2200"/>
              <a:buFont typeface="Arial"/>
              <a:buChar char="•"/>
            </a:pPr>
            <a:r>
              <a:rPr lang="en-US" sz="2400" b="0" i="0" u="none" strike="noStrike" cap="none">
                <a:solidFill>
                  <a:schemeClr val="dk1"/>
                </a:solidFill>
                <a:latin typeface="Arial"/>
                <a:ea typeface="Arial"/>
                <a:cs typeface="Arial"/>
                <a:sym typeface="Arial"/>
              </a:rPr>
              <a:t>Load data into SUPERSTORE DB</a:t>
            </a:r>
            <a:endParaRPr sz="1400" b="0" i="0" u="none" strike="noStrike" cap="none">
              <a:solidFill>
                <a:srgbClr val="000000"/>
              </a:solidFill>
              <a:latin typeface="Arial"/>
              <a:ea typeface="Arial"/>
              <a:cs typeface="Arial"/>
              <a:sym typeface="Arial"/>
            </a:endParaRPr>
          </a:p>
          <a:p>
            <a:pPr marL="526415" marR="0" lvl="0" indent="-228600" algn="l" rtl="0">
              <a:lnSpc>
                <a:spcPct val="90000"/>
              </a:lnSpc>
              <a:spcBef>
                <a:spcPts val="650"/>
              </a:spcBef>
              <a:spcAft>
                <a:spcPts val="0"/>
              </a:spcAft>
              <a:buClr>
                <a:schemeClr val="dk1"/>
              </a:buClr>
              <a:buSzPts val="2200"/>
              <a:buFont typeface="Arial"/>
              <a:buChar char="•"/>
            </a:pPr>
            <a:r>
              <a:rPr lang="en-US" sz="2400" b="0" i="0" u="none" strike="noStrike" cap="none">
                <a:solidFill>
                  <a:schemeClr val="dk1"/>
                </a:solidFill>
                <a:latin typeface="Arial"/>
                <a:ea typeface="Arial"/>
                <a:cs typeface="Arial"/>
                <a:sym typeface="Arial"/>
              </a:rPr>
              <a:t>Design data model</a:t>
            </a:r>
            <a:endParaRPr sz="1400" b="0" i="0" u="none" strike="noStrike" cap="none">
              <a:solidFill>
                <a:srgbClr val="000000"/>
              </a:solidFill>
              <a:latin typeface="Arial"/>
              <a:ea typeface="Arial"/>
              <a:cs typeface="Arial"/>
              <a:sym typeface="Arial"/>
            </a:endParaRPr>
          </a:p>
          <a:p>
            <a:pPr marL="526415" marR="0" lvl="0" indent="-228600" algn="l" rtl="0">
              <a:lnSpc>
                <a:spcPct val="90000"/>
              </a:lnSpc>
              <a:spcBef>
                <a:spcPts val="745"/>
              </a:spcBef>
              <a:spcAft>
                <a:spcPts val="0"/>
              </a:spcAft>
              <a:buClr>
                <a:schemeClr val="dk1"/>
              </a:buClr>
              <a:buSzPts val="2200"/>
              <a:buFont typeface="Arial"/>
              <a:buChar char="•"/>
            </a:pPr>
            <a:r>
              <a:rPr lang="en-US" sz="2400" b="0" i="0" u="none" strike="noStrike" cap="none">
                <a:solidFill>
                  <a:schemeClr val="dk1"/>
                </a:solidFill>
                <a:latin typeface="Arial"/>
                <a:ea typeface="Arial"/>
                <a:cs typeface="Arial"/>
                <a:sym typeface="Arial"/>
              </a:rPr>
              <a:t>Design ETL pipeline</a:t>
            </a:r>
            <a:endParaRPr sz="1400" b="0" i="0" u="none" strike="noStrike" cap="none">
              <a:solidFill>
                <a:srgbClr val="000000"/>
              </a:solidFill>
              <a:latin typeface="Arial"/>
              <a:ea typeface="Arial"/>
              <a:cs typeface="Arial"/>
              <a:sym typeface="Arial"/>
            </a:endParaRPr>
          </a:p>
          <a:p>
            <a:pPr marL="526415" marR="0" lvl="0" indent="-228600" algn="l" rtl="0">
              <a:lnSpc>
                <a:spcPct val="90000"/>
              </a:lnSpc>
              <a:spcBef>
                <a:spcPts val="645"/>
              </a:spcBef>
              <a:spcAft>
                <a:spcPts val="0"/>
              </a:spcAft>
              <a:buClr>
                <a:schemeClr val="dk1"/>
              </a:buClr>
              <a:buSzPts val="2200"/>
              <a:buFont typeface="Arial"/>
              <a:buChar char="•"/>
            </a:pPr>
            <a:r>
              <a:rPr lang="en-US" sz="2400" b="0" i="0" u="none" strike="noStrike" cap="none">
                <a:solidFill>
                  <a:schemeClr val="dk1"/>
                </a:solidFill>
                <a:latin typeface="Arial"/>
                <a:ea typeface="Arial"/>
                <a:cs typeface="Arial"/>
                <a:sym typeface="Arial"/>
              </a:rPr>
              <a:t>Create data warehouse tables</a:t>
            </a:r>
            <a:endParaRPr sz="1400" b="0" i="0" u="none" strike="noStrike" cap="none">
              <a:solidFill>
                <a:srgbClr val="000000"/>
              </a:solidFill>
              <a:latin typeface="Arial"/>
              <a:ea typeface="Arial"/>
              <a:cs typeface="Arial"/>
              <a:sym typeface="Arial"/>
            </a:endParaRPr>
          </a:p>
          <a:p>
            <a:pPr marL="526415" marR="0" lvl="0" indent="-228600" algn="l" rtl="0">
              <a:lnSpc>
                <a:spcPct val="90000"/>
              </a:lnSpc>
              <a:spcBef>
                <a:spcPts val="625"/>
              </a:spcBef>
              <a:spcAft>
                <a:spcPts val="0"/>
              </a:spcAft>
              <a:buClr>
                <a:schemeClr val="dk1"/>
              </a:buClr>
              <a:buSzPts val="2200"/>
              <a:buFont typeface="Arial"/>
              <a:buChar char="•"/>
            </a:pPr>
            <a:r>
              <a:rPr lang="en-US" sz="2400" b="0" i="0" u="none" strike="noStrike" cap="none">
                <a:solidFill>
                  <a:schemeClr val="dk1"/>
                </a:solidFill>
                <a:latin typeface="Arial"/>
                <a:ea typeface="Arial"/>
                <a:cs typeface="Arial"/>
                <a:sym typeface="Arial"/>
              </a:rPr>
              <a:t>ETL from SUPERSTORE to DWH</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4"/>
        <p:cNvGrpSpPr/>
        <p:nvPr/>
      </p:nvGrpSpPr>
      <p:grpSpPr>
        <a:xfrm>
          <a:off x="0" y="0"/>
          <a:ext cx="0" cy="0"/>
          <a:chOff x="0" y="0"/>
          <a:chExt cx="0" cy="0"/>
        </a:xfrm>
      </p:grpSpPr>
      <p:sp>
        <p:nvSpPr>
          <p:cNvPr id="235" name="Google Shape;235;p10"/>
          <p:cNvSpPr/>
          <p:nvPr/>
        </p:nvSpPr>
        <p:spPr>
          <a:xfrm>
            <a:off x="0" y="0"/>
            <a:ext cx="12191999" cy="6857365"/>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236" name="Google Shape;236;p10"/>
          <p:cNvGrpSpPr/>
          <p:nvPr/>
        </p:nvGrpSpPr>
        <p:grpSpPr>
          <a:xfrm>
            <a:off x="4" y="1216597"/>
            <a:ext cx="731521" cy="673460"/>
            <a:chOff x="3940602" y="308034"/>
            <a:chExt cx="2116791" cy="3428999"/>
          </a:xfrm>
        </p:grpSpPr>
        <p:sp>
          <p:nvSpPr>
            <p:cNvPr id="237" name="Google Shape;237;p10"/>
            <p:cNvSpPr/>
            <p:nvPr/>
          </p:nvSpPr>
          <p:spPr>
            <a:xfrm>
              <a:off x="3940602"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8" name="Google Shape;238;p10"/>
            <p:cNvSpPr/>
            <p:nvPr/>
          </p:nvSpPr>
          <p:spPr>
            <a:xfrm>
              <a:off x="4715626"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39" name="Google Shape;239;p10"/>
            <p:cNvSpPr/>
            <p:nvPr/>
          </p:nvSpPr>
          <p:spPr>
            <a:xfrm>
              <a:off x="5490650" y="308034"/>
              <a:ext cx="566743" cy="342899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sp>
        <p:nvSpPr>
          <p:cNvPr id="240" name="Google Shape;240;p10"/>
          <p:cNvSpPr/>
          <p:nvPr/>
        </p:nvSpPr>
        <p:spPr>
          <a:xfrm>
            <a:off x="640079" y="613954"/>
            <a:ext cx="10907487" cy="1894116"/>
          </a:xfrm>
          <a:prstGeom prst="rect">
            <a:avLst/>
          </a:prstGeom>
          <a:solidFill>
            <a:schemeClr val="lt1"/>
          </a:solidFill>
          <a:ln>
            <a:noFill/>
          </a:ln>
          <a:effectLst>
            <a:outerShdw blurRad="139700" dist="127000" dir="5400000" algn="t" rotWithShape="0">
              <a:srgbClr val="000000">
                <a:alpha val="14901"/>
              </a:srgb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1" name="Google Shape;241;p10" descr="$PPTXTitle"/>
          <p:cNvSpPr txBox="1">
            <a:spLocks noGrp="1"/>
          </p:cNvSpPr>
          <p:nvPr>
            <p:ph type="title"/>
          </p:nvPr>
        </p:nvSpPr>
        <p:spPr>
          <a:xfrm>
            <a:off x="1043631" y="809898"/>
            <a:ext cx="9942716" cy="1554480"/>
          </a:xfrm>
          <a:prstGeom prst="rect">
            <a:avLst/>
          </a:prstGeom>
          <a:noFill/>
          <a:ln>
            <a:noFill/>
          </a:ln>
        </p:spPr>
        <p:txBody>
          <a:bodyPr spcFirstLastPara="1" wrap="square" lIns="91425" tIns="45700" rIns="91425" bIns="45700" anchor="ctr" anchorCtr="0">
            <a:normAutofit/>
          </a:bodyPr>
          <a:lstStyle/>
          <a:p>
            <a:pPr marL="653415" lvl="0" indent="0" algn="l" rtl="0">
              <a:lnSpc>
                <a:spcPct val="90000"/>
              </a:lnSpc>
              <a:spcBef>
                <a:spcPts val="0"/>
              </a:spcBef>
              <a:spcAft>
                <a:spcPts val="0"/>
              </a:spcAft>
              <a:buClr>
                <a:schemeClr val="dk1"/>
              </a:buClr>
              <a:buSzPts val="1400"/>
              <a:buFont typeface="Play"/>
              <a:buNone/>
            </a:pPr>
            <a:r>
              <a:rPr lang="en-US" sz="4800">
                <a:solidFill>
                  <a:schemeClr val="dk1"/>
                </a:solidFill>
                <a:latin typeface="Play"/>
                <a:ea typeface="Play"/>
                <a:cs typeface="Play"/>
                <a:sym typeface="Play"/>
              </a:rPr>
              <a:t>4 ways to load data into Snowflake</a:t>
            </a:r>
            <a:endParaRPr/>
          </a:p>
        </p:txBody>
      </p:sp>
      <p:sp>
        <p:nvSpPr>
          <p:cNvPr id="242" name="Google Shape;242;p10"/>
          <p:cNvSpPr txBox="1"/>
          <p:nvPr/>
        </p:nvSpPr>
        <p:spPr>
          <a:xfrm>
            <a:off x="1045028" y="3017522"/>
            <a:ext cx="9941319" cy="3124658"/>
          </a:xfrm>
          <a:prstGeom prst="rect">
            <a:avLst/>
          </a:prstGeom>
          <a:noFill/>
          <a:ln>
            <a:noFill/>
          </a:ln>
        </p:spPr>
        <p:txBody>
          <a:bodyPr spcFirstLastPara="1" wrap="square" lIns="91425" tIns="45700" rIns="91425" bIns="45700" anchor="ctr" anchorCtr="0">
            <a:normAutofit/>
          </a:bodyPr>
          <a:lstStyle/>
          <a:p>
            <a:pPr marL="526415" marR="0" lvl="0" indent="-228600" algn="l" rtl="0">
              <a:lnSpc>
                <a:spcPct val="90000"/>
              </a:lnSpc>
              <a:spcBef>
                <a:spcPts val="0"/>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Use UI</a:t>
            </a:r>
            <a:endParaRPr sz="1400" b="0" i="0" u="none" strike="noStrike" cap="none">
              <a:solidFill>
                <a:srgbClr val="000000"/>
              </a:solidFill>
              <a:latin typeface="Arial"/>
              <a:ea typeface="Arial"/>
              <a:cs typeface="Arial"/>
              <a:sym typeface="Arial"/>
            </a:endParaRPr>
          </a:p>
          <a:p>
            <a:pPr marL="526415" marR="0" lvl="0" indent="-228600" algn="l" rtl="0">
              <a:lnSpc>
                <a:spcPct val="90000"/>
              </a:lnSpc>
              <a:spcBef>
                <a:spcPts val="620"/>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Use insert into script</a:t>
            </a:r>
            <a:endParaRPr sz="1400" b="0" i="0" u="none" strike="noStrike" cap="none">
              <a:solidFill>
                <a:srgbClr val="000000"/>
              </a:solidFill>
              <a:latin typeface="Arial"/>
              <a:ea typeface="Arial"/>
              <a:cs typeface="Arial"/>
              <a:sym typeface="Arial"/>
            </a:endParaRPr>
          </a:p>
          <a:p>
            <a:pPr marL="526415" marR="0" lvl="0" indent="-228600" algn="l" rtl="0">
              <a:lnSpc>
                <a:spcPct val="90000"/>
              </a:lnSpc>
              <a:spcBef>
                <a:spcPts val="650"/>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Use SnowSQL Command-Line Interface*</a:t>
            </a:r>
            <a:endParaRPr sz="1400" b="0" i="0" u="none" strike="noStrike" cap="none">
              <a:solidFill>
                <a:srgbClr val="000000"/>
              </a:solidFill>
              <a:latin typeface="Arial"/>
              <a:ea typeface="Arial"/>
              <a:cs typeface="Arial"/>
              <a:sym typeface="Arial"/>
            </a:endParaRPr>
          </a:p>
          <a:p>
            <a:pPr marL="526415" marR="0" lvl="0" indent="-228600" algn="l" rtl="0">
              <a:lnSpc>
                <a:spcPct val="90000"/>
              </a:lnSpc>
              <a:spcBef>
                <a:spcPts val="745"/>
              </a:spcBef>
              <a:spcAft>
                <a:spcPts val="0"/>
              </a:spcAft>
              <a:buClr>
                <a:schemeClr val="dk1"/>
              </a:buClr>
              <a:buSzPts val="2800"/>
              <a:buFont typeface="Arial"/>
              <a:buChar char="•"/>
            </a:pPr>
            <a:r>
              <a:rPr lang="en-US" sz="2400" b="0" i="0" u="none" strike="noStrike" cap="none">
                <a:solidFill>
                  <a:schemeClr val="dk1"/>
                </a:solidFill>
                <a:latin typeface="Arial"/>
                <a:ea typeface="Arial"/>
                <a:cs typeface="Arial"/>
                <a:sym typeface="Arial"/>
              </a:rPr>
              <a:t>Use Python Pandas</a:t>
            </a:r>
            <a:endParaRPr sz="1400" b="0" i="0" u="none" strike="noStrike" cap="none">
              <a:solidFill>
                <a:srgbClr val="000000"/>
              </a:solidFill>
              <a:latin typeface="Arial"/>
              <a:ea typeface="Arial"/>
              <a:cs typeface="Arial"/>
              <a:sym typeface="Arial"/>
            </a:endParaRPr>
          </a:p>
        </p:txBody>
      </p:sp>
      <p:cxnSp>
        <p:nvCxnSpPr>
          <p:cNvPr id="243" name="Google Shape;243;p10"/>
          <p:cNvCxnSpPr/>
          <p:nvPr/>
        </p:nvCxnSpPr>
        <p:spPr>
          <a:xfrm rot="10800000">
            <a:off x="838200" y="6485313"/>
            <a:ext cx="10515600" cy="0"/>
          </a:xfrm>
          <a:prstGeom prst="straightConnector1">
            <a:avLst/>
          </a:prstGeom>
          <a:noFill/>
          <a:ln w="57150" cap="flat" cmpd="sng">
            <a:solidFill>
              <a:schemeClr val="accent4"/>
            </a:solidFill>
            <a:prstDash val="solid"/>
            <a:miter lim="800000"/>
            <a:headEnd type="none" w="sm" len="sm"/>
            <a:tailEnd type="none"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47"/>
        <p:cNvGrpSpPr/>
        <p:nvPr/>
      </p:nvGrpSpPr>
      <p:grpSpPr>
        <a:xfrm>
          <a:off x="0" y="0"/>
          <a:ext cx="0" cy="0"/>
          <a:chOff x="0" y="0"/>
          <a:chExt cx="0" cy="0"/>
        </a:xfrm>
      </p:grpSpPr>
      <p:sp>
        <p:nvSpPr>
          <p:cNvPr id="248" name="Google Shape;248;p11"/>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49" name="Google Shape;249;p11" descr="$PPTXTitle"/>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1400"/>
              <a:buFont typeface="Play"/>
              <a:buNone/>
            </a:pPr>
            <a:r>
              <a:rPr lang="en-US" sz="3600">
                <a:solidFill>
                  <a:srgbClr val="FFFFFF"/>
                </a:solidFill>
                <a:latin typeface="Play"/>
                <a:ea typeface="Play"/>
                <a:cs typeface="Play"/>
                <a:sym typeface="Play"/>
              </a:rPr>
              <a:t>Data Model Design</a:t>
            </a:r>
            <a:endParaRPr/>
          </a:p>
        </p:txBody>
      </p:sp>
      <p:pic>
        <p:nvPicPr>
          <p:cNvPr id="250" name="Google Shape;250;p11"/>
          <p:cNvPicPr preferRelativeResize="0"/>
          <p:nvPr/>
        </p:nvPicPr>
        <p:blipFill rotWithShape="1">
          <a:blip r:embed="rId3">
            <a:alphaModFix/>
          </a:blip>
          <a:srcRect/>
          <a:stretch/>
        </p:blipFill>
        <p:spPr>
          <a:xfrm>
            <a:off x="4777316" y="910501"/>
            <a:ext cx="6780700" cy="503466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12" descr="$PPTXTitle"/>
          <p:cNvSpPr txBox="1">
            <a:spLocks noGrp="1"/>
          </p:cNvSpPr>
          <p:nvPr>
            <p:ph type="title"/>
          </p:nvPr>
        </p:nvSpPr>
        <p:spPr>
          <a:xfrm>
            <a:off x="2288132" y="239267"/>
            <a:ext cx="7615800" cy="690000"/>
          </a:xfrm>
          <a:prstGeom prst="rect">
            <a:avLst/>
          </a:prstGeom>
          <a:noFill/>
          <a:ln>
            <a:noFill/>
          </a:ln>
        </p:spPr>
        <p:txBody>
          <a:bodyPr spcFirstLastPara="1" wrap="square" lIns="0" tIns="12700" rIns="0" bIns="0" anchor="t" anchorCtr="0">
            <a:spAutoFit/>
          </a:bodyPr>
          <a:lstStyle/>
          <a:p>
            <a:pPr marL="0" lvl="0" indent="0" algn="l" rtl="0">
              <a:lnSpc>
                <a:spcPct val="100000"/>
              </a:lnSpc>
              <a:spcBef>
                <a:spcPts val="0"/>
              </a:spcBef>
              <a:spcAft>
                <a:spcPts val="0"/>
              </a:spcAft>
              <a:buClr>
                <a:srgbClr val="1172BE"/>
              </a:buClr>
              <a:buSzPts val="1400"/>
              <a:buFont typeface="Arial"/>
              <a:buNone/>
            </a:pPr>
            <a:r>
              <a:rPr lang="en-US"/>
              <a:t>Data Pipeline Design</a:t>
            </a:r>
            <a:endParaRPr/>
          </a:p>
        </p:txBody>
      </p:sp>
      <p:grpSp>
        <p:nvGrpSpPr>
          <p:cNvPr id="256" name="Google Shape;256;p12"/>
          <p:cNvGrpSpPr/>
          <p:nvPr/>
        </p:nvGrpSpPr>
        <p:grpSpPr>
          <a:xfrm>
            <a:off x="1006912" y="2505373"/>
            <a:ext cx="2339341" cy="2998470"/>
            <a:chOff x="1006912" y="2505373"/>
            <a:chExt cx="2339341" cy="2998470"/>
          </a:xfrm>
        </p:grpSpPr>
        <p:sp>
          <p:nvSpPr>
            <p:cNvPr id="257" name="Google Shape;257;p12"/>
            <p:cNvSpPr/>
            <p:nvPr/>
          </p:nvSpPr>
          <p:spPr>
            <a:xfrm>
              <a:off x="1006913" y="2505373"/>
              <a:ext cx="2339340" cy="2998470"/>
            </a:xfrm>
            <a:custGeom>
              <a:avLst/>
              <a:gdLst/>
              <a:ahLst/>
              <a:cxnLst/>
              <a:rect l="l" t="t" r="r" b="b"/>
              <a:pathLst>
                <a:path w="2339340" h="2998470" extrusionOk="0">
                  <a:moveTo>
                    <a:pt x="2339162" y="0"/>
                  </a:moveTo>
                  <a:lnTo>
                    <a:pt x="0" y="0"/>
                  </a:lnTo>
                  <a:lnTo>
                    <a:pt x="0" y="2998381"/>
                  </a:lnTo>
                  <a:lnTo>
                    <a:pt x="2339162" y="2998381"/>
                  </a:lnTo>
                  <a:lnTo>
                    <a:pt x="2339162" y="0"/>
                  </a:lnTo>
                  <a:close/>
                </a:path>
              </a:pathLst>
            </a:custGeom>
            <a:solidFill>
              <a:srgbClr val="0070C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58" name="Google Shape;258;p12"/>
            <p:cNvSpPr/>
            <p:nvPr/>
          </p:nvSpPr>
          <p:spPr>
            <a:xfrm>
              <a:off x="1006912" y="2505373"/>
              <a:ext cx="2338070" cy="2997200"/>
            </a:xfrm>
            <a:custGeom>
              <a:avLst/>
              <a:gdLst/>
              <a:ahLst/>
              <a:cxnLst/>
              <a:rect l="l" t="t" r="r" b="b"/>
              <a:pathLst>
                <a:path w="2338070" h="2997200" extrusionOk="0">
                  <a:moveTo>
                    <a:pt x="0" y="0"/>
                  </a:moveTo>
                  <a:lnTo>
                    <a:pt x="2337970" y="0"/>
                  </a:lnTo>
                  <a:lnTo>
                    <a:pt x="2337970" y="2996852"/>
                  </a:lnTo>
                  <a:lnTo>
                    <a:pt x="0" y="2996852"/>
                  </a:lnTo>
                  <a:lnTo>
                    <a:pt x="0" y="0"/>
                  </a:lnTo>
                  <a:close/>
                </a:path>
              </a:pathLst>
            </a:custGeom>
            <a:noFill/>
            <a:ln w="12675" cap="flat" cmpd="sng">
              <a:solidFill>
                <a:srgbClr val="09528B"/>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259" name="Google Shape;259;p12"/>
          <p:cNvSpPr txBox="1"/>
          <p:nvPr/>
        </p:nvSpPr>
        <p:spPr>
          <a:xfrm>
            <a:off x="1340832" y="2651252"/>
            <a:ext cx="12198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SUPERSTORE</a:t>
            </a:r>
            <a:endParaRPr sz="1800" b="0" i="0" u="none" strike="noStrike" cap="none">
              <a:solidFill>
                <a:schemeClr val="dk1"/>
              </a:solidFill>
              <a:latin typeface="Arial"/>
              <a:ea typeface="Arial"/>
              <a:cs typeface="Arial"/>
              <a:sym typeface="Arial"/>
            </a:endParaRPr>
          </a:p>
        </p:txBody>
      </p:sp>
      <p:sp>
        <p:nvSpPr>
          <p:cNvPr id="260" name="Google Shape;260;p12"/>
          <p:cNvSpPr txBox="1"/>
          <p:nvPr/>
        </p:nvSpPr>
        <p:spPr>
          <a:xfrm>
            <a:off x="1496010" y="3365945"/>
            <a:ext cx="1455420" cy="369570"/>
          </a:xfrm>
          <a:prstGeom prst="rect">
            <a:avLst/>
          </a:prstGeom>
          <a:solidFill>
            <a:srgbClr val="0070C0"/>
          </a:solidFill>
          <a:ln w="9525" cap="flat" cmpd="sng">
            <a:solidFill>
              <a:srgbClr val="000000"/>
            </a:solidFill>
            <a:prstDash val="solid"/>
            <a:round/>
            <a:headEnd type="none" w="sm" len="sm"/>
            <a:tailEnd type="none" w="sm" len="sm"/>
          </a:ln>
        </p:spPr>
        <p:txBody>
          <a:bodyPr spcFirstLastPara="1" wrap="square" lIns="0" tIns="32375" rIns="0" bIns="0" anchor="t" anchorCtr="0">
            <a:spAutoFit/>
          </a:bodyPr>
          <a:lstStyle/>
          <a:p>
            <a:pPr marL="91440"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SALES</a:t>
            </a:r>
            <a:endParaRPr sz="1800" b="0" i="0" u="none" strike="noStrike" cap="none">
              <a:solidFill>
                <a:schemeClr val="dk1"/>
              </a:solidFill>
              <a:latin typeface="Arial"/>
              <a:ea typeface="Arial"/>
              <a:cs typeface="Arial"/>
              <a:sym typeface="Arial"/>
            </a:endParaRPr>
          </a:p>
        </p:txBody>
      </p:sp>
      <p:sp>
        <p:nvSpPr>
          <p:cNvPr id="261" name="Google Shape;261;p12"/>
          <p:cNvSpPr txBox="1"/>
          <p:nvPr/>
        </p:nvSpPr>
        <p:spPr>
          <a:xfrm>
            <a:off x="1496010" y="4178372"/>
            <a:ext cx="1405890" cy="369570"/>
          </a:xfrm>
          <a:prstGeom prst="rect">
            <a:avLst/>
          </a:prstGeom>
          <a:solidFill>
            <a:srgbClr val="0070C0"/>
          </a:solidFill>
          <a:ln w="9525" cap="flat" cmpd="sng">
            <a:solidFill>
              <a:srgbClr val="000000"/>
            </a:solidFill>
            <a:prstDash val="solid"/>
            <a:round/>
            <a:headEnd type="none" w="sm" len="sm"/>
            <a:tailEnd type="none" w="sm" len="sm"/>
          </a:ln>
        </p:spPr>
        <p:txBody>
          <a:bodyPr spcFirstLastPara="1" wrap="square" lIns="0" tIns="33650" rIns="0" bIns="0" anchor="t" anchorCtr="0">
            <a:spAutoFit/>
          </a:bodyPr>
          <a:lstStyle/>
          <a:p>
            <a:pPr marL="91440"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RETURNS</a:t>
            </a:r>
            <a:endParaRPr sz="1800" b="0" i="0" u="none" strike="noStrike" cap="none">
              <a:solidFill>
                <a:schemeClr val="dk1"/>
              </a:solidFill>
              <a:latin typeface="Arial"/>
              <a:ea typeface="Arial"/>
              <a:cs typeface="Arial"/>
              <a:sym typeface="Arial"/>
            </a:endParaRPr>
          </a:p>
        </p:txBody>
      </p:sp>
      <p:grpSp>
        <p:nvGrpSpPr>
          <p:cNvPr id="262" name="Google Shape;262;p12"/>
          <p:cNvGrpSpPr/>
          <p:nvPr/>
        </p:nvGrpSpPr>
        <p:grpSpPr>
          <a:xfrm>
            <a:off x="4242266" y="2516229"/>
            <a:ext cx="2234565" cy="2998470"/>
            <a:chOff x="4242266" y="2516229"/>
            <a:chExt cx="2234565" cy="2998470"/>
          </a:xfrm>
        </p:grpSpPr>
        <p:sp>
          <p:nvSpPr>
            <p:cNvPr id="263" name="Google Shape;263;p12"/>
            <p:cNvSpPr/>
            <p:nvPr/>
          </p:nvSpPr>
          <p:spPr>
            <a:xfrm>
              <a:off x="4242266" y="2516229"/>
              <a:ext cx="2234565" cy="2998470"/>
            </a:xfrm>
            <a:custGeom>
              <a:avLst/>
              <a:gdLst/>
              <a:ahLst/>
              <a:cxnLst/>
              <a:rect l="l" t="t" r="r" b="b"/>
              <a:pathLst>
                <a:path w="2234565" h="2998470" extrusionOk="0">
                  <a:moveTo>
                    <a:pt x="2234171" y="0"/>
                  </a:moveTo>
                  <a:lnTo>
                    <a:pt x="0" y="0"/>
                  </a:lnTo>
                  <a:lnTo>
                    <a:pt x="0" y="2998381"/>
                  </a:lnTo>
                  <a:lnTo>
                    <a:pt x="2234171" y="2998381"/>
                  </a:lnTo>
                  <a:lnTo>
                    <a:pt x="2234171" y="0"/>
                  </a:lnTo>
                  <a:close/>
                </a:path>
              </a:pathLst>
            </a:custGeom>
            <a:solidFill>
              <a:srgbClr val="FFC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4" name="Google Shape;264;p12"/>
            <p:cNvSpPr/>
            <p:nvPr/>
          </p:nvSpPr>
          <p:spPr>
            <a:xfrm>
              <a:off x="4242266" y="2516229"/>
              <a:ext cx="2233295" cy="2997200"/>
            </a:xfrm>
            <a:custGeom>
              <a:avLst/>
              <a:gdLst/>
              <a:ahLst/>
              <a:cxnLst/>
              <a:rect l="l" t="t" r="r" b="b"/>
              <a:pathLst>
                <a:path w="2233295" h="2997200" extrusionOk="0">
                  <a:moveTo>
                    <a:pt x="0" y="0"/>
                  </a:moveTo>
                  <a:lnTo>
                    <a:pt x="2233032" y="0"/>
                  </a:lnTo>
                  <a:lnTo>
                    <a:pt x="2233032" y="2996852"/>
                  </a:lnTo>
                  <a:lnTo>
                    <a:pt x="0" y="2996852"/>
                  </a:lnTo>
                  <a:lnTo>
                    <a:pt x="0" y="0"/>
                  </a:lnTo>
                  <a:close/>
                </a:path>
              </a:pathLst>
            </a:custGeom>
            <a:noFill/>
            <a:ln w="12675" cap="flat" cmpd="sng">
              <a:solidFill>
                <a:srgbClr val="09528B"/>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265" name="Google Shape;265;p12"/>
          <p:cNvSpPr txBox="1"/>
          <p:nvPr/>
        </p:nvSpPr>
        <p:spPr>
          <a:xfrm>
            <a:off x="4426864" y="2645155"/>
            <a:ext cx="833119" cy="29972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STAGING</a:t>
            </a:r>
            <a:endParaRPr sz="1800" b="0" i="0" u="none" strike="noStrike" cap="none">
              <a:solidFill>
                <a:schemeClr val="dk1"/>
              </a:solidFill>
              <a:latin typeface="Arial"/>
              <a:ea typeface="Arial"/>
              <a:cs typeface="Arial"/>
              <a:sym typeface="Arial"/>
            </a:endParaRPr>
          </a:p>
        </p:txBody>
      </p:sp>
      <p:sp>
        <p:nvSpPr>
          <p:cNvPr id="266" name="Google Shape;266;p12"/>
          <p:cNvSpPr txBox="1"/>
          <p:nvPr/>
        </p:nvSpPr>
        <p:spPr>
          <a:xfrm>
            <a:off x="4460665" y="3380051"/>
            <a:ext cx="1657985" cy="369570"/>
          </a:xfrm>
          <a:prstGeom prst="rect">
            <a:avLst/>
          </a:prstGeom>
          <a:solidFill>
            <a:srgbClr val="FFC000"/>
          </a:solidFill>
          <a:ln w="9525" cap="flat" cmpd="sng">
            <a:solidFill>
              <a:srgbClr val="000000"/>
            </a:solidFill>
            <a:prstDash val="solid"/>
            <a:round/>
            <a:headEnd type="none" w="sm" len="sm"/>
            <a:tailEnd type="none" w="sm" len="sm"/>
          </a:ln>
        </p:spPr>
        <p:txBody>
          <a:bodyPr spcFirstLastPara="1" wrap="square" lIns="0" tIns="33650" rIns="0" bIns="0" anchor="t" anchorCtr="0">
            <a:spAutoFit/>
          </a:bodyPr>
          <a:lstStyle/>
          <a:p>
            <a:pPr marL="90805"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SALES_STG</a:t>
            </a:r>
            <a:endParaRPr sz="1800" b="0" i="0" u="none" strike="noStrike" cap="none">
              <a:solidFill>
                <a:schemeClr val="dk1"/>
              </a:solidFill>
              <a:latin typeface="Arial"/>
              <a:ea typeface="Arial"/>
              <a:cs typeface="Arial"/>
              <a:sym typeface="Arial"/>
            </a:endParaRPr>
          </a:p>
        </p:txBody>
      </p:sp>
      <p:sp>
        <p:nvSpPr>
          <p:cNvPr id="267" name="Google Shape;267;p12"/>
          <p:cNvSpPr/>
          <p:nvPr/>
        </p:nvSpPr>
        <p:spPr>
          <a:xfrm>
            <a:off x="4460665" y="4192478"/>
            <a:ext cx="1657985" cy="369570"/>
          </a:xfrm>
          <a:custGeom>
            <a:avLst/>
            <a:gdLst/>
            <a:ahLst/>
            <a:cxnLst/>
            <a:rect l="l" t="t" r="r" b="b"/>
            <a:pathLst>
              <a:path w="1657985" h="369570" extrusionOk="0">
                <a:moveTo>
                  <a:pt x="0" y="0"/>
                </a:moveTo>
                <a:lnTo>
                  <a:pt x="1657833" y="0"/>
                </a:lnTo>
                <a:lnTo>
                  <a:pt x="1657833" y="369143"/>
                </a:lnTo>
                <a:lnTo>
                  <a:pt x="0" y="369143"/>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68" name="Google Shape;268;p12"/>
          <p:cNvSpPr txBox="1"/>
          <p:nvPr/>
        </p:nvSpPr>
        <p:spPr>
          <a:xfrm>
            <a:off x="4465425" y="4211828"/>
            <a:ext cx="1653539" cy="299720"/>
          </a:xfrm>
          <a:prstGeom prst="rect">
            <a:avLst/>
          </a:prstGeom>
          <a:noFill/>
          <a:ln>
            <a:noFill/>
          </a:ln>
        </p:spPr>
        <p:txBody>
          <a:bodyPr spcFirstLastPara="1" wrap="square" lIns="0" tIns="12700" rIns="0" bIns="0" anchor="t" anchorCtr="0">
            <a:spAutoFit/>
          </a:bodyPr>
          <a:lstStyle/>
          <a:p>
            <a:pPr marL="86360"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RETURNS_STG</a:t>
            </a:r>
            <a:endParaRPr sz="1800" b="0" i="0" u="none" strike="noStrike" cap="none">
              <a:solidFill>
                <a:schemeClr val="dk1"/>
              </a:solidFill>
              <a:latin typeface="Arial"/>
              <a:ea typeface="Arial"/>
              <a:cs typeface="Arial"/>
              <a:sym typeface="Arial"/>
            </a:endParaRPr>
          </a:p>
        </p:txBody>
      </p:sp>
      <p:grpSp>
        <p:nvGrpSpPr>
          <p:cNvPr id="269" name="Google Shape;269;p12"/>
          <p:cNvGrpSpPr/>
          <p:nvPr/>
        </p:nvGrpSpPr>
        <p:grpSpPr>
          <a:xfrm>
            <a:off x="7664112" y="2516229"/>
            <a:ext cx="2987040" cy="2998470"/>
            <a:chOff x="7664112" y="2516229"/>
            <a:chExt cx="2987040" cy="2998470"/>
          </a:xfrm>
        </p:grpSpPr>
        <p:sp>
          <p:nvSpPr>
            <p:cNvPr id="270" name="Google Shape;270;p12"/>
            <p:cNvSpPr/>
            <p:nvPr/>
          </p:nvSpPr>
          <p:spPr>
            <a:xfrm>
              <a:off x="7664112" y="2516229"/>
              <a:ext cx="2987040" cy="2998470"/>
            </a:xfrm>
            <a:custGeom>
              <a:avLst/>
              <a:gdLst/>
              <a:ahLst/>
              <a:cxnLst/>
              <a:rect l="l" t="t" r="r" b="b"/>
              <a:pathLst>
                <a:path w="2987040" h="2998470" extrusionOk="0">
                  <a:moveTo>
                    <a:pt x="2986849" y="0"/>
                  </a:moveTo>
                  <a:lnTo>
                    <a:pt x="0" y="0"/>
                  </a:lnTo>
                  <a:lnTo>
                    <a:pt x="0" y="2998381"/>
                  </a:lnTo>
                  <a:lnTo>
                    <a:pt x="2986849" y="2998381"/>
                  </a:lnTo>
                  <a:lnTo>
                    <a:pt x="2986849" y="0"/>
                  </a:lnTo>
                  <a:close/>
                </a:path>
              </a:pathLst>
            </a:custGeom>
            <a:solidFill>
              <a:srgbClr val="92D05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71" name="Google Shape;271;p12"/>
            <p:cNvSpPr/>
            <p:nvPr/>
          </p:nvSpPr>
          <p:spPr>
            <a:xfrm>
              <a:off x="7664112" y="2516229"/>
              <a:ext cx="2985770" cy="2997200"/>
            </a:xfrm>
            <a:custGeom>
              <a:avLst/>
              <a:gdLst/>
              <a:ahLst/>
              <a:cxnLst/>
              <a:rect l="l" t="t" r="r" b="b"/>
              <a:pathLst>
                <a:path w="2985770" h="2997200" extrusionOk="0">
                  <a:moveTo>
                    <a:pt x="0" y="0"/>
                  </a:moveTo>
                  <a:lnTo>
                    <a:pt x="2985322" y="0"/>
                  </a:lnTo>
                  <a:lnTo>
                    <a:pt x="2985322" y="2996852"/>
                  </a:lnTo>
                  <a:lnTo>
                    <a:pt x="0" y="2996852"/>
                  </a:lnTo>
                  <a:lnTo>
                    <a:pt x="0" y="0"/>
                  </a:lnTo>
                  <a:close/>
                </a:path>
              </a:pathLst>
            </a:custGeom>
            <a:noFill/>
            <a:ln w="12675" cap="flat" cmpd="sng">
              <a:solidFill>
                <a:srgbClr val="09528B"/>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272" name="Google Shape;272;p12"/>
          <p:cNvSpPr txBox="1"/>
          <p:nvPr/>
        </p:nvSpPr>
        <p:spPr>
          <a:xfrm>
            <a:off x="7908862" y="2660396"/>
            <a:ext cx="231775" cy="29972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CL</a:t>
            </a:r>
            <a:endParaRPr sz="1800" b="0" i="0" u="none" strike="noStrike" cap="none">
              <a:solidFill>
                <a:schemeClr val="dk1"/>
              </a:solidFill>
              <a:latin typeface="Arial"/>
              <a:ea typeface="Arial"/>
              <a:cs typeface="Arial"/>
              <a:sym typeface="Arial"/>
            </a:endParaRPr>
          </a:p>
        </p:txBody>
      </p:sp>
      <p:sp>
        <p:nvSpPr>
          <p:cNvPr id="273" name="Google Shape;273;p12"/>
          <p:cNvSpPr txBox="1"/>
          <p:nvPr/>
        </p:nvSpPr>
        <p:spPr>
          <a:xfrm>
            <a:off x="8490384" y="4004564"/>
            <a:ext cx="1334135" cy="369570"/>
          </a:xfrm>
          <a:prstGeom prst="rect">
            <a:avLst/>
          </a:prstGeom>
          <a:solidFill>
            <a:srgbClr val="92D050"/>
          </a:solidFill>
          <a:ln w="9525" cap="flat" cmpd="sng">
            <a:solidFill>
              <a:srgbClr val="000000"/>
            </a:solidFill>
            <a:prstDash val="solid"/>
            <a:round/>
            <a:headEnd type="none" w="sm" len="sm"/>
            <a:tailEnd type="none" w="sm" len="sm"/>
          </a:ln>
        </p:spPr>
        <p:txBody>
          <a:bodyPr spcFirstLastPara="1" wrap="square" lIns="0" tIns="33650" rIns="0" bIns="0" anchor="t" anchorCtr="0">
            <a:spAutoFit/>
          </a:bodyPr>
          <a:lstStyle/>
          <a:p>
            <a:pPr marL="90805"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SALES_FACT</a:t>
            </a:r>
            <a:endParaRPr sz="1800" b="0" i="0" u="none" strike="noStrike" cap="none">
              <a:solidFill>
                <a:schemeClr val="dk1"/>
              </a:solidFill>
              <a:latin typeface="Arial"/>
              <a:ea typeface="Arial"/>
              <a:cs typeface="Arial"/>
              <a:sym typeface="Arial"/>
            </a:endParaRPr>
          </a:p>
        </p:txBody>
      </p:sp>
      <p:sp>
        <p:nvSpPr>
          <p:cNvPr id="274" name="Google Shape;274;p12"/>
          <p:cNvSpPr txBox="1"/>
          <p:nvPr/>
        </p:nvSpPr>
        <p:spPr>
          <a:xfrm>
            <a:off x="7837837" y="3192137"/>
            <a:ext cx="1290320" cy="369570"/>
          </a:xfrm>
          <a:prstGeom prst="rect">
            <a:avLst/>
          </a:prstGeom>
          <a:solidFill>
            <a:srgbClr val="92D050"/>
          </a:solidFill>
          <a:ln w="9525" cap="flat" cmpd="sng">
            <a:solidFill>
              <a:srgbClr val="000000"/>
            </a:solidFill>
            <a:prstDash val="solid"/>
            <a:round/>
            <a:headEnd type="none" w="sm" len="sm"/>
            <a:tailEnd type="none" w="sm" len="sm"/>
          </a:ln>
        </p:spPr>
        <p:txBody>
          <a:bodyPr spcFirstLastPara="1" wrap="square" lIns="0" tIns="32375" rIns="0" bIns="0" anchor="t" anchorCtr="0">
            <a:spAutoFit/>
          </a:bodyPr>
          <a:lstStyle/>
          <a:p>
            <a:pPr marL="90805"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CUST_DIM</a:t>
            </a:r>
            <a:endParaRPr sz="1800" b="0" i="0" u="none" strike="noStrike" cap="none">
              <a:solidFill>
                <a:schemeClr val="dk1"/>
              </a:solidFill>
              <a:latin typeface="Arial"/>
              <a:ea typeface="Arial"/>
              <a:cs typeface="Arial"/>
              <a:sym typeface="Arial"/>
            </a:endParaRPr>
          </a:p>
        </p:txBody>
      </p:sp>
      <p:sp>
        <p:nvSpPr>
          <p:cNvPr id="275" name="Google Shape;275;p12"/>
          <p:cNvSpPr txBox="1"/>
          <p:nvPr/>
        </p:nvSpPr>
        <p:spPr>
          <a:xfrm>
            <a:off x="7817422" y="4839387"/>
            <a:ext cx="1290320" cy="369570"/>
          </a:xfrm>
          <a:prstGeom prst="rect">
            <a:avLst/>
          </a:prstGeom>
          <a:solidFill>
            <a:srgbClr val="92D050"/>
          </a:solidFill>
          <a:ln w="9525" cap="flat" cmpd="sng">
            <a:solidFill>
              <a:srgbClr val="000000"/>
            </a:solidFill>
            <a:prstDash val="solid"/>
            <a:round/>
            <a:headEnd type="none" w="sm" len="sm"/>
            <a:tailEnd type="none" w="sm" len="sm"/>
          </a:ln>
        </p:spPr>
        <p:txBody>
          <a:bodyPr spcFirstLastPara="1" wrap="square" lIns="0" tIns="34275" rIns="0" bIns="0" anchor="t" anchorCtr="0">
            <a:spAutoFit/>
          </a:bodyPr>
          <a:lstStyle/>
          <a:p>
            <a:pPr marL="90805"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PROD_DIM</a:t>
            </a:r>
            <a:endParaRPr sz="1800" b="0" i="0" u="none" strike="noStrike" cap="none">
              <a:solidFill>
                <a:schemeClr val="dk1"/>
              </a:solidFill>
              <a:latin typeface="Arial"/>
              <a:ea typeface="Arial"/>
              <a:cs typeface="Arial"/>
              <a:sym typeface="Arial"/>
            </a:endParaRPr>
          </a:p>
        </p:txBody>
      </p:sp>
      <p:sp>
        <p:nvSpPr>
          <p:cNvPr id="276" name="Google Shape;276;p12"/>
          <p:cNvSpPr txBox="1"/>
          <p:nvPr/>
        </p:nvSpPr>
        <p:spPr>
          <a:xfrm>
            <a:off x="9293593" y="3208825"/>
            <a:ext cx="1264285" cy="369570"/>
          </a:xfrm>
          <a:prstGeom prst="rect">
            <a:avLst/>
          </a:prstGeom>
          <a:solidFill>
            <a:srgbClr val="92D050"/>
          </a:solidFill>
          <a:ln w="9525" cap="flat" cmpd="sng">
            <a:solidFill>
              <a:srgbClr val="000000"/>
            </a:solidFill>
            <a:prstDash val="solid"/>
            <a:round/>
            <a:headEnd type="none" w="sm" len="sm"/>
            <a:tailEnd type="none" w="sm" len="sm"/>
          </a:ln>
        </p:spPr>
        <p:txBody>
          <a:bodyPr spcFirstLastPara="1" wrap="square" lIns="0" tIns="34275" rIns="0" bIns="0" anchor="t" anchorCtr="0">
            <a:spAutoFit/>
          </a:bodyPr>
          <a:lstStyle/>
          <a:p>
            <a:pPr marL="91440"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DATE_DIM</a:t>
            </a:r>
            <a:endParaRPr sz="1800" b="0" i="0" u="none" strike="noStrike" cap="none">
              <a:solidFill>
                <a:schemeClr val="dk1"/>
              </a:solidFill>
              <a:latin typeface="Arial"/>
              <a:ea typeface="Arial"/>
              <a:cs typeface="Arial"/>
              <a:sym typeface="Arial"/>
            </a:endParaRPr>
          </a:p>
        </p:txBody>
      </p:sp>
      <p:sp>
        <p:nvSpPr>
          <p:cNvPr id="277" name="Google Shape;277;p12"/>
          <p:cNvSpPr txBox="1"/>
          <p:nvPr/>
        </p:nvSpPr>
        <p:spPr>
          <a:xfrm>
            <a:off x="9347120" y="4867367"/>
            <a:ext cx="1210945" cy="369570"/>
          </a:xfrm>
          <a:prstGeom prst="rect">
            <a:avLst/>
          </a:prstGeom>
          <a:solidFill>
            <a:srgbClr val="92D050"/>
          </a:solidFill>
          <a:ln w="9525" cap="flat" cmpd="sng">
            <a:solidFill>
              <a:srgbClr val="000000"/>
            </a:solidFill>
            <a:prstDash val="solid"/>
            <a:round/>
            <a:headEnd type="none" w="sm" len="sm"/>
            <a:tailEnd type="none" w="sm" len="sm"/>
          </a:ln>
        </p:spPr>
        <p:txBody>
          <a:bodyPr spcFirstLastPara="1" wrap="square" lIns="0" tIns="33650" rIns="0" bIns="0" anchor="t" anchorCtr="0">
            <a:spAutoFit/>
          </a:bodyPr>
          <a:lstStyle/>
          <a:p>
            <a:pPr marL="91440"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JUNK_DIM</a:t>
            </a:r>
            <a:endParaRPr sz="1800" b="0" i="0" u="none" strike="noStrike" cap="none">
              <a:solidFill>
                <a:schemeClr val="dk1"/>
              </a:solidFill>
              <a:latin typeface="Arial"/>
              <a:ea typeface="Arial"/>
              <a:cs typeface="Arial"/>
              <a:sym typeface="Arial"/>
            </a:endParaRPr>
          </a:p>
        </p:txBody>
      </p:sp>
      <p:grpSp>
        <p:nvGrpSpPr>
          <p:cNvPr id="278" name="Google Shape;278;p12"/>
          <p:cNvGrpSpPr/>
          <p:nvPr/>
        </p:nvGrpSpPr>
        <p:grpSpPr>
          <a:xfrm>
            <a:off x="2902267" y="1824994"/>
            <a:ext cx="8160125" cy="4467225"/>
            <a:chOff x="2902267" y="1824994"/>
            <a:chExt cx="8160125" cy="4467225"/>
          </a:xfrm>
        </p:grpSpPr>
        <p:sp>
          <p:nvSpPr>
            <p:cNvPr id="279" name="Google Shape;279;p12"/>
            <p:cNvSpPr/>
            <p:nvPr/>
          </p:nvSpPr>
          <p:spPr>
            <a:xfrm>
              <a:off x="2902267" y="3332416"/>
              <a:ext cx="5588635" cy="1691639"/>
            </a:xfrm>
            <a:custGeom>
              <a:avLst/>
              <a:gdLst/>
              <a:ahLst/>
              <a:cxnLst/>
              <a:rect l="l" t="t" r="r" b="b"/>
              <a:pathLst>
                <a:path w="5588634" h="1691639" extrusionOk="0">
                  <a:moveTo>
                    <a:pt x="1496796" y="1071092"/>
                  </a:moveTo>
                  <a:lnTo>
                    <a:pt x="1437868" y="1071092"/>
                  </a:lnTo>
                  <a:lnTo>
                    <a:pt x="1418831" y="1071092"/>
                  </a:lnTo>
                  <a:lnTo>
                    <a:pt x="1418259" y="1108913"/>
                  </a:lnTo>
                  <a:lnTo>
                    <a:pt x="1496796" y="1071092"/>
                  </a:lnTo>
                  <a:close/>
                </a:path>
                <a:path w="5588634" h="1691639" extrusionOk="0">
                  <a:moveTo>
                    <a:pt x="1521231" y="250456"/>
                  </a:moveTo>
                  <a:lnTo>
                    <a:pt x="1462963" y="250456"/>
                  </a:lnTo>
                  <a:lnTo>
                    <a:pt x="1443926" y="250456"/>
                  </a:lnTo>
                  <a:lnTo>
                    <a:pt x="1443570" y="288378"/>
                  </a:lnTo>
                  <a:lnTo>
                    <a:pt x="1521231" y="250456"/>
                  </a:lnTo>
                  <a:close/>
                </a:path>
                <a:path w="5588634" h="1691639" extrusionOk="0">
                  <a:moveTo>
                    <a:pt x="1533398" y="1053465"/>
                  </a:moveTo>
                  <a:lnTo>
                    <a:pt x="1419961" y="994625"/>
                  </a:lnTo>
                  <a:lnTo>
                    <a:pt x="1419402" y="1032725"/>
                  </a:lnTo>
                  <a:lnTo>
                    <a:pt x="571" y="1011580"/>
                  </a:lnTo>
                  <a:lnTo>
                    <a:pt x="0" y="1049680"/>
                  </a:lnTo>
                  <a:lnTo>
                    <a:pt x="1418831" y="1070813"/>
                  </a:lnTo>
                  <a:lnTo>
                    <a:pt x="1437868" y="1070813"/>
                  </a:lnTo>
                  <a:lnTo>
                    <a:pt x="1438440" y="1033005"/>
                  </a:lnTo>
                  <a:lnTo>
                    <a:pt x="1437881" y="1070813"/>
                  </a:lnTo>
                  <a:lnTo>
                    <a:pt x="1497393" y="1070813"/>
                  </a:lnTo>
                  <a:lnTo>
                    <a:pt x="1533398" y="1053465"/>
                  </a:lnTo>
                  <a:close/>
                </a:path>
                <a:path w="5588634" h="1691639" extrusionOk="0">
                  <a:moveTo>
                    <a:pt x="1558391" y="232308"/>
                  </a:moveTo>
                  <a:lnTo>
                    <a:pt x="1463332" y="183667"/>
                  </a:lnTo>
                  <a:lnTo>
                    <a:pt x="1463332" y="212356"/>
                  </a:lnTo>
                  <a:lnTo>
                    <a:pt x="1463141" y="232308"/>
                  </a:lnTo>
                  <a:lnTo>
                    <a:pt x="1463090" y="236156"/>
                  </a:lnTo>
                  <a:lnTo>
                    <a:pt x="1463332" y="212356"/>
                  </a:lnTo>
                  <a:lnTo>
                    <a:pt x="1463332" y="183667"/>
                  </a:lnTo>
                  <a:lnTo>
                    <a:pt x="1444637" y="174091"/>
                  </a:lnTo>
                  <a:lnTo>
                    <a:pt x="1444396" y="199148"/>
                  </a:lnTo>
                  <a:lnTo>
                    <a:pt x="1444282" y="212178"/>
                  </a:lnTo>
                  <a:lnTo>
                    <a:pt x="49669" y="199148"/>
                  </a:lnTo>
                  <a:lnTo>
                    <a:pt x="49352" y="232308"/>
                  </a:lnTo>
                  <a:lnTo>
                    <a:pt x="49314" y="237248"/>
                  </a:lnTo>
                  <a:lnTo>
                    <a:pt x="1443926" y="250278"/>
                  </a:lnTo>
                  <a:lnTo>
                    <a:pt x="1462963" y="250456"/>
                  </a:lnTo>
                  <a:lnTo>
                    <a:pt x="1521587" y="250278"/>
                  </a:lnTo>
                  <a:lnTo>
                    <a:pt x="1558391" y="232308"/>
                  </a:lnTo>
                  <a:close/>
                </a:path>
                <a:path w="5588634" h="1691639" extrusionOk="0">
                  <a:moveTo>
                    <a:pt x="5588114" y="856818"/>
                  </a:moveTo>
                  <a:lnTo>
                    <a:pt x="5581459" y="850976"/>
                  </a:lnTo>
                  <a:lnTo>
                    <a:pt x="5492140" y="772439"/>
                  </a:lnTo>
                  <a:lnTo>
                    <a:pt x="5482437" y="809282"/>
                  </a:lnTo>
                  <a:lnTo>
                    <a:pt x="5472620" y="806704"/>
                  </a:lnTo>
                  <a:lnTo>
                    <a:pt x="5472620" y="846518"/>
                  </a:lnTo>
                  <a:lnTo>
                    <a:pt x="5472531" y="846874"/>
                  </a:lnTo>
                  <a:lnTo>
                    <a:pt x="4088981" y="956525"/>
                  </a:lnTo>
                  <a:lnTo>
                    <a:pt x="3292246" y="271805"/>
                  </a:lnTo>
                  <a:lnTo>
                    <a:pt x="5472595" y="846099"/>
                  </a:lnTo>
                  <a:lnTo>
                    <a:pt x="5472620" y="846518"/>
                  </a:lnTo>
                  <a:lnTo>
                    <a:pt x="5472620" y="806704"/>
                  </a:lnTo>
                  <a:lnTo>
                    <a:pt x="3321342" y="240080"/>
                  </a:lnTo>
                  <a:lnTo>
                    <a:pt x="4824006" y="75755"/>
                  </a:lnTo>
                  <a:lnTo>
                    <a:pt x="4828159" y="113626"/>
                  </a:lnTo>
                  <a:lnTo>
                    <a:pt x="4935563" y="44399"/>
                  </a:lnTo>
                  <a:lnTo>
                    <a:pt x="4912385" y="35814"/>
                  </a:lnTo>
                  <a:lnTo>
                    <a:pt x="4815725" y="0"/>
                  </a:lnTo>
                  <a:lnTo>
                    <a:pt x="4819866" y="37884"/>
                  </a:lnTo>
                  <a:lnTo>
                    <a:pt x="3215005" y="213372"/>
                  </a:lnTo>
                  <a:lnTo>
                    <a:pt x="3217062" y="232308"/>
                  </a:lnTo>
                  <a:lnTo>
                    <a:pt x="3204654" y="246748"/>
                  </a:lnTo>
                  <a:lnTo>
                    <a:pt x="4035463" y="960767"/>
                  </a:lnTo>
                  <a:lnTo>
                    <a:pt x="3215563" y="1025740"/>
                  </a:lnTo>
                  <a:lnTo>
                    <a:pt x="3218573" y="1063726"/>
                  </a:lnTo>
                  <a:lnTo>
                    <a:pt x="4076179" y="995756"/>
                  </a:lnTo>
                  <a:lnTo>
                    <a:pt x="4816043" y="1631594"/>
                  </a:lnTo>
                  <a:lnTo>
                    <a:pt x="4791214" y="1660486"/>
                  </a:lnTo>
                  <a:lnTo>
                    <a:pt x="4915141" y="1691640"/>
                  </a:lnTo>
                  <a:lnTo>
                    <a:pt x="4895164" y="1644002"/>
                  </a:lnTo>
                  <a:lnTo>
                    <a:pt x="4865713" y="1573796"/>
                  </a:lnTo>
                  <a:lnTo>
                    <a:pt x="4840884" y="1602701"/>
                  </a:lnTo>
                  <a:lnTo>
                    <a:pt x="4129697" y="991514"/>
                  </a:lnTo>
                  <a:lnTo>
                    <a:pt x="5475668" y="884834"/>
                  </a:lnTo>
                  <a:lnTo>
                    <a:pt x="5475313" y="880402"/>
                  </a:lnTo>
                  <a:lnTo>
                    <a:pt x="5475554" y="883335"/>
                  </a:lnTo>
                  <a:lnTo>
                    <a:pt x="5475668" y="884834"/>
                  </a:lnTo>
                  <a:lnTo>
                    <a:pt x="5478678" y="922820"/>
                  </a:lnTo>
                  <a:lnTo>
                    <a:pt x="5588114" y="856818"/>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0" name="Google Shape;280;p12"/>
            <p:cNvSpPr/>
            <p:nvPr/>
          </p:nvSpPr>
          <p:spPr>
            <a:xfrm>
              <a:off x="8483088" y="3561468"/>
              <a:ext cx="454025" cy="443230"/>
            </a:xfrm>
            <a:custGeom>
              <a:avLst/>
              <a:gdLst/>
              <a:ahLst/>
              <a:cxnLst/>
              <a:rect l="l" t="t" r="r" b="b"/>
              <a:pathLst>
                <a:path w="454025" h="443229" extrusionOk="0">
                  <a:moveTo>
                    <a:pt x="0" y="0"/>
                  </a:moveTo>
                  <a:lnTo>
                    <a:pt x="453632" y="442869"/>
                  </a:lnTo>
                </a:path>
              </a:pathLst>
            </a:custGeom>
            <a:noFill/>
            <a:ln w="9525" cap="flat" cmpd="sng">
              <a:solidFill>
                <a:srgbClr val="1172B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1" name="Google Shape;281;p12"/>
            <p:cNvSpPr/>
            <p:nvPr/>
          </p:nvSpPr>
          <p:spPr>
            <a:xfrm>
              <a:off x="9157818" y="3578156"/>
              <a:ext cx="557530" cy="426720"/>
            </a:xfrm>
            <a:custGeom>
              <a:avLst/>
              <a:gdLst/>
              <a:ahLst/>
              <a:cxnLst/>
              <a:rect l="l" t="t" r="r" b="b"/>
              <a:pathLst>
                <a:path w="557529" h="426720" extrusionOk="0">
                  <a:moveTo>
                    <a:pt x="557095" y="0"/>
                  </a:moveTo>
                  <a:lnTo>
                    <a:pt x="0" y="426189"/>
                  </a:lnTo>
                </a:path>
              </a:pathLst>
            </a:custGeom>
            <a:noFill/>
            <a:ln w="9525" cap="flat" cmpd="sng">
              <a:solidFill>
                <a:srgbClr val="1172B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2" name="Google Shape;282;p12"/>
            <p:cNvSpPr/>
            <p:nvPr/>
          </p:nvSpPr>
          <p:spPr>
            <a:xfrm>
              <a:off x="8483365" y="4385876"/>
              <a:ext cx="546735" cy="454659"/>
            </a:xfrm>
            <a:custGeom>
              <a:avLst/>
              <a:gdLst/>
              <a:ahLst/>
              <a:cxnLst/>
              <a:rect l="l" t="t" r="r" b="b"/>
              <a:pathLst>
                <a:path w="546734" h="454660" extrusionOk="0">
                  <a:moveTo>
                    <a:pt x="546151" y="0"/>
                  </a:moveTo>
                  <a:lnTo>
                    <a:pt x="0" y="454310"/>
                  </a:lnTo>
                </a:path>
              </a:pathLst>
            </a:custGeom>
            <a:noFill/>
            <a:ln w="9525" cap="flat" cmpd="sng">
              <a:solidFill>
                <a:srgbClr val="1172B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3" name="Google Shape;283;p12"/>
            <p:cNvSpPr/>
            <p:nvPr/>
          </p:nvSpPr>
          <p:spPr>
            <a:xfrm>
              <a:off x="9397995" y="4371238"/>
              <a:ext cx="691515" cy="499109"/>
            </a:xfrm>
            <a:custGeom>
              <a:avLst/>
              <a:gdLst/>
              <a:ahLst/>
              <a:cxnLst/>
              <a:rect l="l" t="t" r="r" b="b"/>
              <a:pathLst>
                <a:path w="691515" h="499110" extrusionOk="0">
                  <a:moveTo>
                    <a:pt x="0" y="0"/>
                  </a:moveTo>
                  <a:lnTo>
                    <a:pt x="691411" y="498533"/>
                  </a:lnTo>
                </a:path>
              </a:pathLst>
            </a:custGeom>
            <a:noFill/>
            <a:ln w="9525" cap="flat" cmpd="sng">
              <a:solidFill>
                <a:srgbClr val="1172B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4" name="Google Shape;284;p12"/>
            <p:cNvSpPr/>
            <p:nvPr/>
          </p:nvSpPr>
          <p:spPr>
            <a:xfrm>
              <a:off x="3965633" y="1824994"/>
              <a:ext cx="7096759" cy="4467225"/>
            </a:xfrm>
            <a:custGeom>
              <a:avLst/>
              <a:gdLst/>
              <a:ahLst/>
              <a:cxnLst/>
              <a:rect l="l" t="t" r="r" b="b"/>
              <a:pathLst>
                <a:path w="7096759" h="4467225" extrusionOk="0">
                  <a:moveTo>
                    <a:pt x="0" y="0"/>
                  </a:moveTo>
                  <a:lnTo>
                    <a:pt x="7096678" y="0"/>
                  </a:lnTo>
                  <a:lnTo>
                    <a:pt x="7096678" y="4466979"/>
                  </a:lnTo>
                  <a:lnTo>
                    <a:pt x="0" y="4466979"/>
                  </a:lnTo>
                  <a:lnTo>
                    <a:pt x="0" y="0"/>
                  </a:lnTo>
                  <a:close/>
                </a:path>
              </a:pathLst>
            </a:custGeom>
            <a:noFill/>
            <a:ln w="12675" cap="flat" cmpd="sng">
              <a:solidFill>
                <a:srgbClr val="09528B"/>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285" name="Google Shape;285;p12"/>
          <p:cNvSpPr txBox="1"/>
          <p:nvPr/>
        </p:nvSpPr>
        <p:spPr>
          <a:xfrm>
            <a:off x="4170860" y="1938020"/>
            <a:ext cx="498475" cy="29972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DWH</a:t>
            </a:r>
            <a:endParaRPr sz="1800" b="0" i="0" u="none" strike="noStrike" cap="none">
              <a:solidFill>
                <a:schemeClr val="dk1"/>
              </a:solidFill>
              <a:latin typeface="Arial"/>
              <a:ea typeface="Arial"/>
              <a:cs typeface="Arial"/>
              <a:sym typeface="Arial"/>
            </a:endParaRPr>
          </a:p>
        </p:txBody>
      </p:sp>
      <p:grpSp>
        <p:nvGrpSpPr>
          <p:cNvPr id="286" name="Google Shape;286;p12"/>
          <p:cNvGrpSpPr/>
          <p:nvPr/>
        </p:nvGrpSpPr>
        <p:grpSpPr>
          <a:xfrm>
            <a:off x="3537450" y="3234707"/>
            <a:ext cx="271239" cy="1049063"/>
            <a:chOff x="3537450" y="3234707"/>
            <a:chExt cx="271239" cy="1049063"/>
          </a:xfrm>
        </p:grpSpPr>
        <p:sp>
          <p:nvSpPr>
            <p:cNvPr id="287" name="Google Shape;287;p12"/>
            <p:cNvSpPr/>
            <p:nvPr/>
          </p:nvSpPr>
          <p:spPr>
            <a:xfrm>
              <a:off x="3557864" y="3234707"/>
              <a:ext cx="250825" cy="210185"/>
            </a:xfrm>
            <a:custGeom>
              <a:avLst/>
              <a:gdLst/>
              <a:ahLst/>
              <a:cxnLst/>
              <a:rect l="l" t="t" r="r" b="b"/>
              <a:pathLst>
                <a:path w="250825" h="210185" extrusionOk="0">
                  <a:moveTo>
                    <a:pt x="125120" y="0"/>
                  </a:moveTo>
                  <a:lnTo>
                    <a:pt x="0" y="209600"/>
                  </a:lnTo>
                  <a:lnTo>
                    <a:pt x="250253" y="209600"/>
                  </a:lnTo>
                  <a:lnTo>
                    <a:pt x="125120" y="0"/>
                  </a:lnTo>
                  <a:close/>
                </a:path>
              </a:pathLst>
            </a:custGeom>
            <a:solidFill>
              <a:srgbClr val="1172B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8" name="Google Shape;288;p12"/>
            <p:cNvSpPr/>
            <p:nvPr/>
          </p:nvSpPr>
          <p:spPr>
            <a:xfrm>
              <a:off x="3557864" y="3234712"/>
              <a:ext cx="250190" cy="209550"/>
            </a:xfrm>
            <a:custGeom>
              <a:avLst/>
              <a:gdLst/>
              <a:ahLst/>
              <a:cxnLst/>
              <a:rect l="l" t="t" r="r" b="b"/>
              <a:pathLst>
                <a:path w="250189" h="209550" extrusionOk="0">
                  <a:moveTo>
                    <a:pt x="0" y="209488"/>
                  </a:moveTo>
                  <a:lnTo>
                    <a:pt x="125062" y="0"/>
                  </a:lnTo>
                  <a:lnTo>
                    <a:pt x="250125" y="209488"/>
                  </a:lnTo>
                  <a:lnTo>
                    <a:pt x="0" y="209488"/>
                  </a:lnTo>
                  <a:close/>
                </a:path>
              </a:pathLst>
            </a:custGeom>
            <a:noFill/>
            <a:ln w="12675" cap="flat" cmpd="sng">
              <a:solidFill>
                <a:srgbClr val="09528B"/>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89" name="Google Shape;289;p12"/>
            <p:cNvSpPr/>
            <p:nvPr/>
          </p:nvSpPr>
          <p:spPr>
            <a:xfrm>
              <a:off x="3537450" y="4073585"/>
              <a:ext cx="250825" cy="210185"/>
            </a:xfrm>
            <a:custGeom>
              <a:avLst/>
              <a:gdLst/>
              <a:ahLst/>
              <a:cxnLst/>
              <a:rect l="l" t="t" r="r" b="b"/>
              <a:pathLst>
                <a:path w="250825" h="210185" extrusionOk="0">
                  <a:moveTo>
                    <a:pt x="125120" y="0"/>
                  </a:moveTo>
                  <a:lnTo>
                    <a:pt x="0" y="209600"/>
                  </a:lnTo>
                  <a:lnTo>
                    <a:pt x="250253" y="209600"/>
                  </a:lnTo>
                  <a:lnTo>
                    <a:pt x="125120" y="0"/>
                  </a:lnTo>
                  <a:close/>
                </a:path>
              </a:pathLst>
            </a:custGeom>
            <a:solidFill>
              <a:srgbClr val="1172B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290" name="Google Shape;290;p12"/>
            <p:cNvSpPr/>
            <p:nvPr/>
          </p:nvSpPr>
          <p:spPr>
            <a:xfrm>
              <a:off x="3537450" y="4073592"/>
              <a:ext cx="250190" cy="209550"/>
            </a:xfrm>
            <a:custGeom>
              <a:avLst/>
              <a:gdLst/>
              <a:ahLst/>
              <a:cxnLst/>
              <a:rect l="l" t="t" r="r" b="b"/>
              <a:pathLst>
                <a:path w="250189" h="209550" extrusionOk="0">
                  <a:moveTo>
                    <a:pt x="0" y="209488"/>
                  </a:moveTo>
                  <a:lnTo>
                    <a:pt x="125062" y="0"/>
                  </a:lnTo>
                  <a:lnTo>
                    <a:pt x="250125" y="209488"/>
                  </a:lnTo>
                  <a:lnTo>
                    <a:pt x="0" y="209488"/>
                  </a:lnTo>
                  <a:close/>
                </a:path>
              </a:pathLst>
            </a:custGeom>
            <a:noFill/>
            <a:ln w="12675" cap="flat" cmpd="sng">
              <a:solidFill>
                <a:srgbClr val="09528B"/>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4"/>
        <p:cNvGrpSpPr/>
        <p:nvPr/>
      </p:nvGrpSpPr>
      <p:grpSpPr>
        <a:xfrm>
          <a:off x="0" y="0"/>
          <a:ext cx="0" cy="0"/>
          <a:chOff x="0" y="0"/>
          <a:chExt cx="0" cy="0"/>
        </a:xfrm>
      </p:grpSpPr>
      <p:sp>
        <p:nvSpPr>
          <p:cNvPr id="295" name="Google Shape;295;p13"/>
          <p:cNvSpPr/>
          <p:nvPr/>
        </p:nvSpPr>
        <p:spPr>
          <a:xfrm>
            <a:off x="0" y="0"/>
            <a:ext cx="12192000" cy="6858000"/>
          </a:xfrm>
          <a:prstGeom prst="rect">
            <a:avLst/>
          </a:prstGeom>
          <a:solidFill>
            <a:srgbClr val="BEF2C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296" name="Google Shape;296;p13"/>
          <p:cNvGrpSpPr/>
          <p:nvPr/>
        </p:nvGrpSpPr>
        <p:grpSpPr>
          <a:xfrm>
            <a:off x="0" y="0"/>
            <a:ext cx="4724400" cy="6858000"/>
            <a:chOff x="7467600" y="0"/>
            <a:chExt cx="4724400" cy="6858000"/>
          </a:xfrm>
        </p:grpSpPr>
        <p:sp>
          <p:nvSpPr>
            <p:cNvPr id="297" name="Google Shape;297;p13"/>
            <p:cNvSpPr/>
            <p:nvPr/>
          </p:nvSpPr>
          <p:spPr>
            <a:xfrm>
              <a:off x="7467600" y="0"/>
              <a:ext cx="4724400" cy="6858000"/>
            </a:xfrm>
            <a:prstGeom prst="rect">
              <a:avLst/>
            </a:prstGeom>
            <a:solidFill>
              <a:schemeClr val="accent5">
                <a:alpha val="6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p13"/>
            <p:cNvSpPr/>
            <p:nvPr/>
          </p:nvSpPr>
          <p:spPr>
            <a:xfrm>
              <a:off x="7467600" y="0"/>
              <a:ext cx="4724400" cy="6858000"/>
            </a:xfrm>
            <a:prstGeom prst="rect">
              <a:avLst/>
            </a:prstGeom>
            <a:solidFill>
              <a:srgbClr val="D8F2CF">
                <a:alpha val="4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sp>
        <p:nvSpPr>
          <p:cNvPr id="299" name="Google Shape;299;p13"/>
          <p:cNvSpPr/>
          <p:nvPr/>
        </p:nvSpPr>
        <p:spPr>
          <a:xfrm>
            <a:off x="1" y="0"/>
            <a:ext cx="4724401" cy="6858000"/>
          </a:xfrm>
          <a:custGeom>
            <a:avLst/>
            <a:gdLst/>
            <a:ahLst/>
            <a:cxnLst/>
            <a:rect l="l" t="t" r="r" b="b"/>
            <a:pathLst>
              <a:path w="4724401" h="6858000" extrusionOk="0">
                <a:moveTo>
                  <a:pt x="369702" y="6712169"/>
                </a:moveTo>
                <a:lnTo>
                  <a:pt x="366575" y="6715556"/>
                </a:lnTo>
                <a:cubicBezTo>
                  <a:pt x="367954" y="6715031"/>
                  <a:pt x="369326" y="6714512"/>
                  <a:pt x="371637" y="6713954"/>
                </a:cubicBezTo>
                <a:close/>
                <a:moveTo>
                  <a:pt x="1019354" y="6315006"/>
                </a:moveTo>
                <a:cubicBezTo>
                  <a:pt x="847231" y="6483030"/>
                  <a:pt x="636234" y="6599053"/>
                  <a:pt x="441046" y="6691153"/>
                </a:cubicBezTo>
                <a:cubicBezTo>
                  <a:pt x="668934" y="6613112"/>
                  <a:pt x="947819" y="6494377"/>
                  <a:pt x="1019354" y="6315006"/>
                </a:cubicBezTo>
                <a:close/>
                <a:moveTo>
                  <a:pt x="991680" y="6298413"/>
                </a:moveTo>
                <a:cubicBezTo>
                  <a:pt x="775775" y="6396465"/>
                  <a:pt x="575302" y="6507871"/>
                  <a:pt x="409060" y="6671470"/>
                </a:cubicBezTo>
                <a:cubicBezTo>
                  <a:pt x="603834" y="6580783"/>
                  <a:pt x="817655" y="6465584"/>
                  <a:pt x="991680" y="6298413"/>
                </a:cubicBezTo>
                <a:close/>
                <a:moveTo>
                  <a:pt x="4724401" y="6289099"/>
                </a:moveTo>
                <a:lnTo>
                  <a:pt x="4724401" y="6407899"/>
                </a:lnTo>
                <a:lnTo>
                  <a:pt x="4689678" y="6440241"/>
                </a:lnTo>
                <a:cubicBezTo>
                  <a:pt x="4615724" y="6515503"/>
                  <a:pt x="4545518" y="6594166"/>
                  <a:pt x="4477543" y="6674836"/>
                </a:cubicBezTo>
                <a:lnTo>
                  <a:pt x="4329957" y="6858000"/>
                </a:lnTo>
                <a:lnTo>
                  <a:pt x="4218595" y="6858000"/>
                </a:lnTo>
                <a:lnTo>
                  <a:pt x="4368888" y="6668412"/>
                </a:lnTo>
                <a:cubicBezTo>
                  <a:pt x="4431654" y="6591444"/>
                  <a:pt x="4495926" y="6515754"/>
                  <a:pt x="4563091" y="6442508"/>
                </a:cubicBezTo>
                <a:cubicBezTo>
                  <a:pt x="4593999" y="6408904"/>
                  <a:pt x="4626518" y="6376648"/>
                  <a:pt x="4660205" y="6345369"/>
                </a:cubicBezTo>
                <a:close/>
                <a:moveTo>
                  <a:pt x="4724401" y="6198577"/>
                </a:moveTo>
                <a:lnTo>
                  <a:pt x="4724401" y="6238480"/>
                </a:lnTo>
                <a:lnTo>
                  <a:pt x="4689789" y="6268382"/>
                </a:lnTo>
                <a:cubicBezTo>
                  <a:pt x="4591303" y="6361972"/>
                  <a:pt x="4502007" y="6464046"/>
                  <a:pt x="4418722" y="6570886"/>
                </a:cubicBezTo>
                <a:lnTo>
                  <a:pt x="4214944" y="6858000"/>
                </a:lnTo>
                <a:lnTo>
                  <a:pt x="4177898" y="6858000"/>
                </a:lnTo>
                <a:lnTo>
                  <a:pt x="4391597" y="6556370"/>
                </a:lnTo>
                <a:cubicBezTo>
                  <a:pt x="4476641" y="6446900"/>
                  <a:pt x="4567929" y="6342186"/>
                  <a:pt x="4668889" y="6246399"/>
                </a:cubicBezTo>
                <a:close/>
                <a:moveTo>
                  <a:pt x="4724401" y="5924240"/>
                </a:moveTo>
                <a:lnTo>
                  <a:pt x="4724401" y="6044002"/>
                </a:lnTo>
                <a:lnTo>
                  <a:pt x="4695216" y="6071545"/>
                </a:lnTo>
                <a:cubicBezTo>
                  <a:pt x="4548599" y="6220767"/>
                  <a:pt x="4426366" y="6399245"/>
                  <a:pt x="4317146" y="6587716"/>
                </a:cubicBezTo>
                <a:lnTo>
                  <a:pt x="4171627" y="6858000"/>
                </a:lnTo>
                <a:lnTo>
                  <a:pt x="4081585" y="6858000"/>
                </a:lnTo>
                <a:lnTo>
                  <a:pt x="4238603" y="6559341"/>
                </a:lnTo>
                <a:cubicBezTo>
                  <a:pt x="4349147" y="6364728"/>
                  <a:pt x="4472301" y="6179172"/>
                  <a:pt x="4620848" y="6021419"/>
                </a:cubicBezTo>
                <a:close/>
                <a:moveTo>
                  <a:pt x="103333" y="5699602"/>
                </a:moveTo>
                <a:cubicBezTo>
                  <a:pt x="133282" y="5726353"/>
                  <a:pt x="175725" y="5762843"/>
                  <a:pt x="233938" y="5809416"/>
                </a:cubicBezTo>
                <a:cubicBezTo>
                  <a:pt x="390802" y="5935412"/>
                  <a:pt x="652575" y="6145703"/>
                  <a:pt x="883580" y="6180710"/>
                </a:cubicBezTo>
                <a:cubicBezTo>
                  <a:pt x="736829" y="6133021"/>
                  <a:pt x="610173" y="6040280"/>
                  <a:pt x="487337" y="5950182"/>
                </a:cubicBezTo>
                <a:cubicBezTo>
                  <a:pt x="443670" y="5917932"/>
                  <a:pt x="398584" y="5885270"/>
                  <a:pt x="354051" y="5854912"/>
                </a:cubicBezTo>
                <a:cubicBezTo>
                  <a:pt x="302352" y="5819720"/>
                  <a:pt x="247963" y="5787429"/>
                  <a:pt x="195436" y="5755068"/>
                </a:cubicBezTo>
                <a:close/>
                <a:moveTo>
                  <a:pt x="51253" y="5631825"/>
                </a:moveTo>
                <a:lnTo>
                  <a:pt x="211622" y="5728803"/>
                </a:lnTo>
                <a:cubicBezTo>
                  <a:pt x="264592" y="5760684"/>
                  <a:pt x="319013" y="5793908"/>
                  <a:pt x="371652" y="5829062"/>
                </a:cubicBezTo>
                <a:cubicBezTo>
                  <a:pt x="417589" y="5859824"/>
                  <a:pt x="462230" y="5892964"/>
                  <a:pt x="505903" y="5925221"/>
                </a:cubicBezTo>
                <a:cubicBezTo>
                  <a:pt x="628246" y="6014875"/>
                  <a:pt x="754907" y="6107611"/>
                  <a:pt x="899240" y="6153068"/>
                </a:cubicBezTo>
                <a:cubicBezTo>
                  <a:pt x="928476" y="6162153"/>
                  <a:pt x="958088" y="6168887"/>
                  <a:pt x="988114" y="6174204"/>
                </a:cubicBezTo>
                <a:cubicBezTo>
                  <a:pt x="943280" y="6136411"/>
                  <a:pt x="896194" y="6100100"/>
                  <a:pt x="845971" y="6067177"/>
                </a:cubicBezTo>
                <a:cubicBezTo>
                  <a:pt x="720131" y="5983257"/>
                  <a:pt x="580034" y="5915740"/>
                  <a:pt x="448057" y="5841376"/>
                </a:cubicBezTo>
                <a:cubicBezTo>
                  <a:pt x="341781" y="5780886"/>
                  <a:pt x="90319" y="5630263"/>
                  <a:pt x="51253" y="5631825"/>
                </a:cubicBezTo>
                <a:close/>
                <a:moveTo>
                  <a:pt x="2606687" y="5630718"/>
                </a:moveTo>
                <a:cubicBezTo>
                  <a:pt x="2484040" y="5952782"/>
                  <a:pt x="2550772" y="6305470"/>
                  <a:pt x="2645658" y="6640259"/>
                </a:cubicBezTo>
                <a:cubicBezTo>
                  <a:pt x="2605413" y="6320984"/>
                  <a:pt x="2566733" y="5970903"/>
                  <a:pt x="2606687" y="5630718"/>
                </a:cubicBezTo>
                <a:close/>
                <a:moveTo>
                  <a:pt x="3642057" y="5573487"/>
                </a:moveTo>
                <a:cubicBezTo>
                  <a:pt x="3639338" y="5575453"/>
                  <a:pt x="3635693" y="5577466"/>
                  <a:pt x="3632981" y="5579437"/>
                </a:cubicBezTo>
                <a:cubicBezTo>
                  <a:pt x="3509182" y="5674738"/>
                  <a:pt x="3441993" y="5811556"/>
                  <a:pt x="3382436" y="5952726"/>
                </a:cubicBezTo>
                <a:cubicBezTo>
                  <a:pt x="3286719" y="6179641"/>
                  <a:pt x="3231101" y="6419386"/>
                  <a:pt x="3191929" y="6662669"/>
                </a:cubicBezTo>
                <a:cubicBezTo>
                  <a:pt x="3237125" y="6465250"/>
                  <a:pt x="3296425" y="6271000"/>
                  <a:pt x="3369898" y="6081771"/>
                </a:cubicBezTo>
                <a:cubicBezTo>
                  <a:pt x="3454377" y="5865084"/>
                  <a:pt x="3540614" y="5703753"/>
                  <a:pt x="3642057" y="5573487"/>
                </a:cubicBezTo>
                <a:close/>
                <a:moveTo>
                  <a:pt x="2650666" y="5530686"/>
                </a:moveTo>
                <a:cubicBezTo>
                  <a:pt x="2650695" y="5531619"/>
                  <a:pt x="2650695" y="5531619"/>
                  <a:pt x="2650249" y="5532101"/>
                </a:cubicBezTo>
                <a:cubicBezTo>
                  <a:pt x="2594633" y="5864991"/>
                  <a:pt x="2624834" y="6212617"/>
                  <a:pt x="2663808" y="6535215"/>
                </a:cubicBezTo>
                <a:lnTo>
                  <a:pt x="2665418" y="6132756"/>
                </a:lnTo>
                <a:cubicBezTo>
                  <a:pt x="2666315" y="5945493"/>
                  <a:pt x="2661038" y="5743579"/>
                  <a:pt x="2650666" y="5530686"/>
                </a:cubicBezTo>
                <a:close/>
                <a:moveTo>
                  <a:pt x="2680277" y="5479204"/>
                </a:moveTo>
                <a:cubicBezTo>
                  <a:pt x="2679826" y="5479692"/>
                  <a:pt x="2679381" y="5480173"/>
                  <a:pt x="2678972" y="5481582"/>
                </a:cubicBezTo>
                <a:cubicBezTo>
                  <a:pt x="2691463" y="5712555"/>
                  <a:pt x="2697451" y="5932139"/>
                  <a:pt x="2696666" y="6133836"/>
                </a:cubicBezTo>
                <a:lnTo>
                  <a:pt x="2695769" y="6390955"/>
                </a:lnTo>
                <a:cubicBezTo>
                  <a:pt x="2712509" y="6297144"/>
                  <a:pt x="2727840" y="6202916"/>
                  <a:pt x="2739893" y="6108357"/>
                </a:cubicBezTo>
                <a:cubicBezTo>
                  <a:pt x="2767348" y="5886500"/>
                  <a:pt x="2737035" y="5687445"/>
                  <a:pt x="2680277" y="5479204"/>
                </a:cubicBezTo>
                <a:close/>
                <a:moveTo>
                  <a:pt x="1132195" y="5467980"/>
                </a:moveTo>
                <a:cubicBezTo>
                  <a:pt x="1313054" y="5495211"/>
                  <a:pt x="1494925" y="5512628"/>
                  <a:pt x="1679056" y="5516907"/>
                </a:cubicBezTo>
                <a:cubicBezTo>
                  <a:pt x="1838007" y="5520331"/>
                  <a:pt x="1983050" y="5490313"/>
                  <a:pt x="2128648" y="5474249"/>
                </a:cubicBezTo>
                <a:cubicBezTo>
                  <a:pt x="2028248" y="5467548"/>
                  <a:pt x="1925543" y="5473055"/>
                  <a:pt x="1825619" y="5478447"/>
                </a:cubicBezTo>
                <a:lnTo>
                  <a:pt x="1737798" y="5483353"/>
                </a:lnTo>
                <a:cubicBezTo>
                  <a:pt x="1536509" y="5492800"/>
                  <a:pt x="1332771" y="5487439"/>
                  <a:pt x="1132195" y="5467980"/>
                </a:cubicBezTo>
                <a:close/>
                <a:moveTo>
                  <a:pt x="1456157" y="5371404"/>
                </a:moveTo>
                <a:cubicBezTo>
                  <a:pt x="1385125" y="5373535"/>
                  <a:pt x="1314200" y="5378444"/>
                  <a:pt x="1244432" y="5385601"/>
                </a:cubicBezTo>
                <a:cubicBezTo>
                  <a:pt x="1151404" y="5395142"/>
                  <a:pt x="1060429" y="5408677"/>
                  <a:pt x="973990" y="5424940"/>
                </a:cubicBezTo>
                <a:cubicBezTo>
                  <a:pt x="1017323" y="5425535"/>
                  <a:pt x="1061253" y="5429367"/>
                  <a:pt x="1103809" y="5433720"/>
                </a:cubicBezTo>
                <a:lnTo>
                  <a:pt x="1123454" y="5435727"/>
                </a:lnTo>
                <a:cubicBezTo>
                  <a:pt x="1326373" y="5455563"/>
                  <a:pt x="1533386" y="5461253"/>
                  <a:pt x="1737017" y="5452183"/>
                </a:cubicBezTo>
                <a:cubicBezTo>
                  <a:pt x="1766288" y="5450544"/>
                  <a:pt x="1795121" y="5449390"/>
                  <a:pt x="1824397" y="5447757"/>
                </a:cubicBezTo>
                <a:cubicBezTo>
                  <a:pt x="1905266" y="5443590"/>
                  <a:pt x="1987993" y="5439352"/>
                  <a:pt x="2070059" y="5441660"/>
                </a:cubicBezTo>
                <a:cubicBezTo>
                  <a:pt x="1883310" y="5383634"/>
                  <a:pt x="1669251" y="5365013"/>
                  <a:pt x="1456157" y="5371404"/>
                </a:cubicBezTo>
                <a:close/>
                <a:moveTo>
                  <a:pt x="4724401" y="5202141"/>
                </a:moveTo>
                <a:lnTo>
                  <a:pt x="4724401" y="5319690"/>
                </a:lnTo>
                <a:lnTo>
                  <a:pt x="4690088" y="5349711"/>
                </a:lnTo>
                <a:cubicBezTo>
                  <a:pt x="4608685" y="5427949"/>
                  <a:pt x="4537495" y="5522778"/>
                  <a:pt x="4463413" y="5615162"/>
                </a:cubicBezTo>
                <a:cubicBezTo>
                  <a:pt x="4428815" y="5658459"/>
                  <a:pt x="4393697" y="5700384"/>
                  <a:pt x="4358134" y="5742791"/>
                </a:cubicBezTo>
                <a:cubicBezTo>
                  <a:pt x="4364015" y="5738366"/>
                  <a:pt x="4369890" y="5733933"/>
                  <a:pt x="4376219" y="5729027"/>
                </a:cubicBezTo>
                <a:cubicBezTo>
                  <a:pt x="4445817" y="5675939"/>
                  <a:pt x="4517680" y="5621374"/>
                  <a:pt x="4582340" y="5561037"/>
                </a:cubicBezTo>
                <a:cubicBezTo>
                  <a:pt x="4621394" y="5524545"/>
                  <a:pt x="4658482" y="5485345"/>
                  <a:pt x="4694684" y="5447098"/>
                </a:cubicBezTo>
                <a:lnTo>
                  <a:pt x="4724401" y="5415874"/>
                </a:lnTo>
                <a:lnTo>
                  <a:pt x="4724401" y="5461678"/>
                </a:lnTo>
                <a:lnTo>
                  <a:pt x="4718341" y="5468043"/>
                </a:lnTo>
                <a:cubicBezTo>
                  <a:pt x="4681696" y="5506771"/>
                  <a:pt x="4644162" y="5546455"/>
                  <a:pt x="4604655" y="5583434"/>
                </a:cubicBezTo>
                <a:cubicBezTo>
                  <a:pt x="4591636" y="5595592"/>
                  <a:pt x="4578581" y="5606832"/>
                  <a:pt x="4565074" y="5618550"/>
                </a:cubicBezTo>
                <a:cubicBezTo>
                  <a:pt x="4601957" y="5591693"/>
                  <a:pt x="4641858" y="5563143"/>
                  <a:pt x="4682209" y="5532923"/>
                </a:cubicBezTo>
                <a:lnTo>
                  <a:pt x="4724401" y="5499248"/>
                </a:lnTo>
                <a:lnTo>
                  <a:pt x="4724401" y="5608295"/>
                </a:lnTo>
                <a:lnTo>
                  <a:pt x="4713577" y="5616803"/>
                </a:lnTo>
                <a:cubicBezTo>
                  <a:pt x="4481263" y="5805403"/>
                  <a:pt x="4239092" y="5980417"/>
                  <a:pt x="3989559" y="6145945"/>
                </a:cubicBezTo>
                <a:cubicBezTo>
                  <a:pt x="3958721" y="6166743"/>
                  <a:pt x="3915645" y="6091150"/>
                  <a:pt x="3939824" y="6066900"/>
                </a:cubicBezTo>
                <a:cubicBezTo>
                  <a:pt x="4170724" y="5831323"/>
                  <a:pt x="4361787" y="5566131"/>
                  <a:pt x="4584537" y="5324826"/>
                </a:cubicBezTo>
                <a:cubicBezTo>
                  <a:pt x="4616120" y="5290612"/>
                  <a:pt x="4648400" y="5259282"/>
                  <a:pt x="4682005" y="5231398"/>
                </a:cubicBezTo>
                <a:close/>
                <a:moveTo>
                  <a:pt x="1903353" y="5044827"/>
                </a:moveTo>
                <a:cubicBezTo>
                  <a:pt x="1900901" y="5049058"/>
                  <a:pt x="1913196" y="5065331"/>
                  <a:pt x="1936931" y="5093954"/>
                </a:cubicBezTo>
                <a:cubicBezTo>
                  <a:pt x="2021149" y="5196773"/>
                  <a:pt x="2108079" y="5297623"/>
                  <a:pt x="2195868" y="5396574"/>
                </a:cubicBezTo>
                <a:cubicBezTo>
                  <a:pt x="2196092" y="5309013"/>
                  <a:pt x="2155695" y="5230515"/>
                  <a:pt x="2088852" y="5166123"/>
                </a:cubicBezTo>
                <a:cubicBezTo>
                  <a:pt x="2054441" y="5132572"/>
                  <a:pt x="2001584" y="5091839"/>
                  <a:pt x="1958241" y="5067955"/>
                </a:cubicBezTo>
                <a:cubicBezTo>
                  <a:pt x="1922998" y="5048408"/>
                  <a:pt x="1905803" y="5040595"/>
                  <a:pt x="1903353" y="5044827"/>
                </a:cubicBezTo>
                <a:close/>
                <a:moveTo>
                  <a:pt x="1979378" y="4769504"/>
                </a:moveTo>
                <a:cubicBezTo>
                  <a:pt x="2251008" y="4946802"/>
                  <a:pt x="2557265" y="5046794"/>
                  <a:pt x="2882120" y="5064547"/>
                </a:cubicBezTo>
                <a:cubicBezTo>
                  <a:pt x="2852884" y="5055476"/>
                  <a:pt x="2822307" y="5047842"/>
                  <a:pt x="2793103" y="5039699"/>
                </a:cubicBezTo>
                <a:lnTo>
                  <a:pt x="2770041" y="5033634"/>
                </a:lnTo>
                <a:cubicBezTo>
                  <a:pt x="2500352" y="4962917"/>
                  <a:pt x="2236095" y="4864963"/>
                  <a:pt x="1979378" y="4769504"/>
                </a:cubicBezTo>
                <a:close/>
                <a:moveTo>
                  <a:pt x="1927410" y="4716164"/>
                </a:moveTo>
                <a:cubicBezTo>
                  <a:pt x="1938311" y="4720848"/>
                  <a:pt x="1949172" y="4724604"/>
                  <a:pt x="1959587" y="4728849"/>
                </a:cubicBezTo>
                <a:cubicBezTo>
                  <a:pt x="2224818" y="4827692"/>
                  <a:pt x="2499050" y="4930367"/>
                  <a:pt x="2777707" y="5003991"/>
                </a:cubicBezTo>
                <a:lnTo>
                  <a:pt x="2800768" y="5010056"/>
                </a:lnTo>
                <a:cubicBezTo>
                  <a:pt x="2826662" y="5016937"/>
                  <a:pt x="2852553" y="5023818"/>
                  <a:pt x="2879408" y="5031590"/>
                </a:cubicBezTo>
                <a:cubicBezTo>
                  <a:pt x="2873718" y="5029024"/>
                  <a:pt x="2868475" y="5025973"/>
                  <a:pt x="2862295" y="5022958"/>
                </a:cubicBezTo>
                <a:cubicBezTo>
                  <a:pt x="2846112" y="5014292"/>
                  <a:pt x="2829972" y="5006555"/>
                  <a:pt x="2813343" y="4998369"/>
                </a:cubicBezTo>
                <a:cubicBezTo>
                  <a:pt x="2759214" y="4972589"/>
                  <a:pt x="2702010" y="4951123"/>
                  <a:pt x="2646245" y="4930999"/>
                </a:cubicBezTo>
                <a:cubicBezTo>
                  <a:pt x="2437298" y="4853662"/>
                  <a:pt x="2221285" y="4774272"/>
                  <a:pt x="1999243" y="4730524"/>
                </a:cubicBezTo>
                <a:lnTo>
                  <a:pt x="1979527" y="4726651"/>
                </a:lnTo>
                <a:close/>
                <a:moveTo>
                  <a:pt x="1997014" y="4698007"/>
                </a:moveTo>
                <a:lnTo>
                  <a:pt x="2005458" y="4699540"/>
                </a:lnTo>
                <a:cubicBezTo>
                  <a:pt x="2229844" y="4743659"/>
                  <a:pt x="2447268" y="4823456"/>
                  <a:pt x="2657186" y="4901687"/>
                </a:cubicBezTo>
                <a:cubicBezTo>
                  <a:pt x="2713431" y="4922259"/>
                  <a:pt x="2771565" y="4943688"/>
                  <a:pt x="2826662" y="4970362"/>
                </a:cubicBezTo>
                <a:cubicBezTo>
                  <a:pt x="2843286" y="4978544"/>
                  <a:pt x="2859914" y="4986729"/>
                  <a:pt x="2876100" y="4995397"/>
                </a:cubicBezTo>
                <a:cubicBezTo>
                  <a:pt x="2929811" y="5022592"/>
                  <a:pt x="2984941" y="5050189"/>
                  <a:pt x="3042600" y="5059532"/>
                </a:cubicBezTo>
                <a:cubicBezTo>
                  <a:pt x="2779645" y="4772909"/>
                  <a:pt x="2376891" y="4705645"/>
                  <a:pt x="1997014" y="4698007"/>
                </a:cubicBezTo>
                <a:close/>
                <a:moveTo>
                  <a:pt x="2305292" y="4219492"/>
                </a:moveTo>
                <a:cubicBezTo>
                  <a:pt x="2631112" y="4377847"/>
                  <a:pt x="3011879" y="4535878"/>
                  <a:pt x="3360922" y="4529373"/>
                </a:cubicBezTo>
                <a:cubicBezTo>
                  <a:pt x="3408391" y="4528405"/>
                  <a:pt x="3451278" y="4517839"/>
                  <a:pt x="3492420" y="4510145"/>
                </a:cubicBezTo>
                <a:cubicBezTo>
                  <a:pt x="3448862" y="4503966"/>
                  <a:pt x="3405674" y="4495449"/>
                  <a:pt x="3364086" y="4480340"/>
                </a:cubicBezTo>
                <a:cubicBezTo>
                  <a:pt x="3314946" y="4462747"/>
                  <a:pt x="3269673" y="4437082"/>
                  <a:pt x="3225818" y="4411822"/>
                </a:cubicBezTo>
                <a:cubicBezTo>
                  <a:pt x="3194830" y="4393966"/>
                  <a:pt x="3162431" y="4375699"/>
                  <a:pt x="3129696" y="4360704"/>
                </a:cubicBezTo>
                <a:cubicBezTo>
                  <a:pt x="3030558" y="4315774"/>
                  <a:pt x="2920899" y="4298731"/>
                  <a:pt x="2814545" y="4282955"/>
                </a:cubicBezTo>
                <a:cubicBezTo>
                  <a:pt x="2648192" y="4257474"/>
                  <a:pt x="2475773" y="4231762"/>
                  <a:pt x="2305292" y="4219492"/>
                </a:cubicBezTo>
                <a:close/>
                <a:moveTo>
                  <a:pt x="2626982" y="4206450"/>
                </a:moveTo>
                <a:cubicBezTo>
                  <a:pt x="2581807" y="4205467"/>
                  <a:pt x="2536327" y="4205706"/>
                  <a:pt x="2490617" y="4206951"/>
                </a:cubicBezTo>
                <a:cubicBezTo>
                  <a:pt x="2601507" y="4219748"/>
                  <a:pt x="2711611" y="4236309"/>
                  <a:pt x="2819869" y="4252936"/>
                </a:cubicBezTo>
                <a:cubicBezTo>
                  <a:pt x="2928115" y="4269564"/>
                  <a:pt x="3040565" y="4286495"/>
                  <a:pt x="3143018" y="4332698"/>
                </a:cubicBezTo>
                <a:cubicBezTo>
                  <a:pt x="3177162" y="4348099"/>
                  <a:pt x="3210046" y="4366808"/>
                  <a:pt x="3241520" y="4385112"/>
                </a:cubicBezTo>
                <a:cubicBezTo>
                  <a:pt x="3284409" y="4409477"/>
                  <a:pt x="3328265" y="4434739"/>
                  <a:pt x="3374575" y="4451517"/>
                </a:cubicBezTo>
                <a:cubicBezTo>
                  <a:pt x="3416609" y="4466134"/>
                  <a:pt x="3460730" y="4474620"/>
                  <a:pt x="3505221" y="4480757"/>
                </a:cubicBezTo>
                <a:cubicBezTo>
                  <a:pt x="3244537" y="4280088"/>
                  <a:pt x="2943211" y="4213332"/>
                  <a:pt x="2626982" y="4206450"/>
                </a:cubicBezTo>
                <a:close/>
                <a:moveTo>
                  <a:pt x="1310106" y="3943217"/>
                </a:moveTo>
                <a:cubicBezTo>
                  <a:pt x="1129544" y="4063332"/>
                  <a:pt x="976804" y="4212308"/>
                  <a:pt x="854994" y="4399136"/>
                </a:cubicBezTo>
                <a:cubicBezTo>
                  <a:pt x="813550" y="4462067"/>
                  <a:pt x="777442" y="4528637"/>
                  <a:pt x="742462" y="4594648"/>
                </a:cubicBezTo>
                <a:cubicBezTo>
                  <a:pt x="769633" y="4559245"/>
                  <a:pt x="795392" y="4522436"/>
                  <a:pt x="820602" y="4485915"/>
                </a:cubicBezTo>
                <a:cubicBezTo>
                  <a:pt x="839644" y="4458097"/>
                  <a:pt x="858127" y="4430568"/>
                  <a:pt x="878295" y="4403594"/>
                </a:cubicBezTo>
                <a:cubicBezTo>
                  <a:pt x="984168" y="4259170"/>
                  <a:pt x="1114491" y="4132679"/>
                  <a:pt x="1240607" y="4010401"/>
                </a:cubicBezTo>
                <a:close/>
                <a:moveTo>
                  <a:pt x="1423113" y="3874565"/>
                </a:moveTo>
                <a:lnTo>
                  <a:pt x="1260565" y="4031982"/>
                </a:lnTo>
                <a:cubicBezTo>
                  <a:pt x="1135292" y="4153135"/>
                  <a:pt x="1006090" y="4279065"/>
                  <a:pt x="901900" y="4421236"/>
                </a:cubicBezTo>
                <a:cubicBezTo>
                  <a:pt x="882292" y="4447928"/>
                  <a:pt x="863806" y="4475465"/>
                  <a:pt x="845044" y="4502436"/>
                </a:cubicBezTo>
                <a:cubicBezTo>
                  <a:pt x="797719" y="4571828"/>
                  <a:pt x="747866" y="4643196"/>
                  <a:pt x="685926" y="4703069"/>
                </a:cubicBezTo>
                <a:cubicBezTo>
                  <a:pt x="685087" y="4704192"/>
                  <a:pt x="684806" y="4705038"/>
                  <a:pt x="684248" y="4706721"/>
                </a:cubicBezTo>
                <a:cubicBezTo>
                  <a:pt x="955830" y="4450343"/>
                  <a:pt x="1215323" y="4185291"/>
                  <a:pt x="1423113" y="3874565"/>
                </a:cubicBezTo>
                <a:close/>
                <a:moveTo>
                  <a:pt x="3316479" y="3872136"/>
                </a:moveTo>
                <a:lnTo>
                  <a:pt x="3546806" y="4356139"/>
                </a:lnTo>
                <a:cubicBezTo>
                  <a:pt x="3510992" y="4217388"/>
                  <a:pt x="3440535" y="4086075"/>
                  <a:pt x="3364433" y="3953121"/>
                </a:cubicBezTo>
                <a:close/>
                <a:moveTo>
                  <a:pt x="3291335" y="3767420"/>
                </a:moveTo>
                <a:cubicBezTo>
                  <a:pt x="3324815" y="3824296"/>
                  <a:pt x="3358740" y="3880691"/>
                  <a:pt x="3390805" y="3937163"/>
                </a:cubicBezTo>
                <a:cubicBezTo>
                  <a:pt x="3469925" y="4075583"/>
                  <a:pt x="3543427" y="4213298"/>
                  <a:pt x="3579062" y="4359040"/>
                </a:cubicBezTo>
                <a:cubicBezTo>
                  <a:pt x="3585500" y="4228842"/>
                  <a:pt x="3547302" y="4112076"/>
                  <a:pt x="3467355" y="3988130"/>
                </a:cubicBezTo>
                <a:cubicBezTo>
                  <a:pt x="3420192" y="3915029"/>
                  <a:pt x="3371016" y="3849934"/>
                  <a:pt x="3310753" y="3787140"/>
                </a:cubicBezTo>
                <a:cubicBezTo>
                  <a:pt x="3303466" y="3779509"/>
                  <a:pt x="3297626" y="3773227"/>
                  <a:pt x="3291335" y="3767420"/>
                </a:cubicBezTo>
                <a:close/>
                <a:moveTo>
                  <a:pt x="1635889" y="3709494"/>
                </a:moveTo>
                <a:lnTo>
                  <a:pt x="1634800" y="3731111"/>
                </a:lnTo>
                <a:cubicBezTo>
                  <a:pt x="1634800" y="3731111"/>
                  <a:pt x="1635342" y="3716795"/>
                  <a:pt x="1635889" y="3709494"/>
                </a:cubicBezTo>
                <a:close/>
                <a:moveTo>
                  <a:pt x="1510397" y="3684705"/>
                </a:moveTo>
                <a:cubicBezTo>
                  <a:pt x="1390337" y="3729510"/>
                  <a:pt x="1267181" y="3766747"/>
                  <a:pt x="1146550" y="3802012"/>
                </a:cubicBezTo>
                <a:cubicBezTo>
                  <a:pt x="997862" y="3845736"/>
                  <a:pt x="843568" y="3890871"/>
                  <a:pt x="698834" y="3952272"/>
                </a:cubicBezTo>
                <a:cubicBezTo>
                  <a:pt x="460140" y="4053106"/>
                  <a:pt x="242842" y="4196577"/>
                  <a:pt x="34256" y="4347603"/>
                </a:cubicBezTo>
                <a:cubicBezTo>
                  <a:pt x="196048" y="4248849"/>
                  <a:pt x="358125" y="4150653"/>
                  <a:pt x="527241" y="4065078"/>
                </a:cubicBezTo>
                <a:cubicBezTo>
                  <a:pt x="838255" y="3908281"/>
                  <a:pt x="1212318" y="3863093"/>
                  <a:pt x="1510397" y="3684705"/>
                </a:cubicBezTo>
                <a:close/>
                <a:moveTo>
                  <a:pt x="1313114" y="3655216"/>
                </a:moveTo>
                <a:cubicBezTo>
                  <a:pt x="1247578" y="3654578"/>
                  <a:pt x="1180153" y="3656293"/>
                  <a:pt x="1109304" y="3669030"/>
                </a:cubicBezTo>
                <a:cubicBezTo>
                  <a:pt x="689821" y="3744031"/>
                  <a:pt x="334655" y="4032530"/>
                  <a:pt x="8129" y="4330519"/>
                </a:cubicBezTo>
                <a:cubicBezTo>
                  <a:pt x="220923" y="4176682"/>
                  <a:pt x="442983" y="4028720"/>
                  <a:pt x="687572" y="3925629"/>
                </a:cubicBezTo>
                <a:cubicBezTo>
                  <a:pt x="833705" y="3864223"/>
                  <a:pt x="989118" y="3818520"/>
                  <a:pt x="1138365" y="3774515"/>
                </a:cubicBezTo>
                <a:cubicBezTo>
                  <a:pt x="1260121" y="3738686"/>
                  <a:pt x="1384681" y="3701451"/>
                  <a:pt x="1505579" y="3655526"/>
                </a:cubicBezTo>
                <a:cubicBezTo>
                  <a:pt x="1442294" y="3658846"/>
                  <a:pt x="1378650" y="3655854"/>
                  <a:pt x="1313114" y="3655216"/>
                </a:cubicBezTo>
                <a:close/>
                <a:moveTo>
                  <a:pt x="3655073" y="3650884"/>
                </a:moveTo>
                <a:cubicBezTo>
                  <a:pt x="3768399" y="3765347"/>
                  <a:pt x="3873410" y="3884450"/>
                  <a:pt x="3989938" y="3991685"/>
                </a:cubicBezTo>
                <a:cubicBezTo>
                  <a:pt x="4106468" y="4098916"/>
                  <a:pt x="4234512" y="4194281"/>
                  <a:pt x="4393907" y="4261258"/>
                </a:cubicBezTo>
                <a:cubicBezTo>
                  <a:pt x="4484865" y="4299540"/>
                  <a:pt x="4571866" y="4332385"/>
                  <a:pt x="4648051" y="4374051"/>
                </a:cubicBezTo>
                <a:cubicBezTo>
                  <a:pt x="4566919" y="4301848"/>
                  <a:pt x="4474187" y="4242216"/>
                  <a:pt x="4383389" y="4184369"/>
                </a:cubicBezTo>
                <a:cubicBezTo>
                  <a:pt x="4310251" y="4137460"/>
                  <a:pt x="4234739" y="4089250"/>
                  <a:pt x="4165508" y="4035196"/>
                </a:cubicBezTo>
                <a:cubicBezTo>
                  <a:pt x="4131846" y="4008598"/>
                  <a:pt x="4099524" y="3980549"/>
                  <a:pt x="4068162" y="3953394"/>
                </a:cubicBezTo>
                <a:cubicBezTo>
                  <a:pt x="4039704" y="3928919"/>
                  <a:pt x="4010763" y="3903992"/>
                  <a:pt x="3981416" y="3880482"/>
                </a:cubicBezTo>
                <a:cubicBezTo>
                  <a:pt x="3923199" y="3833909"/>
                  <a:pt x="3860482" y="3791236"/>
                  <a:pt x="3800147" y="3749872"/>
                </a:cubicBezTo>
                <a:close/>
                <a:moveTo>
                  <a:pt x="3670252" y="3622798"/>
                </a:moveTo>
                <a:lnTo>
                  <a:pt x="3817258" y="3723577"/>
                </a:lnTo>
                <a:cubicBezTo>
                  <a:pt x="3878082" y="3765387"/>
                  <a:pt x="3941278" y="3808498"/>
                  <a:pt x="4000461" y="3855966"/>
                </a:cubicBezTo>
                <a:cubicBezTo>
                  <a:pt x="4030299" y="3879926"/>
                  <a:pt x="4059233" y="3904849"/>
                  <a:pt x="4088180" y="3929774"/>
                </a:cubicBezTo>
                <a:cubicBezTo>
                  <a:pt x="4119532" y="3956928"/>
                  <a:pt x="4151864" y="3984979"/>
                  <a:pt x="4184555" y="4010683"/>
                </a:cubicBezTo>
                <a:cubicBezTo>
                  <a:pt x="4252374" y="4064322"/>
                  <a:pt x="4327401" y="4112085"/>
                  <a:pt x="4399563" y="4158106"/>
                </a:cubicBezTo>
                <a:cubicBezTo>
                  <a:pt x="4497546" y="4220788"/>
                  <a:pt x="4597907" y="4284772"/>
                  <a:pt x="4684469" y="4364680"/>
                </a:cubicBezTo>
                <a:lnTo>
                  <a:pt x="4690271" y="4370034"/>
                </a:lnTo>
                <a:cubicBezTo>
                  <a:pt x="4617960" y="4134006"/>
                  <a:pt x="4326618" y="3976128"/>
                  <a:pt x="4136093" y="3858466"/>
                </a:cubicBezTo>
                <a:cubicBezTo>
                  <a:pt x="3985171" y="3764831"/>
                  <a:pt x="3831168" y="3687155"/>
                  <a:pt x="3670252" y="3622798"/>
                </a:cubicBezTo>
                <a:close/>
                <a:moveTo>
                  <a:pt x="3174829" y="3620110"/>
                </a:moveTo>
                <a:cubicBezTo>
                  <a:pt x="3177710" y="3619202"/>
                  <a:pt x="3182308" y="3620648"/>
                  <a:pt x="3189263" y="3625726"/>
                </a:cubicBezTo>
                <a:cubicBezTo>
                  <a:pt x="3348177" y="3744655"/>
                  <a:pt x="3463235" y="3908187"/>
                  <a:pt x="3560912" y="4079863"/>
                </a:cubicBezTo>
                <a:cubicBezTo>
                  <a:pt x="3646545" y="4229668"/>
                  <a:pt x="3658964" y="4353983"/>
                  <a:pt x="3626636" y="4512230"/>
                </a:cubicBezTo>
                <a:cubicBezTo>
                  <a:pt x="3635603" y="4515129"/>
                  <a:pt x="3644081" y="4517586"/>
                  <a:pt x="3653088" y="4521417"/>
                </a:cubicBezTo>
                <a:cubicBezTo>
                  <a:pt x="3765052" y="4572828"/>
                  <a:pt x="3892199" y="4724230"/>
                  <a:pt x="3988128" y="4817267"/>
                </a:cubicBezTo>
                <a:cubicBezTo>
                  <a:pt x="4195984" y="4765295"/>
                  <a:pt x="4406452" y="4726316"/>
                  <a:pt x="4618309" y="4699202"/>
                </a:cubicBezTo>
                <a:lnTo>
                  <a:pt x="4724401" y="4687606"/>
                </a:lnTo>
                <a:lnTo>
                  <a:pt x="4724401" y="4773345"/>
                </a:lnTo>
                <a:lnTo>
                  <a:pt x="4671155" y="4778608"/>
                </a:lnTo>
                <a:cubicBezTo>
                  <a:pt x="4474613" y="4803290"/>
                  <a:pt x="4279364" y="4838457"/>
                  <a:pt x="4086300" y="4884599"/>
                </a:cubicBezTo>
                <a:cubicBezTo>
                  <a:pt x="4087456" y="4890142"/>
                  <a:pt x="4087673" y="4895720"/>
                  <a:pt x="4085485" y="4899070"/>
                </a:cubicBezTo>
                <a:cubicBezTo>
                  <a:pt x="4003302" y="5010406"/>
                  <a:pt x="3928312" y="5126573"/>
                  <a:pt x="3871915" y="5253645"/>
                </a:cubicBezTo>
                <a:cubicBezTo>
                  <a:pt x="3845467" y="5314321"/>
                  <a:pt x="3832705" y="5402857"/>
                  <a:pt x="3799374" y="5466127"/>
                </a:cubicBezTo>
                <a:cubicBezTo>
                  <a:pt x="3785138" y="5845399"/>
                  <a:pt x="3675506" y="6277604"/>
                  <a:pt x="3498850" y="6661888"/>
                </a:cubicBezTo>
                <a:lnTo>
                  <a:pt x="3399216" y="6858000"/>
                </a:lnTo>
                <a:lnTo>
                  <a:pt x="3303688" y="6858000"/>
                </a:lnTo>
                <a:lnTo>
                  <a:pt x="3391774" y="6697181"/>
                </a:lnTo>
                <a:cubicBezTo>
                  <a:pt x="3573729" y="6337659"/>
                  <a:pt x="3697480" y="5922895"/>
                  <a:pt x="3735540" y="5546923"/>
                </a:cubicBezTo>
                <a:cubicBezTo>
                  <a:pt x="3733489" y="5553993"/>
                  <a:pt x="3731483" y="5561993"/>
                  <a:pt x="3729438" y="5569058"/>
                </a:cubicBezTo>
                <a:cubicBezTo>
                  <a:pt x="3722922" y="5592607"/>
                  <a:pt x="3715485" y="5616189"/>
                  <a:pt x="3707782" y="5644908"/>
                </a:cubicBezTo>
                <a:cubicBezTo>
                  <a:pt x="3671550" y="5775366"/>
                  <a:pt x="3633159" y="5910098"/>
                  <a:pt x="3583827" y="6039215"/>
                </a:cubicBezTo>
                <a:cubicBezTo>
                  <a:pt x="3571998" y="6069498"/>
                  <a:pt x="3559686" y="6099330"/>
                  <a:pt x="3547861" y="6129609"/>
                </a:cubicBezTo>
                <a:cubicBezTo>
                  <a:pt x="3528366" y="6177894"/>
                  <a:pt x="3507534" y="6227631"/>
                  <a:pt x="3490905" y="6277660"/>
                </a:cubicBezTo>
                <a:cubicBezTo>
                  <a:pt x="3477958" y="6314973"/>
                  <a:pt x="3466463" y="6353624"/>
                  <a:pt x="3455859" y="6391301"/>
                </a:cubicBezTo>
                <a:cubicBezTo>
                  <a:pt x="3447266" y="6420993"/>
                  <a:pt x="3438672" y="6450673"/>
                  <a:pt x="3429112" y="6479469"/>
                </a:cubicBezTo>
                <a:cubicBezTo>
                  <a:pt x="3394330" y="6587977"/>
                  <a:pt x="3348719" y="6693654"/>
                  <a:pt x="3304862" y="6796476"/>
                </a:cubicBezTo>
                <a:lnTo>
                  <a:pt x="3276071" y="6858000"/>
                </a:lnTo>
                <a:lnTo>
                  <a:pt x="3240805" y="6858000"/>
                </a:lnTo>
                <a:lnTo>
                  <a:pt x="3275917" y="6783192"/>
                </a:lnTo>
                <a:cubicBezTo>
                  <a:pt x="3319817" y="6681303"/>
                  <a:pt x="3364982" y="6576108"/>
                  <a:pt x="3399358" y="6469011"/>
                </a:cubicBezTo>
                <a:cubicBezTo>
                  <a:pt x="3408430" y="6439778"/>
                  <a:pt x="3417061" y="6411021"/>
                  <a:pt x="3425650" y="6381333"/>
                </a:cubicBezTo>
                <a:cubicBezTo>
                  <a:pt x="3436256" y="6343653"/>
                  <a:pt x="3448199" y="6304520"/>
                  <a:pt x="3460661" y="6266763"/>
                </a:cubicBezTo>
                <a:cubicBezTo>
                  <a:pt x="3477731" y="6216246"/>
                  <a:pt x="3498530" y="6165579"/>
                  <a:pt x="3518021" y="6117298"/>
                </a:cubicBezTo>
                <a:cubicBezTo>
                  <a:pt x="3530339" y="6087462"/>
                  <a:pt x="3542206" y="6058115"/>
                  <a:pt x="3554035" y="6027832"/>
                </a:cubicBezTo>
                <a:cubicBezTo>
                  <a:pt x="3602956" y="5900128"/>
                  <a:pt x="3640454" y="5766362"/>
                  <a:pt x="3677174" y="5636351"/>
                </a:cubicBezTo>
                <a:cubicBezTo>
                  <a:pt x="3685353" y="5608086"/>
                  <a:pt x="3692308" y="5584047"/>
                  <a:pt x="3698819" y="5560503"/>
                </a:cubicBezTo>
                <a:cubicBezTo>
                  <a:pt x="3699603" y="5556742"/>
                  <a:pt x="3701314" y="5552952"/>
                  <a:pt x="3702094" y="5549194"/>
                </a:cubicBezTo>
                <a:cubicBezTo>
                  <a:pt x="3586407" y="5684227"/>
                  <a:pt x="3491727" y="5855671"/>
                  <a:pt x="3398355" y="6094603"/>
                </a:cubicBezTo>
                <a:cubicBezTo>
                  <a:pt x="3309322" y="6322763"/>
                  <a:pt x="3241029" y="6558474"/>
                  <a:pt x="3193941" y="6798775"/>
                </a:cubicBezTo>
                <a:lnTo>
                  <a:pt x="3184140" y="6858000"/>
                </a:lnTo>
                <a:lnTo>
                  <a:pt x="3099978" y="6858000"/>
                </a:lnTo>
                <a:lnTo>
                  <a:pt x="3101556" y="6843337"/>
                </a:lnTo>
                <a:cubicBezTo>
                  <a:pt x="3144932" y="6479621"/>
                  <a:pt x="3209988" y="6112612"/>
                  <a:pt x="3370162" y="5785550"/>
                </a:cubicBezTo>
                <a:cubicBezTo>
                  <a:pt x="3467073" y="5588398"/>
                  <a:pt x="3627623" y="5538666"/>
                  <a:pt x="3746477" y="5377889"/>
                </a:cubicBezTo>
                <a:cubicBezTo>
                  <a:pt x="3800786" y="5303532"/>
                  <a:pt x="3818424" y="5173820"/>
                  <a:pt x="3863399" y="5087257"/>
                </a:cubicBezTo>
                <a:cubicBezTo>
                  <a:pt x="3894981" y="5026843"/>
                  <a:pt x="3930436" y="4970007"/>
                  <a:pt x="3968712" y="4913989"/>
                </a:cubicBezTo>
                <a:cubicBezTo>
                  <a:pt x="3564505" y="5020029"/>
                  <a:pt x="3170154" y="5174588"/>
                  <a:pt x="2792390" y="5382974"/>
                </a:cubicBezTo>
                <a:cubicBezTo>
                  <a:pt x="2766432" y="5397515"/>
                  <a:pt x="2740950" y="5412509"/>
                  <a:pt x="2714982" y="5427051"/>
                </a:cubicBezTo>
                <a:cubicBezTo>
                  <a:pt x="2773600" y="5623577"/>
                  <a:pt x="2823261" y="5817201"/>
                  <a:pt x="2813361" y="6023912"/>
                </a:cubicBezTo>
                <a:cubicBezTo>
                  <a:pt x="2800935" y="6283826"/>
                  <a:pt x="2738768" y="6546188"/>
                  <a:pt x="2688430" y="6801564"/>
                </a:cubicBezTo>
                <a:cubicBezTo>
                  <a:pt x="2680286" y="6842403"/>
                  <a:pt x="2633415" y="6776749"/>
                  <a:pt x="2629626" y="6763394"/>
                </a:cubicBezTo>
                <a:cubicBezTo>
                  <a:pt x="2507208" y="6357509"/>
                  <a:pt x="2389664" y="5910450"/>
                  <a:pt x="2565328" y="5516399"/>
                </a:cubicBezTo>
                <a:cubicBezTo>
                  <a:pt x="2340344" y="5655334"/>
                  <a:pt x="2126262" y="5810607"/>
                  <a:pt x="1922999" y="5980343"/>
                </a:cubicBezTo>
                <a:cubicBezTo>
                  <a:pt x="1913735" y="6121357"/>
                  <a:pt x="1951823" y="6270268"/>
                  <a:pt x="1950261" y="6405858"/>
                </a:cubicBezTo>
                <a:cubicBezTo>
                  <a:pt x="2095468" y="6403315"/>
                  <a:pt x="2243415" y="6568324"/>
                  <a:pt x="2365554" y="6759107"/>
                </a:cubicBezTo>
                <a:lnTo>
                  <a:pt x="2424142" y="6858000"/>
                </a:lnTo>
                <a:lnTo>
                  <a:pt x="2395994" y="6858000"/>
                </a:lnTo>
                <a:lnTo>
                  <a:pt x="2392863" y="6852964"/>
                </a:lnTo>
                <a:cubicBezTo>
                  <a:pt x="2286592" y="6697030"/>
                  <a:pt x="2128210" y="6530604"/>
                  <a:pt x="2017589" y="6493982"/>
                </a:cubicBezTo>
                <a:cubicBezTo>
                  <a:pt x="2065428" y="6525607"/>
                  <a:pt x="2108651" y="6558340"/>
                  <a:pt x="2147336" y="6594052"/>
                </a:cubicBezTo>
                <a:cubicBezTo>
                  <a:pt x="2168131" y="6613249"/>
                  <a:pt x="2188032" y="6633414"/>
                  <a:pt x="2207047" y="6654540"/>
                </a:cubicBezTo>
                <a:cubicBezTo>
                  <a:pt x="2240670" y="6691852"/>
                  <a:pt x="2268864" y="6733110"/>
                  <a:pt x="2299106" y="6778931"/>
                </a:cubicBezTo>
                <a:lnTo>
                  <a:pt x="2314430" y="6801144"/>
                </a:lnTo>
                <a:lnTo>
                  <a:pt x="2352406" y="6858000"/>
                </a:lnTo>
                <a:lnTo>
                  <a:pt x="2314492" y="6858000"/>
                </a:lnTo>
                <a:lnTo>
                  <a:pt x="2288095" y="6818030"/>
                </a:lnTo>
                <a:lnTo>
                  <a:pt x="2272768" y="6795822"/>
                </a:lnTo>
                <a:cubicBezTo>
                  <a:pt x="2242565" y="6750921"/>
                  <a:pt x="2214890" y="6711042"/>
                  <a:pt x="2182715" y="6675071"/>
                </a:cubicBezTo>
                <a:cubicBezTo>
                  <a:pt x="2139301" y="6626043"/>
                  <a:pt x="2090046" y="6582375"/>
                  <a:pt x="2032061" y="6541380"/>
                </a:cubicBezTo>
                <a:cubicBezTo>
                  <a:pt x="2113005" y="6632219"/>
                  <a:pt x="2185837" y="6729905"/>
                  <a:pt x="2257220" y="6826257"/>
                </a:cubicBezTo>
                <a:lnTo>
                  <a:pt x="2281324" y="6858000"/>
                </a:lnTo>
                <a:lnTo>
                  <a:pt x="2242860" y="6858000"/>
                </a:lnTo>
                <a:lnTo>
                  <a:pt x="2232818" y="6844926"/>
                </a:lnTo>
                <a:cubicBezTo>
                  <a:pt x="2156524" y="6742256"/>
                  <a:pt x="2077809" y="6637351"/>
                  <a:pt x="1990172" y="6542121"/>
                </a:cubicBezTo>
                <a:cubicBezTo>
                  <a:pt x="2025229" y="6615236"/>
                  <a:pt x="2072239" y="6690202"/>
                  <a:pt x="2124090" y="6761017"/>
                </a:cubicBezTo>
                <a:lnTo>
                  <a:pt x="2200380" y="6858000"/>
                </a:lnTo>
                <a:lnTo>
                  <a:pt x="2147507" y="6858000"/>
                </a:lnTo>
                <a:lnTo>
                  <a:pt x="2070668" y="6761520"/>
                </a:lnTo>
                <a:cubicBezTo>
                  <a:pt x="2050397" y="6732060"/>
                  <a:pt x="1955949" y="6524860"/>
                  <a:pt x="1975142" y="6585570"/>
                </a:cubicBezTo>
                <a:cubicBezTo>
                  <a:pt x="1998651" y="6661010"/>
                  <a:pt x="2025657" y="6736543"/>
                  <a:pt x="2050035" y="6813345"/>
                </a:cubicBezTo>
                <a:lnTo>
                  <a:pt x="2063025" y="6858000"/>
                </a:lnTo>
                <a:lnTo>
                  <a:pt x="2021675" y="6858000"/>
                </a:lnTo>
                <a:lnTo>
                  <a:pt x="2019308" y="6847118"/>
                </a:lnTo>
                <a:cubicBezTo>
                  <a:pt x="1994223" y="6748278"/>
                  <a:pt x="1963999" y="6650518"/>
                  <a:pt x="1938835" y="6551160"/>
                </a:cubicBezTo>
                <a:cubicBezTo>
                  <a:pt x="1929908" y="6619047"/>
                  <a:pt x="1941143" y="6690322"/>
                  <a:pt x="1953230" y="6759699"/>
                </a:cubicBezTo>
                <a:lnTo>
                  <a:pt x="1956763" y="6778191"/>
                </a:lnTo>
                <a:lnTo>
                  <a:pt x="1967925" y="6858000"/>
                </a:lnTo>
                <a:lnTo>
                  <a:pt x="1936622" y="6858000"/>
                </a:lnTo>
                <a:lnTo>
                  <a:pt x="1926261" y="6784064"/>
                </a:lnTo>
                <a:lnTo>
                  <a:pt x="1922724" y="6765577"/>
                </a:lnTo>
                <a:cubicBezTo>
                  <a:pt x="1915473" y="6723948"/>
                  <a:pt x="1907737" y="6681875"/>
                  <a:pt x="1904650" y="6639616"/>
                </a:cubicBezTo>
                <a:lnTo>
                  <a:pt x="1885273" y="6858000"/>
                </a:lnTo>
                <a:lnTo>
                  <a:pt x="1854363" y="6858000"/>
                </a:lnTo>
                <a:lnTo>
                  <a:pt x="1880391" y="6603796"/>
                </a:lnTo>
                <a:cubicBezTo>
                  <a:pt x="1857032" y="6636864"/>
                  <a:pt x="1833268" y="6671346"/>
                  <a:pt x="1818273" y="6715729"/>
                </a:cubicBezTo>
                <a:cubicBezTo>
                  <a:pt x="1804852" y="6755735"/>
                  <a:pt x="1797634" y="6798725"/>
                  <a:pt x="1794691" y="6843239"/>
                </a:cubicBezTo>
                <a:lnTo>
                  <a:pt x="1794914" y="6858000"/>
                </a:lnTo>
                <a:lnTo>
                  <a:pt x="1746128" y="6858000"/>
                </a:lnTo>
                <a:lnTo>
                  <a:pt x="1753934" y="6724796"/>
                </a:lnTo>
                <a:cubicBezTo>
                  <a:pt x="1761216" y="6674140"/>
                  <a:pt x="1773366" y="6623443"/>
                  <a:pt x="1792053" y="6572396"/>
                </a:cubicBezTo>
                <a:cubicBezTo>
                  <a:pt x="1831929" y="6463223"/>
                  <a:pt x="1865036" y="6394363"/>
                  <a:pt x="1862248" y="6266397"/>
                </a:cubicBezTo>
                <a:cubicBezTo>
                  <a:pt x="1860953" y="6187277"/>
                  <a:pt x="1859762" y="6110946"/>
                  <a:pt x="1862250" y="6033531"/>
                </a:cubicBezTo>
                <a:cubicBezTo>
                  <a:pt x="1629459" y="6233327"/>
                  <a:pt x="1412286" y="6451119"/>
                  <a:pt x="1211999" y="6683610"/>
                </a:cubicBezTo>
                <a:cubicBezTo>
                  <a:pt x="1212594" y="6686848"/>
                  <a:pt x="1213637" y="6689601"/>
                  <a:pt x="1213266" y="6691947"/>
                </a:cubicBezTo>
                <a:cubicBezTo>
                  <a:pt x="1207239" y="6745048"/>
                  <a:pt x="1203941" y="6797982"/>
                  <a:pt x="1203370" y="6850676"/>
                </a:cubicBezTo>
                <a:lnTo>
                  <a:pt x="1203671" y="6858000"/>
                </a:lnTo>
                <a:lnTo>
                  <a:pt x="1143180" y="6858000"/>
                </a:lnTo>
                <a:lnTo>
                  <a:pt x="1142176" y="6766045"/>
                </a:lnTo>
                <a:lnTo>
                  <a:pt x="1067484" y="6858000"/>
                </a:lnTo>
                <a:lnTo>
                  <a:pt x="953928" y="6858000"/>
                </a:lnTo>
                <a:lnTo>
                  <a:pt x="959715" y="6850185"/>
                </a:lnTo>
                <a:cubicBezTo>
                  <a:pt x="1122351" y="6642955"/>
                  <a:pt x="1297493" y="6445464"/>
                  <a:pt x="1483788" y="6259174"/>
                </a:cubicBezTo>
                <a:cubicBezTo>
                  <a:pt x="1354519" y="6252700"/>
                  <a:pt x="1219786" y="6272526"/>
                  <a:pt x="1100671" y="6252137"/>
                </a:cubicBezTo>
                <a:cubicBezTo>
                  <a:pt x="1097473" y="6253667"/>
                  <a:pt x="1093344" y="6255226"/>
                  <a:pt x="1090144" y="6256748"/>
                </a:cubicBezTo>
                <a:cubicBezTo>
                  <a:pt x="1093160" y="6262221"/>
                  <a:pt x="1095726" y="6268172"/>
                  <a:pt x="1095872" y="6271892"/>
                </a:cubicBezTo>
                <a:cubicBezTo>
                  <a:pt x="1117034" y="6614754"/>
                  <a:pt x="501310" y="6765589"/>
                  <a:pt x="262785" y="6845450"/>
                </a:cubicBezTo>
                <a:cubicBezTo>
                  <a:pt x="240730" y="6852851"/>
                  <a:pt x="197167" y="6788461"/>
                  <a:pt x="209968" y="6770713"/>
                </a:cubicBezTo>
                <a:cubicBezTo>
                  <a:pt x="383281" y="6527661"/>
                  <a:pt x="615742" y="6377713"/>
                  <a:pt x="873460" y="6253768"/>
                </a:cubicBezTo>
                <a:cubicBezTo>
                  <a:pt x="626943" y="6191900"/>
                  <a:pt x="365733" y="5960633"/>
                  <a:pt x="192686" y="5849257"/>
                </a:cubicBezTo>
                <a:cubicBezTo>
                  <a:pt x="116185" y="5799690"/>
                  <a:pt x="52073" y="5754165"/>
                  <a:pt x="4696" y="5697668"/>
                </a:cubicBezTo>
                <a:lnTo>
                  <a:pt x="0" y="5689984"/>
                </a:lnTo>
                <a:lnTo>
                  <a:pt x="0" y="5513472"/>
                </a:lnTo>
                <a:lnTo>
                  <a:pt x="174101" y="5620277"/>
                </a:lnTo>
                <a:cubicBezTo>
                  <a:pt x="413334" y="5759164"/>
                  <a:pt x="660435" y="5885160"/>
                  <a:pt x="891800" y="6036935"/>
                </a:cubicBezTo>
                <a:cubicBezTo>
                  <a:pt x="944884" y="6071606"/>
                  <a:pt x="1012106" y="6145300"/>
                  <a:pt x="1072219" y="6169443"/>
                </a:cubicBezTo>
                <a:cubicBezTo>
                  <a:pt x="1072700" y="6169886"/>
                  <a:pt x="1073629" y="6169850"/>
                  <a:pt x="1074117" y="6170301"/>
                </a:cubicBezTo>
                <a:cubicBezTo>
                  <a:pt x="1077423" y="6171567"/>
                  <a:pt x="1080285" y="6173315"/>
                  <a:pt x="1083114" y="6174131"/>
                </a:cubicBezTo>
                <a:cubicBezTo>
                  <a:pt x="1205686" y="6211148"/>
                  <a:pt x="1403553" y="6162717"/>
                  <a:pt x="1543010" y="6191140"/>
                </a:cubicBezTo>
                <a:cubicBezTo>
                  <a:pt x="1545352" y="6191516"/>
                  <a:pt x="1548218" y="6193258"/>
                  <a:pt x="1551080" y="6195006"/>
                </a:cubicBezTo>
                <a:cubicBezTo>
                  <a:pt x="1796784" y="5956970"/>
                  <a:pt x="2061981" y="5740521"/>
                  <a:pt x="2345443" y="5549882"/>
                </a:cubicBezTo>
                <a:cubicBezTo>
                  <a:pt x="2141371" y="5547786"/>
                  <a:pt x="1930334" y="5604666"/>
                  <a:pt x="1721499" y="5599969"/>
                </a:cubicBezTo>
                <a:cubicBezTo>
                  <a:pt x="1398951" y="5593309"/>
                  <a:pt x="1081337" y="5547329"/>
                  <a:pt x="767716" y="5472768"/>
                </a:cubicBezTo>
                <a:cubicBezTo>
                  <a:pt x="753133" y="5469162"/>
                  <a:pt x="700946" y="5398599"/>
                  <a:pt x="722147" y="5393091"/>
                </a:cubicBezTo>
                <a:cubicBezTo>
                  <a:pt x="968781" y="5329673"/>
                  <a:pt x="1232259" y="5326588"/>
                  <a:pt x="1485552" y="5313202"/>
                </a:cubicBezTo>
                <a:cubicBezTo>
                  <a:pt x="1722589" y="5300930"/>
                  <a:pt x="1934026" y="5312502"/>
                  <a:pt x="2143004" y="5402420"/>
                </a:cubicBezTo>
                <a:cubicBezTo>
                  <a:pt x="2072259" y="5321879"/>
                  <a:pt x="2001915" y="5239927"/>
                  <a:pt x="1933391" y="5156971"/>
                </a:cubicBezTo>
                <a:cubicBezTo>
                  <a:pt x="1884964" y="5098829"/>
                  <a:pt x="1830279" y="5047453"/>
                  <a:pt x="1827118" y="4968410"/>
                </a:cubicBezTo>
                <a:cubicBezTo>
                  <a:pt x="1826899" y="4962830"/>
                  <a:pt x="1831287" y="4956131"/>
                  <a:pt x="1837349" y="4956357"/>
                </a:cubicBezTo>
                <a:cubicBezTo>
                  <a:pt x="1954786" y="4958180"/>
                  <a:pt x="2095955" y="5099243"/>
                  <a:pt x="2162835" y="5187853"/>
                </a:cubicBezTo>
                <a:cubicBezTo>
                  <a:pt x="2223806" y="5268314"/>
                  <a:pt x="2261117" y="5362764"/>
                  <a:pt x="2257167" y="5462123"/>
                </a:cubicBezTo>
                <a:cubicBezTo>
                  <a:pt x="2258619" y="5463463"/>
                  <a:pt x="2260110" y="5465731"/>
                  <a:pt x="2261598" y="5467998"/>
                </a:cubicBezTo>
                <a:cubicBezTo>
                  <a:pt x="2319293" y="5466627"/>
                  <a:pt x="2377620" y="5469418"/>
                  <a:pt x="2437177" y="5479608"/>
                </a:cubicBezTo>
                <a:cubicBezTo>
                  <a:pt x="2440002" y="5480429"/>
                  <a:pt x="2442387" y="5481726"/>
                  <a:pt x="2445247" y="5483476"/>
                </a:cubicBezTo>
                <a:cubicBezTo>
                  <a:pt x="2542410" y="5420910"/>
                  <a:pt x="2642483" y="5361023"/>
                  <a:pt x="2743626" y="5304819"/>
                </a:cubicBezTo>
                <a:cubicBezTo>
                  <a:pt x="2843877" y="5249576"/>
                  <a:pt x="2945694" y="5198471"/>
                  <a:pt x="3048102" y="5150595"/>
                </a:cubicBezTo>
                <a:cubicBezTo>
                  <a:pt x="2585795" y="5154639"/>
                  <a:pt x="2153807" y="4996795"/>
                  <a:pt x="1799414" y="4694732"/>
                </a:cubicBezTo>
                <a:cubicBezTo>
                  <a:pt x="1791709" y="4688523"/>
                  <a:pt x="1742423" y="4620635"/>
                  <a:pt x="1771735" y="4619929"/>
                </a:cubicBezTo>
                <a:cubicBezTo>
                  <a:pt x="2256142" y="4609405"/>
                  <a:pt x="2784409" y="4670721"/>
                  <a:pt x="3104273" y="5076159"/>
                </a:cubicBezTo>
                <a:cubicBezTo>
                  <a:pt x="3108183" y="5080663"/>
                  <a:pt x="3110711" y="5085686"/>
                  <a:pt x="3113245" y="5090705"/>
                </a:cubicBezTo>
                <a:cubicBezTo>
                  <a:pt x="3118189" y="5097958"/>
                  <a:pt x="3122727" y="5106622"/>
                  <a:pt x="3126294" y="5114400"/>
                </a:cubicBezTo>
                <a:cubicBezTo>
                  <a:pt x="3390302" y="4996262"/>
                  <a:pt x="3661785" y="4902036"/>
                  <a:pt x="3937433" y="4830473"/>
                </a:cubicBezTo>
                <a:cubicBezTo>
                  <a:pt x="3836176" y="4732523"/>
                  <a:pt x="3721785" y="4620668"/>
                  <a:pt x="3590475" y="4597974"/>
                </a:cubicBezTo>
                <a:cubicBezTo>
                  <a:pt x="3435249" y="4571111"/>
                  <a:pt x="3264279" y="4616605"/>
                  <a:pt x="3100264" y="4579845"/>
                </a:cubicBezTo>
                <a:cubicBezTo>
                  <a:pt x="2787310" y="4510393"/>
                  <a:pt x="2468738" y="4370372"/>
                  <a:pt x="2183576" y="4227150"/>
                </a:cubicBezTo>
                <a:cubicBezTo>
                  <a:pt x="2170260" y="4220226"/>
                  <a:pt x="2115765" y="4150220"/>
                  <a:pt x="2151029" y="4146947"/>
                </a:cubicBezTo>
                <a:cubicBezTo>
                  <a:pt x="2677991" y="4094203"/>
                  <a:pt x="3159089" y="4117356"/>
                  <a:pt x="3563434" y="4469115"/>
                </a:cubicBezTo>
                <a:lnTo>
                  <a:pt x="3177952" y="3657386"/>
                </a:lnTo>
                <a:cubicBezTo>
                  <a:pt x="3172991" y="3646754"/>
                  <a:pt x="3166185" y="3622836"/>
                  <a:pt x="3174829" y="3620110"/>
                </a:cubicBezTo>
                <a:close/>
                <a:moveTo>
                  <a:pt x="3429186" y="3458784"/>
                </a:moveTo>
                <a:cubicBezTo>
                  <a:pt x="3434043" y="3458424"/>
                  <a:pt x="3439865" y="3459167"/>
                  <a:pt x="3446761" y="3461278"/>
                </a:cubicBezTo>
                <a:cubicBezTo>
                  <a:pt x="3801752" y="3568638"/>
                  <a:pt x="4119982" y="3746863"/>
                  <a:pt x="4419733" y="3963555"/>
                </a:cubicBezTo>
                <a:cubicBezTo>
                  <a:pt x="4508451" y="4027538"/>
                  <a:pt x="4593765" y="4093753"/>
                  <a:pt x="4659448" y="4172746"/>
                </a:cubicBezTo>
                <a:lnTo>
                  <a:pt x="4724401" y="4275524"/>
                </a:lnTo>
                <a:lnTo>
                  <a:pt x="4724401" y="4519331"/>
                </a:lnTo>
                <a:lnTo>
                  <a:pt x="4695727" y="4489837"/>
                </a:lnTo>
                <a:cubicBezTo>
                  <a:pt x="4513213" y="4341718"/>
                  <a:pt x="4213060" y="4286653"/>
                  <a:pt x="4036318" y="4147013"/>
                </a:cubicBezTo>
                <a:cubicBezTo>
                  <a:pt x="3810777" y="3969273"/>
                  <a:pt x="3654591" y="3720297"/>
                  <a:pt x="3432098" y="3537312"/>
                </a:cubicBezTo>
                <a:cubicBezTo>
                  <a:pt x="3408505" y="3517876"/>
                  <a:pt x="3395188" y="3461306"/>
                  <a:pt x="3429186" y="3458784"/>
                </a:cubicBezTo>
                <a:close/>
                <a:moveTo>
                  <a:pt x="4287835" y="3252276"/>
                </a:moveTo>
                <a:cubicBezTo>
                  <a:pt x="4291252" y="3250181"/>
                  <a:pt x="4296821" y="3251122"/>
                  <a:pt x="4305321" y="3256953"/>
                </a:cubicBezTo>
                <a:cubicBezTo>
                  <a:pt x="4417921" y="3335817"/>
                  <a:pt x="4526830" y="3418438"/>
                  <a:pt x="4633631" y="3503706"/>
                </a:cubicBezTo>
                <a:lnTo>
                  <a:pt x="4724401" y="3579225"/>
                </a:lnTo>
                <a:lnTo>
                  <a:pt x="4724401" y="3637622"/>
                </a:lnTo>
                <a:lnTo>
                  <a:pt x="4594837" y="3532274"/>
                </a:lnTo>
                <a:cubicBezTo>
                  <a:pt x="4562450" y="3507077"/>
                  <a:pt x="4474786" y="3410282"/>
                  <a:pt x="4441737" y="3399734"/>
                </a:cubicBezTo>
                <a:cubicBezTo>
                  <a:pt x="4437014" y="3398227"/>
                  <a:pt x="4433408" y="3398482"/>
                  <a:pt x="4431236" y="3400954"/>
                </a:cubicBezTo>
                <a:cubicBezTo>
                  <a:pt x="4474088" y="3436036"/>
                  <a:pt x="4516531" y="3472527"/>
                  <a:pt x="4557150" y="3510023"/>
                </a:cubicBezTo>
                <a:cubicBezTo>
                  <a:pt x="4609378" y="3558235"/>
                  <a:pt x="4660155" y="3608017"/>
                  <a:pt x="4709959" y="3658245"/>
                </a:cubicBezTo>
                <a:lnTo>
                  <a:pt x="4724401" y="3673072"/>
                </a:lnTo>
                <a:lnTo>
                  <a:pt x="4724401" y="3718516"/>
                </a:lnTo>
                <a:lnTo>
                  <a:pt x="4642986" y="3635718"/>
                </a:lnTo>
                <a:cubicBezTo>
                  <a:pt x="4577419" y="3571274"/>
                  <a:pt x="4510044" y="3508184"/>
                  <a:pt x="4440129" y="3448571"/>
                </a:cubicBezTo>
                <a:cubicBezTo>
                  <a:pt x="4477976" y="3543407"/>
                  <a:pt x="4595539" y="3666345"/>
                  <a:pt x="4700658" y="3767518"/>
                </a:cubicBezTo>
                <a:lnTo>
                  <a:pt x="4724401" y="3790032"/>
                </a:lnTo>
                <a:lnTo>
                  <a:pt x="4724401" y="3871856"/>
                </a:lnTo>
                <a:lnTo>
                  <a:pt x="4649232" y="3785028"/>
                </a:lnTo>
                <a:cubicBezTo>
                  <a:pt x="4512119" y="3616669"/>
                  <a:pt x="4392441" y="3442504"/>
                  <a:pt x="4294126" y="3303048"/>
                </a:cubicBezTo>
                <a:cubicBezTo>
                  <a:pt x="4286701" y="3292165"/>
                  <a:pt x="4277584" y="3258559"/>
                  <a:pt x="4287835" y="3252276"/>
                </a:cubicBezTo>
                <a:close/>
                <a:moveTo>
                  <a:pt x="1318687" y="3113840"/>
                </a:moveTo>
                <a:cubicBezTo>
                  <a:pt x="1233126" y="3142037"/>
                  <a:pt x="1148133" y="3174161"/>
                  <a:pt x="1066793" y="3212171"/>
                </a:cubicBezTo>
                <a:cubicBezTo>
                  <a:pt x="1042399" y="3223712"/>
                  <a:pt x="1017440" y="3235542"/>
                  <a:pt x="993319" y="3247648"/>
                </a:cubicBezTo>
                <a:cubicBezTo>
                  <a:pt x="947600" y="3269890"/>
                  <a:pt x="900765" y="3292688"/>
                  <a:pt x="853081" y="3312410"/>
                </a:cubicBezTo>
                <a:cubicBezTo>
                  <a:pt x="837376" y="3318884"/>
                  <a:pt x="821948" y="3324526"/>
                  <a:pt x="805957" y="3330443"/>
                </a:cubicBezTo>
                <a:cubicBezTo>
                  <a:pt x="973723" y="3284161"/>
                  <a:pt x="1193682" y="3229943"/>
                  <a:pt x="1318687" y="3113840"/>
                </a:cubicBezTo>
                <a:close/>
                <a:moveTo>
                  <a:pt x="1238695" y="3076820"/>
                </a:moveTo>
                <a:cubicBezTo>
                  <a:pt x="1051055" y="3082190"/>
                  <a:pt x="886407" y="3192548"/>
                  <a:pt x="716371" y="3293249"/>
                </a:cubicBezTo>
                <a:cubicBezTo>
                  <a:pt x="670943" y="3320259"/>
                  <a:pt x="625512" y="3345868"/>
                  <a:pt x="579522" y="3371759"/>
                </a:cubicBezTo>
                <a:cubicBezTo>
                  <a:pt x="586257" y="3369787"/>
                  <a:pt x="592991" y="3367806"/>
                  <a:pt x="600288" y="3365555"/>
                </a:cubicBezTo>
                <a:cubicBezTo>
                  <a:pt x="680240" y="3341573"/>
                  <a:pt x="762713" y="3317034"/>
                  <a:pt x="840692" y="3284921"/>
                </a:cubicBezTo>
                <a:cubicBezTo>
                  <a:pt x="887813" y="3265484"/>
                  <a:pt x="934087" y="3242968"/>
                  <a:pt x="979248" y="3221003"/>
                </a:cubicBezTo>
                <a:cubicBezTo>
                  <a:pt x="1004208" y="3209175"/>
                  <a:pt x="1028322" y="3197074"/>
                  <a:pt x="1053282" y="3185247"/>
                </a:cubicBezTo>
                <a:cubicBezTo>
                  <a:pt x="1139666" y="3144704"/>
                  <a:pt x="1229994" y="3110602"/>
                  <a:pt x="1320603" y="3081281"/>
                </a:cubicBezTo>
                <a:cubicBezTo>
                  <a:pt x="1292776" y="3077429"/>
                  <a:pt x="1265502" y="3076054"/>
                  <a:pt x="1238695" y="3076820"/>
                </a:cubicBezTo>
                <a:close/>
                <a:moveTo>
                  <a:pt x="2399523" y="1428234"/>
                </a:moveTo>
                <a:cubicBezTo>
                  <a:pt x="2324192" y="1539775"/>
                  <a:pt x="2267478" y="1713586"/>
                  <a:pt x="2224982" y="1826201"/>
                </a:cubicBezTo>
                <a:cubicBezTo>
                  <a:pt x="2161246" y="1995817"/>
                  <a:pt x="2120250" y="2168765"/>
                  <a:pt x="2096099" y="2345900"/>
                </a:cubicBezTo>
                <a:cubicBezTo>
                  <a:pt x="2166834" y="2165047"/>
                  <a:pt x="2226331" y="1978598"/>
                  <a:pt x="2283317" y="1796925"/>
                </a:cubicBezTo>
                <a:close/>
                <a:moveTo>
                  <a:pt x="2448558" y="1373435"/>
                </a:moveTo>
                <a:lnTo>
                  <a:pt x="2312521" y="1806140"/>
                </a:lnTo>
                <a:cubicBezTo>
                  <a:pt x="2255817" y="1985569"/>
                  <a:pt x="2197150" y="2169492"/>
                  <a:pt x="2127533" y="2348380"/>
                </a:cubicBezTo>
                <a:cubicBezTo>
                  <a:pt x="2230881" y="2201722"/>
                  <a:pt x="2307261" y="2041905"/>
                  <a:pt x="2358080" y="1866134"/>
                </a:cubicBezTo>
                <a:cubicBezTo>
                  <a:pt x="2378743" y="1795373"/>
                  <a:pt x="2394349" y="1722940"/>
                  <a:pt x="2407436" y="1651070"/>
                </a:cubicBezTo>
                <a:cubicBezTo>
                  <a:pt x="2417458" y="1596892"/>
                  <a:pt x="2466254" y="1384915"/>
                  <a:pt x="2448558" y="1373435"/>
                </a:cubicBezTo>
                <a:close/>
                <a:moveTo>
                  <a:pt x="278707" y="1352270"/>
                </a:moveTo>
                <a:lnTo>
                  <a:pt x="321570" y="1861610"/>
                </a:lnTo>
                <a:cubicBezTo>
                  <a:pt x="336248" y="1725752"/>
                  <a:pt x="317508" y="1584885"/>
                  <a:pt x="294281" y="1440658"/>
                </a:cubicBezTo>
                <a:close/>
                <a:moveTo>
                  <a:pt x="1423821" y="1351958"/>
                </a:moveTo>
                <a:cubicBezTo>
                  <a:pt x="1426859" y="1507722"/>
                  <a:pt x="1587831" y="1796280"/>
                  <a:pt x="1638521" y="1908470"/>
                </a:cubicBezTo>
                <a:cubicBezTo>
                  <a:pt x="1674424" y="1987707"/>
                  <a:pt x="1711105" y="2070587"/>
                  <a:pt x="1754199" y="2149284"/>
                </a:cubicBezTo>
                <a:cubicBezTo>
                  <a:pt x="1797295" y="2227981"/>
                  <a:pt x="1846801" y="2302493"/>
                  <a:pt x="1908359" y="2364988"/>
                </a:cubicBezTo>
                <a:cubicBezTo>
                  <a:pt x="1805946" y="2193096"/>
                  <a:pt x="1725953" y="2007134"/>
                  <a:pt x="1647661" y="1825945"/>
                </a:cubicBezTo>
                <a:cubicBezTo>
                  <a:pt x="1579500" y="1667751"/>
                  <a:pt x="1508533" y="1505355"/>
                  <a:pt x="1423821" y="1351958"/>
                </a:cubicBezTo>
                <a:close/>
                <a:moveTo>
                  <a:pt x="1431890" y="1306475"/>
                </a:moveTo>
                <a:cubicBezTo>
                  <a:pt x="1458339" y="1352187"/>
                  <a:pt x="1483952" y="1399016"/>
                  <a:pt x="1507597" y="1446132"/>
                </a:cubicBezTo>
                <a:cubicBezTo>
                  <a:pt x="1568403" y="1567288"/>
                  <a:pt x="1621917" y="1692101"/>
                  <a:pt x="1674586" y="1813832"/>
                </a:cubicBezTo>
                <a:cubicBezTo>
                  <a:pt x="1719648" y="1918315"/>
                  <a:pt x="1765554" y="2024477"/>
                  <a:pt x="1815950" y="2128564"/>
                </a:cubicBezTo>
                <a:cubicBezTo>
                  <a:pt x="1866346" y="2232648"/>
                  <a:pt x="1921228" y="2334658"/>
                  <a:pt x="1984242" y="2430829"/>
                </a:cubicBezTo>
                <a:cubicBezTo>
                  <a:pt x="1994073" y="2437830"/>
                  <a:pt x="2003908" y="2444836"/>
                  <a:pt x="2014023" y="2450995"/>
                </a:cubicBezTo>
                <a:cubicBezTo>
                  <a:pt x="1956448" y="2239741"/>
                  <a:pt x="1853160" y="2049325"/>
                  <a:pt x="1747337" y="1855264"/>
                </a:cubicBezTo>
                <a:cubicBezTo>
                  <a:pt x="1678102" y="1728504"/>
                  <a:pt x="1608870" y="1601753"/>
                  <a:pt x="1533749" y="1478656"/>
                </a:cubicBezTo>
                <a:cubicBezTo>
                  <a:pt x="1510398" y="1440515"/>
                  <a:pt x="1454048" y="1294657"/>
                  <a:pt x="1431890" y="1306475"/>
                </a:cubicBezTo>
                <a:close/>
                <a:moveTo>
                  <a:pt x="655236" y="1268632"/>
                </a:moveTo>
                <a:cubicBezTo>
                  <a:pt x="717895" y="1408869"/>
                  <a:pt x="771574" y="1550454"/>
                  <a:pt x="839521" y="1685315"/>
                </a:cubicBezTo>
                <a:cubicBezTo>
                  <a:pt x="907470" y="1820177"/>
                  <a:pt x="989683" y="1948318"/>
                  <a:pt x="1109416" y="2061663"/>
                </a:cubicBezTo>
                <a:cubicBezTo>
                  <a:pt x="1177718" y="2126399"/>
                  <a:pt x="1244319" y="2184954"/>
                  <a:pt x="1298300" y="2247742"/>
                </a:cubicBezTo>
                <a:cubicBezTo>
                  <a:pt x="1250168" y="2156040"/>
                  <a:pt x="1187457" y="2071655"/>
                  <a:pt x="1125871" y="1989513"/>
                </a:cubicBezTo>
                <a:cubicBezTo>
                  <a:pt x="1076370" y="1923070"/>
                  <a:pt x="1025189" y="1854667"/>
                  <a:pt x="981574" y="1783157"/>
                </a:cubicBezTo>
                <a:cubicBezTo>
                  <a:pt x="960475" y="1748106"/>
                  <a:pt x="941058" y="1712211"/>
                  <a:pt x="922198" y="1677437"/>
                </a:cubicBezTo>
                <a:cubicBezTo>
                  <a:pt x="905028" y="1646031"/>
                  <a:pt x="887579" y="1614059"/>
                  <a:pt x="869293" y="1583214"/>
                </a:cubicBezTo>
                <a:cubicBezTo>
                  <a:pt x="832994" y="1522086"/>
                  <a:pt x="791368" y="1462924"/>
                  <a:pt x="751431" y="1405731"/>
                </a:cubicBezTo>
                <a:close/>
                <a:moveTo>
                  <a:pt x="291466" y="1250369"/>
                </a:moveTo>
                <a:cubicBezTo>
                  <a:pt x="302228" y="1312380"/>
                  <a:pt x="313548" y="1374109"/>
                  <a:pt x="323180" y="1435283"/>
                </a:cubicBezTo>
                <a:cubicBezTo>
                  <a:pt x="347262" y="1585402"/>
                  <a:pt x="366566" y="1733005"/>
                  <a:pt x="349381" y="1875041"/>
                </a:cubicBezTo>
                <a:cubicBezTo>
                  <a:pt x="398887" y="1761016"/>
                  <a:pt x="404047" y="1643975"/>
                  <a:pt x="374363" y="1506494"/>
                </a:cubicBezTo>
                <a:cubicBezTo>
                  <a:pt x="356845" y="1425406"/>
                  <a:pt x="334841" y="1350786"/>
                  <a:pt x="302168" y="1274495"/>
                </a:cubicBezTo>
                <a:cubicBezTo>
                  <a:pt x="298229" y="1265236"/>
                  <a:pt x="295129" y="1257666"/>
                  <a:pt x="291466" y="1250369"/>
                </a:cubicBezTo>
                <a:close/>
                <a:moveTo>
                  <a:pt x="678222" y="1248670"/>
                </a:moveTo>
                <a:lnTo>
                  <a:pt x="775536" y="1388015"/>
                </a:lnTo>
                <a:cubicBezTo>
                  <a:pt x="815764" y="1445771"/>
                  <a:pt x="857669" y="1505484"/>
                  <a:pt x="894529" y="1567739"/>
                </a:cubicBezTo>
                <a:cubicBezTo>
                  <a:pt x="913103" y="1599148"/>
                  <a:pt x="930546" y="1631115"/>
                  <a:pt x="948000" y="1663088"/>
                </a:cubicBezTo>
                <a:cubicBezTo>
                  <a:pt x="966853" y="1697859"/>
                  <a:pt x="986277" y="1733757"/>
                  <a:pt x="1006812" y="1767683"/>
                </a:cubicBezTo>
                <a:cubicBezTo>
                  <a:pt x="1049303" y="1838347"/>
                  <a:pt x="1100205" y="1906189"/>
                  <a:pt x="1149133" y="1971513"/>
                </a:cubicBezTo>
                <a:cubicBezTo>
                  <a:pt x="1215506" y="2060384"/>
                  <a:pt x="1283561" y="2151216"/>
                  <a:pt x="1333952" y="2251620"/>
                </a:cubicBezTo>
                <a:lnTo>
                  <a:pt x="1337329" y="2258350"/>
                </a:lnTo>
                <a:cubicBezTo>
                  <a:pt x="1352131" y="2023413"/>
                  <a:pt x="1145204" y="1784597"/>
                  <a:pt x="1014726" y="1615556"/>
                </a:cubicBezTo>
                <a:cubicBezTo>
                  <a:pt x="911517" y="1481269"/>
                  <a:pt x="800192" y="1360189"/>
                  <a:pt x="678222" y="1248670"/>
                </a:cubicBezTo>
                <a:close/>
                <a:moveTo>
                  <a:pt x="4002475" y="1037802"/>
                </a:moveTo>
                <a:cubicBezTo>
                  <a:pt x="4001933" y="1038196"/>
                  <a:pt x="4000861" y="1038973"/>
                  <a:pt x="4000324" y="1039362"/>
                </a:cubicBezTo>
                <a:cubicBezTo>
                  <a:pt x="4001046" y="1040360"/>
                  <a:pt x="4002134" y="1041861"/>
                  <a:pt x="4002862" y="1042866"/>
                </a:cubicBezTo>
                <a:cubicBezTo>
                  <a:pt x="4002672" y="1041472"/>
                  <a:pt x="4002487" y="1040086"/>
                  <a:pt x="4002475" y="1037802"/>
                </a:cubicBezTo>
                <a:close/>
                <a:moveTo>
                  <a:pt x="506322" y="1020997"/>
                </a:moveTo>
                <a:cubicBezTo>
                  <a:pt x="513282" y="1018930"/>
                  <a:pt x="522180" y="1021005"/>
                  <a:pt x="533068" y="1029409"/>
                </a:cubicBezTo>
                <a:cubicBezTo>
                  <a:pt x="813777" y="1244537"/>
                  <a:pt x="1037861" y="1510547"/>
                  <a:pt x="1232525" y="1804675"/>
                </a:cubicBezTo>
                <a:cubicBezTo>
                  <a:pt x="1347857" y="1978510"/>
                  <a:pt x="1448039" y="2155739"/>
                  <a:pt x="1388858" y="2368011"/>
                </a:cubicBezTo>
                <a:cubicBezTo>
                  <a:pt x="1387462" y="2372226"/>
                  <a:pt x="1385496" y="2375314"/>
                  <a:pt x="1384098" y="2378125"/>
                </a:cubicBezTo>
                <a:cubicBezTo>
                  <a:pt x="1412260" y="2438425"/>
                  <a:pt x="1428077" y="2506324"/>
                  <a:pt x="1425393" y="2589124"/>
                </a:cubicBezTo>
                <a:cubicBezTo>
                  <a:pt x="1425681" y="2592488"/>
                  <a:pt x="1424559" y="2594453"/>
                  <a:pt x="1424001" y="2597541"/>
                </a:cubicBezTo>
                <a:cubicBezTo>
                  <a:pt x="1672217" y="2669579"/>
                  <a:pt x="1915127" y="2759032"/>
                  <a:pt x="2152729" y="2864487"/>
                </a:cubicBezTo>
                <a:cubicBezTo>
                  <a:pt x="2132903" y="2746636"/>
                  <a:pt x="2106350" y="2629357"/>
                  <a:pt x="2020609" y="2539671"/>
                </a:cubicBezTo>
                <a:cubicBezTo>
                  <a:pt x="2019486" y="2538832"/>
                  <a:pt x="2019482" y="2537426"/>
                  <a:pt x="2018920" y="2536309"/>
                </a:cubicBezTo>
                <a:cubicBezTo>
                  <a:pt x="1612986" y="2284320"/>
                  <a:pt x="1451410" y="1593008"/>
                  <a:pt x="1342441" y="1173017"/>
                </a:cubicBezTo>
                <a:cubicBezTo>
                  <a:pt x="1338482" y="1156742"/>
                  <a:pt x="1345418" y="1103405"/>
                  <a:pt x="1367925" y="1135648"/>
                </a:cubicBezTo>
                <a:cubicBezTo>
                  <a:pt x="1515878" y="1352095"/>
                  <a:pt x="1645605" y="1576999"/>
                  <a:pt x="1771401" y="1806673"/>
                </a:cubicBezTo>
                <a:cubicBezTo>
                  <a:pt x="1841477" y="1935111"/>
                  <a:pt x="1914363" y="2063547"/>
                  <a:pt x="1972385" y="2198735"/>
                </a:cubicBezTo>
                <a:cubicBezTo>
                  <a:pt x="1982518" y="2221738"/>
                  <a:pt x="2018367" y="2353316"/>
                  <a:pt x="2040892" y="2405205"/>
                </a:cubicBezTo>
                <a:cubicBezTo>
                  <a:pt x="2009600" y="2310668"/>
                  <a:pt x="2111587" y="2005996"/>
                  <a:pt x="2131689" y="1936926"/>
                </a:cubicBezTo>
                <a:cubicBezTo>
                  <a:pt x="2203731" y="1690111"/>
                  <a:pt x="2314813" y="1463729"/>
                  <a:pt x="2454820" y="1248808"/>
                </a:cubicBezTo>
                <a:cubicBezTo>
                  <a:pt x="2475264" y="1216788"/>
                  <a:pt x="2493340" y="1290570"/>
                  <a:pt x="2492512" y="1302920"/>
                </a:cubicBezTo>
                <a:cubicBezTo>
                  <a:pt x="2465675" y="1747535"/>
                  <a:pt x="2370053" y="2178216"/>
                  <a:pt x="2081216" y="2527513"/>
                </a:cubicBezTo>
                <a:cubicBezTo>
                  <a:pt x="2081497" y="2528073"/>
                  <a:pt x="2081211" y="2528916"/>
                  <a:pt x="2081211" y="2528916"/>
                </a:cubicBezTo>
                <a:cubicBezTo>
                  <a:pt x="2150699" y="2633778"/>
                  <a:pt x="2178105" y="2756954"/>
                  <a:pt x="2199067" y="2884061"/>
                </a:cubicBezTo>
                <a:cubicBezTo>
                  <a:pt x="2641128" y="3084915"/>
                  <a:pt x="3028660" y="3311628"/>
                  <a:pt x="3192586" y="3411496"/>
                </a:cubicBezTo>
                <a:cubicBezTo>
                  <a:pt x="3356510" y="3511368"/>
                  <a:pt x="3237401" y="3517312"/>
                  <a:pt x="3182620" y="3483279"/>
                </a:cubicBezTo>
                <a:cubicBezTo>
                  <a:pt x="3055506" y="3404310"/>
                  <a:pt x="2789863" y="3259545"/>
                  <a:pt x="2435119" y="3080173"/>
                </a:cubicBezTo>
                <a:lnTo>
                  <a:pt x="2410152" y="3063751"/>
                </a:lnTo>
                <a:lnTo>
                  <a:pt x="2408099" y="3064403"/>
                </a:lnTo>
                <a:lnTo>
                  <a:pt x="2407218" y="3070324"/>
                </a:lnTo>
                <a:cubicBezTo>
                  <a:pt x="2402612" y="3079171"/>
                  <a:pt x="2394080" y="3088906"/>
                  <a:pt x="2380138" y="3099341"/>
                </a:cubicBezTo>
                <a:cubicBezTo>
                  <a:pt x="2194333" y="3283170"/>
                  <a:pt x="1992503" y="3449064"/>
                  <a:pt x="1765923" y="3581043"/>
                </a:cubicBezTo>
                <a:cubicBezTo>
                  <a:pt x="1744896" y="3593696"/>
                  <a:pt x="1723857" y="3603555"/>
                  <a:pt x="1702258" y="3612286"/>
                </a:cubicBezTo>
                <a:cubicBezTo>
                  <a:pt x="1664333" y="3650747"/>
                  <a:pt x="1731601" y="3589836"/>
                  <a:pt x="1538370" y="3811804"/>
                </a:cubicBezTo>
                <a:cubicBezTo>
                  <a:pt x="1278852" y="4250311"/>
                  <a:pt x="915356" y="4600566"/>
                  <a:pt x="542867" y="4944092"/>
                </a:cubicBezTo>
                <a:cubicBezTo>
                  <a:pt x="521291" y="4964055"/>
                  <a:pt x="503482" y="4879596"/>
                  <a:pt x="515800" y="4862180"/>
                </a:cubicBezTo>
                <a:cubicBezTo>
                  <a:pt x="664236" y="4650055"/>
                  <a:pt x="747224" y="4402666"/>
                  <a:pt x="909145" y="4199225"/>
                </a:cubicBezTo>
                <a:cubicBezTo>
                  <a:pt x="998789" y="4086824"/>
                  <a:pt x="1101084" y="3991246"/>
                  <a:pt x="1214067" y="3908561"/>
                </a:cubicBezTo>
                <a:cubicBezTo>
                  <a:pt x="1023317" y="3973399"/>
                  <a:pt x="824392" y="4020568"/>
                  <a:pt x="640967" y="4105601"/>
                </a:cubicBezTo>
                <a:cubicBezTo>
                  <a:pt x="458381" y="4190213"/>
                  <a:pt x="284593" y="4292005"/>
                  <a:pt x="112563" y="4396952"/>
                </a:cubicBezTo>
                <a:lnTo>
                  <a:pt x="0" y="4466006"/>
                </a:lnTo>
                <a:lnTo>
                  <a:pt x="0" y="4233763"/>
                </a:lnTo>
                <a:lnTo>
                  <a:pt x="36881" y="4200118"/>
                </a:lnTo>
                <a:cubicBezTo>
                  <a:pt x="302143" y="3962792"/>
                  <a:pt x="585478" y="3740226"/>
                  <a:pt x="910534" y="3629753"/>
                </a:cubicBezTo>
                <a:cubicBezTo>
                  <a:pt x="1140280" y="3551663"/>
                  <a:pt x="1356783" y="3624873"/>
                  <a:pt x="1578717" y="3575982"/>
                </a:cubicBezTo>
                <a:cubicBezTo>
                  <a:pt x="1857881" y="3513822"/>
                  <a:pt x="2134207" y="3238918"/>
                  <a:pt x="2338780" y="3033725"/>
                </a:cubicBezTo>
                <a:cubicBezTo>
                  <a:pt x="2165203" y="2949506"/>
                  <a:pt x="1987990" y="2873430"/>
                  <a:pt x="1807991" y="2807184"/>
                </a:cubicBezTo>
                <a:cubicBezTo>
                  <a:pt x="1696192" y="2934214"/>
                  <a:pt x="1567238" y="3035444"/>
                  <a:pt x="1416358" y="3112571"/>
                </a:cubicBezTo>
                <a:cubicBezTo>
                  <a:pt x="1318658" y="3280278"/>
                  <a:pt x="1112986" y="3321000"/>
                  <a:pt x="939066" y="3378798"/>
                </a:cubicBezTo>
                <a:cubicBezTo>
                  <a:pt x="668357" y="3469020"/>
                  <a:pt x="393418" y="3543804"/>
                  <a:pt x="115099" y="3607650"/>
                </a:cubicBezTo>
                <a:cubicBezTo>
                  <a:pt x="80589" y="3615844"/>
                  <a:pt x="67554" y="3533906"/>
                  <a:pt x="97284" y="3520393"/>
                </a:cubicBezTo>
                <a:cubicBezTo>
                  <a:pt x="382521" y="3387774"/>
                  <a:pt x="642160" y="3215335"/>
                  <a:pt x="922050" y="3074867"/>
                </a:cubicBezTo>
                <a:cubicBezTo>
                  <a:pt x="1080787" y="2995199"/>
                  <a:pt x="1233979" y="2960447"/>
                  <a:pt x="1405265" y="3016319"/>
                </a:cubicBezTo>
                <a:cubicBezTo>
                  <a:pt x="1406106" y="3016600"/>
                  <a:pt x="1406671" y="3017724"/>
                  <a:pt x="1407512" y="3018001"/>
                </a:cubicBezTo>
                <a:cubicBezTo>
                  <a:pt x="1526420" y="2954115"/>
                  <a:pt x="1632390" y="2874245"/>
                  <a:pt x="1726266" y="2777274"/>
                </a:cubicBezTo>
                <a:cubicBezTo>
                  <a:pt x="1369635" y="2651515"/>
                  <a:pt x="1000990" y="2561972"/>
                  <a:pt x="625390" y="2514541"/>
                </a:cubicBezTo>
                <a:cubicBezTo>
                  <a:pt x="624559" y="2519877"/>
                  <a:pt x="622878" y="2524928"/>
                  <a:pt x="619799" y="2527180"/>
                </a:cubicBezTo>
                <a:cubicBezTo>
                  <a:pt x="509037" y="2598914"/>
                  <a:pt x="403069" y="2677377"/>
                  <a:pt x="310030" y="2771818"/>
                </a:cubicBezTo>
                <a:cubicBezTo>
                  <a:pt x="266034" y="2817076"/>
                  <a:pt x="224887" y="2891795"/>
                  <a:pt x="173877" y="2937056"/>
                </a:cubicBezTo>
                <a:cubicBezTo>
                  <a:pt x="145840" y="3003792"/>
                  <a:pt x="113686" y="3071134"/>
                  <a:pt x="77889" y="3138440"/>
                </a:cubicBezTo>
                <a:lnTo>
                  <a:pt x="0" y="3271395"/>
                </a:lnTo>
                <a:lnTo>
                  <a:pt x="0" y="3153002"/>
                </a:lnTo>
                <a:lnTo>
                  <a:pt x="2386" y="3149203"/>
                </a:lnTo>
                <a:cubicBezTo>
                  <a:pt x="33821" y="3095439"/>
                  <a:pt x="63030" y="3041490"/>
                  <a:pt x="89753" y="2987702"/>
                </a:cubicBezTo>
                <a:cubicBezTo>
                  <a:pt x="85546" y="2993322"/>
                  <a:pt x="81066" y="2999788"/>
                  <a:pt x="76869" y="3005404"/>
                </a:cubicBezTo>
                <a:cubicBezTo>
                  <a:pt x="63139" y="3024231"/>
                  <a:pt x="48575" y="3042776"/>
                  <a:pt x="32049" y="3065814"/>
                </a:cubicBezTo>
                <a:lnTo>
                  <a:pt x="0" y="3108744"/>
                </a:lnTo>
                <a:lnTo>
                  <a:pt x="0" y="3058059"/>
                </a:lnTo>
                <a:lnTo>
                  <a:pt x="7610" y="3047889"/>
                </a:lnTo>
                <a:cubicBezTo>
                  <a:pt x="24410" y="3025415"/>
                  <a:pt x="38695" y="3006301"/>
                  <a:pt x="52419" y="2987479"/>
                </a:cubicBezTo>
                <a:cubicBezTo>
                  <a:pt x="54382" y="2984385"/>
                  <a:pt x="57184" y="2981579"/>
                  <a:pt x="59142" y="2978488"/>
                </a:cubicBezTo>
                <a:lnTo>
                  <a:pt x="0" y="3015334"/>
                </a:lnTo>
                <a:lnTo>
                  <a:pt x="0" y="2914286"/>
                </a:lnTo>
                <a:lnTo>
                  <a:pt x="36383" y="2901128"/>
                </a:lnTo>
                <a:cubicBezTo>
                  <a:pt x="76283" y="2885228"/>
                  <a:pt x="116303" y="2866415"/>
                  <a:pt x="156329" y="2840533"/>
                </a:cubicBezTo>
                <a:cubicBezTo>
                  <a:pt x="229785" y="2792431"/>
                  <a:pt x="289125" y="2682604"/>
                  <a:pt x="358355" y="2620471"/>
                </a:cubicBezTo>
                <a:cubicBezTo>
                  <a:pt x="406846" y="2577174"/>
                  <a:pt x="457591" y="2538372"/>
                  <a:pt x="510577" y="2501244"/>
                </a:cubicBezTo>
                <a:cubicBezTo>
                  <a:pt x="411488" y="2490937"/>
                  <a:pt x="311929" y="2483543"/>
                  <a:pt x="211967" y="2479171"/>
                </a:cubicBezTo>
                <a:lnTo>
                  <a:pt x="0" y="2476398"/>
                </a:lnTo>
                <a:lnTo>
                  <a:pt x="0" y="2389189"/>
                </a:lnTo>
                <a:lnTo>
                  <a:pt x="103062" y="2389518"/>
                </a:lnTo>
                <a:cubicBezTo>
                  <a:pt x="239716" y="2392822"/>
                  <a:pt x="375712" y="2401808"/>
                  <a:pt x="510734" y="2416201"/>
                </a:cubicBezTo>
                <a:cubicBezTo>
                  <a:pt x="453295" y="2294758"/>
                  <a:pt x="388809" y="2156489"/>
                  <a:pt x="279257" y="2092102"/>
                </a:cubicBezTo>
                <a:cubicBezTo>
                  <a:pt x="214509" y="2054029"/>
                  <a:pt x="140169" y="2030776"/>
                  <a:pt x="65265" y="2006049"/>
                </a:cubicBezTo>
                <a:lnTo>
                  <a:pt x="0" y="1982532"/>
                </a:lnTo>
                <a:lnTo>
                  <a:pt x="0" y="1912789"/>
                </a:lnTo>
                <a:lnTo>
                  <a:pt x="97460" y="1953725"/>
                </a:lnTo>
                <a:cubicBezTo>
                  <a:pt x="140146" y="1968817"/>
                  <a:pt x="181972" y="1973804"/>
                  <a:pt x="221272" y="1980766"/>
                </a:cubicBezTo>
                <a:cubicBezTo>
                  <a:pt x="184478" y="1960612"/>
                  <a:pt x="148800" y="1938494"/>
                  <a:pt x="116765" y="1911033"/>
                </a:cubicBezTo>
                <a:cubicBezTo>
                  <a:pt x="78825" y="1878815"/>
                  <a:pt x="47051" y="1840696"/>
                  <a:pt x="16405" y="1803412"/>
                </a:cubicBezTo>
                <a:lnTo>
                  <a:pt x="0" y="1784777"/>
                </a:lnTo>
                <a:lnTo>
                  <a:pt x="0" y="1740082"/>
                </a:lnTo>
                <a:lnTo>
                  <a:pt x="39394" y="1784856"/>
                </a:lnTo>
                <a:cubicBezTo>
                  <a:pt x="69479" y="1821014"/>
                  <a:pt x="100126" y="1858299"/>
                  <a:pt x="135813" y="1888838"/>
                </a:cubicBezTo>
                <a:cubicBezTo>
                  <a:pt x="168411" y="1916009"/>
                  <a:pt x="204933" y="1938411"/>
                  <a:pt x="242575" y="1958841"/>
                </a:cubicBezTo>
                <a:cubicBezTo>
                  <a:pt x="195379" y="1882642"/>
                  <a:pt x="141547" y="1815083"/>
                  <a:pt x="82197" y="1754826"/>
                </a:cubicBezTo>
                <a:lnTo>
                  <a:pt x="0" y="1679650"/>
                </a:lnTo>
                <a:lnTo>
                  <a:pt x="0" y="1602463"/>
                </a:lnTo>
                <a:lnTo>
                  <a:pt x="84689" y="1677442"/>
                </a:lnTo>
                <a:cubicBezTo>
                  <a:pt x="165950" y="1759826"/>
                  <a:pt x="237786" y="1855565"/>
                  <a:pt x="298437" y="1968019"/>
                </a:cubicBezTo>
                <a:lnTo>
                  <a:pt x="227269" y="1114064"/>
                </a:lnTo>
                <a:cubicBezTo>
                  <a:pt x="226129" y="1099191"/>
                  <a:pt x="230003" y="1062136"/>
                  <a:pt x="248003" y="1089613"/>
                </a:cubicBezTo>
                <a:cubicBezTo>
                  <a:pt x="349844" y="1249160"/>
                  <a:pt x="397556" y="1433768"/>
                  <a:pt x="427020" y="1619803"/>
                </a:cubicBezTo>
                <a:cubicBezTo>
                  <a:pt x="453086" y="1782272"/>
                  <a:pt x="422387" y="1897385"/>
                  <a:pt x="340345" y="2027739"/>
                </a:cubicBezTo>
                <a:cubicBezTo>
                  <a:pt x="347373" y="2033339"/>
                  <a:pt x="354114" y="2038383"/>
                  <a:pt x="360865" y="2044827"/>
                </a:cubicBezTo>
                <a:cubicBezTo>
                  <a:pt x="443500" y="2128340"/>
                  <a:pt x="506078" y="2306190"/>
                  <a:pt x="560414" y="2421457"/>
                </a:cubicBezTo>
                <a:cubicBezTo>
                  <a:pt x="831022" y="2452769"/>
                  <a:pt x="1098019" y="2506255"/>
                  <a:pt x="1359703" y="2578554"/>
                </a:cubicBezTo>
                <a:lnTo>
                  <a:pt x="1359422" y="2577994"/>
                </a:lnTo>
                <a:cubicBezTo>
                  <a:pt x="1370467" y="2269807"/>
                  <a:pt x="976420" y="2084880"/>
                  <a:pt x="828701" y="1839520"/>
                </a:cubicBezTo>
                <a:cubicBezTo>
                  <a:pt x="687172" y="1605098"/>
                  <a:pt x="631475" y="1330413"/>
                  <a:pt x="494427" y="1092333"/>
                </a:cubicBezTo>
                <a:cubicBezTo>
                  <a:pt x="481980" y="1070671"/>
                  <a:pt x="485440" y="1027197"/>
                  <a:pt x="506322" y="1020997"/>
                </a:cubicBezTo>
                <a:close/>
                <a:moveTo>
                  <a:pt x="4570198" y="978081"/>
                </a:moveTo>
                <a:cubicBezTo>
                  <a:pt x="4555714" y="1028259"/>
                  <a:pt x="4540870" y="1077934"/>
                  <a:pt x="4523691" y="1127776"/>
                </a:cubicBezTo>
                <a:lnTo>
                  <a:pt x="4509875" y="1167552"/>
                </a:lnTo>
                <a:cubicBezTo>
                  <a:pt x="4498703" y="1198545"/>
                  <a:pt x="4488074" y="1229138"/>
                  <a:pt x="4478168" y="1260735"/>
                </a:cubicBezTo>
                <a:cubicBezTo>
                  <a:pt x="4437866" y="1392962"/>
                  <a:pt x="4423333" y="1532451"/>
                  <a:pt x="4409309" y="1666996"/>
                </a:cubicBezTo>
                <a:cubicBezTo>
                  <a:pt x="4399387" y="1761934"/>
                  <a:pt x="4389478" y="1859162"/>
                  <a:pt x="4370031" y="1955666"/>
                </a:cubicBezTo>
                <a:cubicBezTo>
                  <a:pt x="4495511" y="1636562"/>
                  <a:pt x="4590903" y="1311031"/>
                  <a:pt x="4570198" y="978081"/>
                </a:cubicBezTo>
                <a:close/>
                <a:moveTo>
                  <a:pt x="4557898" y="900011"/>
                </a:moveTo>
                <a:cubicBezTo>
                  <a:pt x="4330292" y="1199280"/>
                  <a:pt x="4335713" y="1567725"/>
                  <a:pt x="4344840" y="1922038"/>
                </a:cubicBezTo>
                <a:cubicBezTo>
                  <a:pt x="4360210" y="1836882"/>
                  <a:pt x="4369815" y="1750562"/>
                  <a:pt x="4378710" y="1665516"/>
                </a:cubicBezTo>
                <a:cubicBezTo>
                  <a:pt x="4393083" y="1529197"/>
                  <a:pt x="4407432" y="1388309"/>
                  <a:pt x="4448798" y="1253024"/>
                </a:cubicBezTo>
                <a:cubicBezTo>
                  <a:pt x="4458700" y="1221425"/>
                  <a:pt x="4469507" y="1189944"/>
                  <a:pt x="4480315" y="1158454"/>
                </a:cubicBezTo>
                <a:lnTo>
                  <a:pt x="4494133" y="1118676"/>
                </a:lnTo>
                <a:cubicBezTo>
                  <a:pt x="4518925" y="1046526"/>
                  <a:pt x="4539765" y="973431"/>
                  <a:pt x="4557898" y="900011"/>
                </a:cubicBezTo>
                <a:close/>
                <a:moveTo>
                  <a:pt x="3607114" y="467441"/>
                </a:moveTo>
                <a:cubicBezTo>
                  <a:pt x="3528124" y="599478"/>
                  <a:pt x="3410482" y="705343"/>
                  <a:pt x="3296242" y="807991"/>
                </a:cubicBezTo>
                <a:cubicBezTo>
                  <a:pt x="3255418" y="844446"/>
                  <a:pt x="3213877" y="882186"/>
                  <a:pt x="3174674" y="919759"/>
                </a:cubicBezTo>
                <a:cubicBezTo>
                  <a:pt x="3129209" y="963390"/>
                  <a:pt x="3085915" y="1010032"/>
                  <a:pt x="3042978" y="1054894"/>
                </a:cubicBezTo>
                <a:lnTo>
                  <a:pt x="2968914" y="1133756"/>
                </a:lnTo>
                <a:cubicBezTo>
                  <a:pt x="3001355" y="1109480"/>
                  <a:pt x="3045966" y="1074853"/>
                  <a:pt x="3103823" y="1026814"/>
                </a:cubicBezTo>
                <a:cubicBezTo>
                  <a:pt x="3260201" y="897449"/>
                  <a:pt x="3521192" y="681569"/>
                  <a:pt x="3607114" y="467441"/>
                </a:cubicBezTo>
                <a:close/>
                <a:moveTo>
                  <a:pt x="3744487" y="383136"/>
                </a:moveTo>
                <a:cubicBezTo>
                  <a:pt x="3789590" y="603780"/>
                  <a:pt x="3850997" y="811848"/>
                  <a:pt x="3970213" y="995559"/>
                </a:cubicBezTo>
                <a:cubicBezTo>
                  <a:pt x="3927384" y="796159"/>
                  <a:pt x="3865366" y="574806"/>
                  <a:pt x="3744487" y="383136"/>
                </a:cubicBezTo>
                <a:close/>
                <a:moveTo>
                  <a:pt x="3624562" y="367041"/>
                </a:moveTo>
                <a:cubicBezTo>
                  <a:pt x="3578160" y="403736"/>
                  <a:pt x="3532667" y="442805"/>
                  <a:pt x="3489712" y="485386"/>
                </a:cubicBezTo>
                <a:cubicBezTo>
                  <a:pt x="3380716" y="591858"/>
                  <a:pt x="3284219" y="714458"/>
                  <a:pt x="3182994" y="828265"/>
                </a:cubicBezTo>
                <a:cubicBezTo>
                  <a:pt x="3100902" y="919812"/>
                  <a:pt x="2899469" y="1135252"/>
                  <a:pt x="2892114" y="1172635"/>
                </a:cubicBezTo>
                <a:lnTo>
                  <a:pt x="3021459" y="1035385"/>
                </a:lnTo>
                <a:cubicBezTo>
                  <a:pt x="3064036" y="990026"/>
                  <a:pt x="3108229" y="943501"/>
                  <a:pt x="3153873" y="898971"/>
                </a:cubicBezTo>
                <a:cubicBezTo>
                  <a:pt x="3193783" y="860125"/>
                  <a:pt x="3235680" y="822883"/>
                  <a:pt x="3276511" y="786423"/>
                </a:cubicBezTo>
                <a:cubicBezTo>
                  <a:pt x="3390214" y="684175"/>
                  <a:pt x="3507852" y="578306"/>
                  <a:pt x="3584154" y="448218"/>
                </a:cubicBezTo>
                <a:cubicBezTo>
                  <a:pt x="3599491" y="421848"/>
                  <a:pt x="3612660" y="394752"/>
                  <a:pt x="3624562" y="367041"/>
                </a:cubicBezTo>
                <a:close/>
                <a:moveTo>
                  <a:pt x="3766672" y="359429"/>
                </a:moveTo>
                <a:cubicBezTo>
                  <a:pt x="3888797" y="549425"/>
                  <a:pt x="3952247" y="768223"/>
                  <a:pt x="3996338" y="968237"/>
                </a:cubicBezTo>
                <a:cubicBezTo>
                  <a:pt x="3973140" y="739339"/>
                  <a:pt x="3922473" y="455576"/>
                  <a:pt x="3766672" y="359429"/>
                </a:cubicBezTo>
                <a:close/>
                <a:moveTo>
                  <a:pt x="3882765" y="0"/>
                </a:moveTo>
                <a:lnTo>
                  <a:pt x="3995099" y="0"/>
                </a:lnTo>
                <a:lnTo>
                  <a:pt x="4163818" y="234104"/>
                </a:lnTo>
                <a:cubicBezTo>
                  <a:pt x="4167056" y="234046"/>
                  <a:pt x="4169933" y="233486"/>
                  <a:pt x="4172099" y="234207"/>
                </a:cubicBezTo>
                <a:cubicBezTo>
                  <a:pt x="4320772" y="276387"/>
                  <a:pt x="4473568" y="294979"/>
                  <a:pt x="4628589" y="289746"/>
                </a:cubicBezTo>
                <a:lnTo>
                  <a:pt x="4724401" y="281632"/>
                </a:lnTo>
                <a:lnTo>
                  <a:pt x="4724401" y="330664"/>
                </a:lnTo>
                <a:lnTo>
                  <a:pt x="4657975" y="338772"/>
                </a:lnTo>
                <a:cubicBezTo>
                  <a:pt x="4512264" y="350060"/>
                  <a:pt x="4368090" y="341672"/>
                  <a:pt x="4227047" y="313415"/>
                </a:cubicBezTo>
                <a:cubicBezTo>
                  <a:pt x="4265992" y="361495"/>
                  <a:pt x="4305481" y="409180"/>
                  <a:pt x="4346041" y="456086"/>
                </a:cubicBezTo>
                <a:cubicBezTo>
                  <a:pt x="4427343" y="550152"/>
                  <a:pt x="4511990" y="638932"/>
                  <a:pt x="4599604" y="723178"/>
                </a:cubicBezTo>
                <a:lnTo>
                  <a:pt x="4724401" y="833497"/>
                </a:lnTo>
                <a:lnTo>
                  <a:pt x="4724401" y="950118"/>
                </a:lnTo>
                <a:lnTo>
                  <a:pt x="4655015" y="891426"/>
                </a:lnTo>
                <a:cubicBezTo>
                  <a:pt x="4700834" y="1342763"/>
                  <a:pt x="4530476" y="1779853"/>
                  <a:pt x="4348002" y="2205895"/>
                </a:cubicBezTo>
                <a:cubicBezTo>
                  <a:pt x="4337873" y="2229260"/>
                  <a:pt x="4261560" y="2258626"/>
                  <a:pt x="4262250" y="2219972"/>
                </a:cubicBezTo>
                <a:cubicBezTo>
                  <a:pt x="4268663" y="1744520"/>
                  <a:pt x="4175629" y="1214471"/>
                  <a:pt x="4550611" y="817540"/>
                </a:cubicBezTo>
                <a:cubicBezTo>
                  <a:pt x="4554014" y="814312"/>
                  <a:pt x="4558850" y="810804"/>
                  <a:pt x="4564418" y="808293"/>
                </a:cubicBezTo>
                <a:cubicBezTo>
                  <a:pt x="4461330" y="711325"/>
                  <a:pt x="4361455" y="609738"/>
                  <a:pt x="4266388" y="500083"/>
                </a:cubicBezTo>
                <a:cubicBezTo>
                  <a:pt x="4185451" y="406519"/>
                  <a:pt x="4107556" y="310364"/>
                  <a:pt x="4032842" y="211809"/>
                </a:cubicBezTo>
                <a:close/>
                <a:moveTo>
                  <a:pt x="3721337" y="0"/>
                </a:moveTo>
                <a:lnTo>
                  <a:pt x="3797544" y="0"/>
                </a:lnTo>
                <a:lnTo>
                  <a:pt x="3775734" y="95131"/>
                </a:lnTo>
                <a:cubicBezTo>
                  <a:pt x="3762598" y="156923"/>
                  <a:pt x="3748081" y="217234"/>
                  <a:pt x="3724807" y="272257"/>
                </a:cubicBezTo>
                <a:cubicBezTo>
                  <a:pt x="3725550" y="275539"/>
                  <a:pt x="3726109" y="279707"/>
                  <a:pt x="3726844" y="282988"/>
                </a:cubicBezTo>
                <a:cubicBezTo>
                  <a:pt x="3732776" y="280979"/>
                  <a:pt x="3739065" y="279475"/>
                  <a:pt x="3742664" y="279918"/>
                </a:cubicBezTo>
                <a:cubicBezTo>
                  <a:pt x="4076263" y="313585"/>
                  <a:pt x="4081377" y="922622"/>
                  <a:pt x="4103910" y="1161917"/>
                </a:cubicBezTo>
                <a:cubicBezTo>
                  <a:pt x="4106010" y="1184045"/>
                  <a:pt x="4034389" y="1215360"/>
                  <a:pt x="4020269" y="1200406"/>
                </a:cubicBezTo>
                <a:cubicBezTo>
                  <a:pt x="3826459" y="997506"/>
                  <a:pt x="3735339" y="752983"/>
                  <a:pt x="3674882" y="488524"/>
                </a:cubicBezTo>
                <a:cubicBezTo>
                  <a:pt x="3559684" y="713184"/>
                  <a:pt x="3278706" y="925237"/>
                  <a:pt x="3132682" y="1072284"/>
                </a:cubicBezTo>
                <a:cubicBezTo>
                  <a:pt x="3002939" y="1202191"/>
                  <a:pt x="2899935" y="1287527"/>
                  <a:pt x="2716346" y="1276376"/>
                </a:cubicBezTo>
                <a:cubicBezTo>
                  <a:pt x="2700863" y="1275390"/>
                  <a:pt x="2710506" y="1261536"/>
                  <a:pt x="2716772" y="1255462"/>
                </a:cubicBezTo>
                <a:cubicBezTo>
                  <a:pt x="2980750" y="993927"/>
                  <a:pt x="3207119" y="698608"/>
                  <a:pt x="3471096" y="437072"/>
                </a:cubicBezTo>
                <a:cubicBezTo>
                  <a:pt x="3516376" y="392044"/>
                  <a:pt x="3602281" y="339698"/>
                  <a:pt x="3639057" y="286334"/>
                </a:cubicBezTo>
                <a:cubicBezTo>
                  <a:pt x="3639591" y="285947"/>
                  <a:pt x="3639767" y="285058"/>
                  <a:pt x="3640309" y="284664"/>
                </a:cubicBezTo>
                <a:cubicBezTo>
                  <a:pt x="3642272" y="281720"/>
                  <a:pt x="3644597" y="279273"/>
                  <a:pt x="3646022" y="276711"/>
                </a:cubicBezTo>
                <a:cubicBezTo>
                  <a:pt x="3677659" y="221350"/>
                  <a:pt x="3693078" y="144742"/>
                  <a:pt x="3707943" y="65958"/>
                </a:cubicBezTo>
                <a:close/>
                <a:moveTo>
                  <a:pt x="2867960" y="0"/>
                </a:moveTo>
                <a:lnTo>
                  <a:pt x="2926351" y="0"/>
                </a:lnTo>
                <a:lnTo>
                  <a:pt x="2902823" y="262929"/>
                </a:lnTo>
                <a:cubicBezTo>
                  <a:pt x="2913215" y="221824"/>
                  <a:pt x="2926844" y="180662"/>
                  <a:pt x="2940663" y="140884"/>
                </a:cubicBezTo>
                <a:lnTo>
                  <a:pt x="2947039" y="122524"/>
                </a:lnTo>
                <a:lnTo>
                  <a:pt x="2984316" y="0"/>
                </a:lnTo>
                <a:lnTo>
                  <a:pt x="3016114" y="0"/>
                </a:lnTo>
                <a:lnTo>
                  <a:pt x="2979949" y="119274"/>
                </a:lnTo>
                <a:lnTo>
                  <a:pt x="3023879" y="0"/>
                </a:lnTo>
                <a:lnTo>
                  <a:pt x="3105400" y="0"/>
                </a:lnTo>
                <a:lnTo>
                  <a:pt x="3094669" y="30308"/>
                </a:lnTo>
                <a:cubicBezTo>
                  <a:pt x="3037894" y="178003"/>
                  <a:pt x="2973232" y="323305"/>
                  <a:pt x="2901945" y="466538"/>
                </a:cubicBezTo>
                <a:cubicBezTo>
                  <a:pt x="2895180" y="479835"/>
                  <a:pt x="2815686" y="518381"/>
                  <a:pt x="2815209" y="497361"/>
                </a:cubicBezTo>
                <a:cubicBezTo>
                  <a:pt x="2812746" y="375148"/>
                  <a:pt x="2825702" y="251298"/>
                  <a:pt x="2844845" y="127638"/>
                </a:cubicBezTo>
                <a:close/>
                <a:moveTo>
                  <a:pt x="1057230" y="0"/>
                </a:moveTo>
                <a:lnTo>
                  <a:pt x="1111003" y="0"/>
                </a:lnTo>
                <a:lnTo>
                  <a:pt x="1125553" y="52588"/>
                </a:lnTo>
                <a:cubicBezTo>
                  <a:pt x="1174409" y="196547"/>
                  <a:pt x="1244674" y="336170"/>
                  <a:pt x="1304276" y="476275"/>
                </a:cubicBezTo>
                <a:cubicBezTo>
                  <a:pt x="1351896" y="589579"/>
                  <a:pt x="1459984" y="863646"/>
                  <a:pt x="1492066" y="886333"/>
                </a:cubicBezTo>
                <a:lnTo>
                  <a:pt x="1423698" y="710817"/>
                </a:lnTo>
                <a:cubicBezTo>
                  <a:pt x="1401022" y="652964"/>
                  <a:pt x="1378015" y="593152"/>
                  <a:pt x="1357609" y="532892"/>
                </a:cubicBezTo>
                <a:cubicBezTo>
                  <a:pt x="1339853" y="480241"/>
                  <a:pt x="1324587" y="426487"/>
                  <a:pt x="1309550" y="374031"/>
                </a:cubicBezTo>
                <a:cubicBezTo>
                  <a:pt x="1277632" y="264242"/>
                  <a:pt x="1244842" y="151584"/>
                  <a:pt x="1193673" y="49533"/>
                </a:cubicBezTo>
                <a:lnTo>
                  <a:pt x="1164391" y="0"/>
                </a:lnTo>
                <a:lnTo>
                  <a:pt x="1200666" y="0"/>
                </a:lnTo>
                <a:lnTo>
                  <a:pt x="1223408" y="38996"/>
                </a:lnTo>
                <a:cubicBezTo>
                  <a:pt x="1274817" y="142454"/>
                  <a:pt x="1307626" y="255236"/>
                  <a:pt x="1339635" y="365517"/>
                </a:cubicBezTo>
                <a:cubicBezTo>
                  <a:pt x="1354670" y="417965"/>
                  <a:pt x="1370587" y="471608"/>
                  <a:pt x="1387469" y="523079"/>
                </a:cubicBezTo>
                <a:cubicBezTo>
                  <a:pt x="1407105" y="582792"/>
                  <a:pt x="1430659" y="641842"/>
                  <a:pt x="1452685" y="699806"/>
                </a:cubicBezTo>
                <a:lnTo>
                  <a:pt x="1492092" y="800424"/>
                </a:lnTo>
                <a:cubicBezTo>
                  <a:pt x="1484618" y="760762"/>
                  <a:pt x="1473155" y="705686"/>
                  <a:pt x="1455302" y="632913"/>
                </a:cubicBezTo>
                <a:cubicBezTo>
                  <a:pt x="1413478" y="460985"/>
                  <a:pt x="1347194" y="188426"/>
                  <a:pt x="1222336" y="9480"/>
                </a:cubicBezTo>
                <a:lnTo>
                  <a:pt x="1214634" y="0"/>
                </a:lnTo>
                <a:lnTo>
                  <a:pt x="1289827" y="0"/>
                </a:lnTo>
                <a:lnTo>
                  <a:pt x="1321076" y="59722"/>
                </a:lnTo>
                <a:cubicBezTo>
                  <a:pt x="1409905" y="250193"/>
                  <a:pt x="1460341" y="480374"/>
                  <a:pt x="1512579" y="626441"/>
                </a:cubicBezTo>
                <a:cubicBezTo>
                  <a:pt x="1573756" y="799163"/>
                  <a:pt x="1605359" y="928641"/>
                  <a:pt x="1506076" y="1089289"/>
                </a:cubicBezTo>
                <a:cubicBezTo>
                  <a:pt x="1497659" y="1102817"/>
                  <a:pt x="1489109" y="1088176"/>
                  <a:pt x="1486346" y="1079919"/>
                </a:cubicBezTo>
                <a:cubicBezTo>
                  <a:pt x="1364522" y="729689"/>
                  <a:pt x="1192335" y="398839"/>
                  <a:pt x="1070511" y="48609"/>
                </a:cubicBezTo>
                <a:close/>
                <a:moveTo>
                  <a:pt x="43151" y="0"/>
                </a:moveTo>
                <a:lnTo>
                  <a:pt x="95283" y="0"/>
                </a:lnTo>
                <a:lnTo>
                  <a:pt x="300708" y="154571"/>
                </a:lnTo>
                <a:cubicBezTo>
                  <a:pt x="379729" y="218614"/>
                  <a:pt x="456466" y="285481"/>
                  <a:pt x="530414" y="354673"/>
                </a:cubicBezTo>
                <a:cubicBezTo>
                  <a:pt x="466701" y="288424"/>
                  <a:pt x="401285" y="223977"/>
                  <a:pt x="333785" y="161564"/>
                </a:cubicBezTo>
                <a:lnTo>
                  <a:pt x="147005" y="0"/>
                </a:lnTo>
                <a:lnTo>
                  <a:pt x="272509" y="0"/>
                </a:lnTo>
                <a:lnTo>
                  <a:pt x="326276" y="45847"/>
                </a:lnTo>
                <a:cubicBezTo>
                  <a:pt x="505803" y="208268"/>
                  <a:pt x="670600" y="385490"/>
                  <a:pt x="823759" y="574145"/>
                </a:cubicBezTo>
                <a:cubicBezTo>
                  <a:pt x="833168" y="585952"/>
                  <a:pt x="831522" y="674146"/>
                  <a:pt x="811254" y="665546"/>
                </a:cubicBezTo>
                <a:cubicBezTo>
                  <a:pt x="575890" y="564984"/>
                  <a:pt x="364063" y="406029"/>
                  <a:pt x="154042" y="261522"/>
                </a:cubicBezTo>
                <a:cubicBezTo>
                  <a:pt x="104946" y="227663"/>
                  <a:pt x="58037" y="193597"/>
                  <a:pt x="13550" y="158423"/>
                </a:cubicBezTo>
                <a:lnTo>
                  <a:pt x="0" y="146618"/>
                </a:lnTo>
                <a:lnTo>
                  <a:pt x="0" y="59161"/>
                </a:lnTo>
                <a:lnTo>
                  <a:pt x="45427" y="101078"/>
                </a:lnTo>
                <a:cubicBezTo>
                  <a:pt x="223783" y="254949"/>
                  <a:pt x="433006" y="385896"/>
                  <a:pt x="630103" y="485885"/>
                </a:cubicBezTo>
                <a:cubicBezTo>
                  <a:pt x="595938" y="458865"/>
                  <a:pt x="563284" y="428899"/>
                  <a:pt x="532040" y="399359"/>
                </a:cubicBezTo>
                <a:lnTo>
                  <a:pt x="517618" y="385726"/>
                </a:lnTo>
                <a:cubicBezTo>
                  <a:pt x="442853" y="315667"/>
                  <a:pt x="365106" y="247799"/>
                  <a:pt x="285074" y="182755"/>
                </a:cubicBezTo>
                <a:close/>
              </a:path>
            </a:pathLst>
          </a:custGeom>
          <a:solidFill>
            <a:srgbClr val="BEF2C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p13"/>
          <p:cNvSpPr/>
          <p:nvPr/>
        </p:nvSpPr>
        <p:spPr>
          <a:xfrm>
            <a:off x="457200" y="457199"/>
            <a:ext cx="11734801" cy="5943602"/>
          </a:xfrm>
          <a:prstGeom prst="rect">
            <a:avLst/>
          </a:prstGeom>
          <a:solidFill>
            <a:schemeClr val="lt1"/>
          </a:solidFill>
          <a:ln>
            <a:noFill/>
          </a:ln>
          <a:effectLst>
            <a:outerShdw blurRad="317500" algn="ctr" rotWithShape="0">
              <a:schemeClr val="dk1">
                <a:alpha val="25098"/>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1" name="Google Shape;301;p13" descr="$PPTXTitle"/>
          <p:cNvSpPr txBox="1">
            <a:spLocks noGrp="1"/>
          </p:cNvSpPr>
          <p:nvPr>
            <p:ph type="title"/>
          </p:nvPr>
        </p:nvSpPr>
        <p:spPr>
          <a:xfrm>
            <a:off x="6781798" y="1676400"/>
            <a:ext cx="4953000" cy="1216153"/>
          </a:xfrm>
          <a:prstGeom prst="rect">
            <a:avLst/>
          </a:prstGeom>
          <a:noFill/>
          <a:ln>
            <a:noFill/>
          </a:ln>
        </p:spPr>
        <p:txBody>
          <a:bodyPr spcFirstLastPara="1" wrap="square" lIns="0" tIns="12700" rIns="0" bIns="0" anchor="t" anchorCtr="0">
            <a:normAutofit/>
          </a:bodyPr>
          <a:lstStyle/>
          <a:p>
            <a:pPr marL="12700" lvl="0" indent="0" algn="l" rtl="0">
              <a:lnSpc>
                <a:spcPct val="90000"/>
              </a:lnSpc>
              <a:spcBef>
                <a:spcPts val="0"/>
              </a:spcBef>
              <a:spcAft>
                <a:spcPts val="0"/>
              </a:spcAft>
              <a:buClr>
                <a:srgbClr val="1172BE"/>
              </a:buClr>
              <a:buSzPts val="1400"/>
              <a:buFont typeface="Arial"/>
              <a:buNone/>
            </a:pPr>
            <a:r>
              <a:rPr lang="en-US" sz="4000"/>
              <a:t>Data Warehouse Design</a:t>
            </a:r>
            <a:endParaRPr/>
          </a:p>
        </p:txBody>
      </p:sp>
      <p:grpSp>
        <p:nvGrpSpPr>
          <p:cNvPr id="302" name="Google Shape;302;p13"/>
          <p:cNvGrpSpPr/>
          <p:nvPr/>
        </p:nvGrpSpPr>
        <p:grpSpPr>
          <a:xfrm>
            <a:off x="914399" y="3078357"/>
            <a:ext cx="4724400" cy="701278"/>
            <a:chOff x="0" y="5048250"/>
            <a:chExt cx="12192000" cy="1809750"/>
          </a:xfrm>
        </p:grpSpPr>
        <p:sp>
          <p:nvSpPr>
            <p:cNvPr id="303" name="Google Shape;303;p13"/>
            <p:cNvSpPr/>
            <p:nvPr/>
          </p:nvSpPr>
          <p:spPr>
            <a:xfrm>
              <a:off x="0" y="5048250"/>
              <a:ext cx="12192000" cy="1809750"/>
            </a:xfrm>
            <a:custGeom>
              <a:avLst/>
              <a:gdLst/>
              <a:ahLst/>
              <a:cxnLst/>
              <a:rect l="l" t="t" r="r" b="b"/>
              <a:pathLst>
                <a:path w="12192000" h="1809750" extrusionOk="0">
                  <a:moveTo>
                    <a:pt x="0" y="1809750"/>
                  </a:moveTo>
                  <a:lnTo>
                    <a:pt x="0" y="0"/>
                  </a:lnTo>
                  <a:lnTo>
                    <a:pt x="12192000" y="0"/>
                  </a:lnTo>
                  <a:lnTo>
                    <a:pt x="12192000" y="1809750"/>
                  </a:lnTo>
                  <a:lnTo>
                    <a:pt x="0" y="1809750"/>
                  </a:lnTo>
                  <a:close/>
                </a:path>
              </a:pathLst>
            </a:custGeom>
            <a:solidFill>
              <a:srgbClr val="0170C1"/>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304" name="Google Shape;304;p13"/>
            <p:cNvPicPr preferRelativeResize="0"/>
            <p:nvPr/>
          </p:nvPicPr>
          <p:blipFill rotWithShape="1">
            <a:blip r:embed="rId3">
              <a:alphaModFix/>
            </a:blip>
            <a:srcRect/>
            <a:stretch/>
          </p:blipFill>
          <p:spPr>
            <a:xfrm>
              <a:off x="5285232" y="5483351"/>
              <a:ext cx="1606295" cy="1374648"/>
            </a:xfrm>
            <a:prstGeom prst="rect">
              <a:avLst/>
            </a:prstGeom>
            <a:noFill/>
            <a:ln>
              <a:noFill/>
            </a:ln>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08"/>
        <p:cNvGrpSpPr/>
        <p:nvPr/>
      </p:nvGrpSpPr>
      <p:grpSpPr>
        <a:xfrm>
          <a:off x="0" y="0"/>
          <a:ext cx="0" cy="0"/>
          <a:chOff x="0" y="0"/>
          <a:chExt cx="0" cy="0"/>
        </a:xfrm>
      </p:grpSpPr>
      <p:sp>
        <p:nvSpPr>
          <p:cNvPr id="309" name="Google Shape;309;p1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0" name="Google Shape;310;p14"/>
          <p:cNvSpPr/>
          <p:nvPr/>
        </p:nvSpPr>
        <p:spPr>
          <a:xfrm flipH="1">
            <a:off x="2" y="0"/>
            <a:ext cx="12191998" cy="1575955"/>
          </a:xfrm>
          <a:prstGeom prst="rect">
            <a:avLst/>
          </a:prstGeom>
          <a:gradFill>
            <a:gsLst>
              <a:gs pos="0">
                <a:srgbClr val="000000">
                  <a:alpha val="96078"/>
                </a:srgbClr>
              </a:gs>
              <a:gs pos="100000">
                <a:srgbClr val="0F4861"/>
              </a:gs>
            </a:gsLst>
            <a:lin ang="8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1" name="Google Shape;311;p14"/>
          <p:cNvSpPr/>
          <p:nvPr/>
        </p:nvSpPr>
        <p:spPr>
          <a:xfrm rot="10800000" flipH="1">
            <a:off x="8128857" y="0"/>
            <a:ext cx="4063143" cy="1576412"/>
          </a:xfrm>
          <a:prstGeom prst="rect">
            <a:avLst/>
          </a:prstGeom>
          <a:gradFill>
            <a:gsLst>
              <a:gs pos="0">
                <a:srgbClr val="0A3041">
                  <a:alpha val="67843"/>
                </a:srgbClr>
              </a:gs>
              <a:gs pos="19000">
                <a:srgbClr val="0A3041">
                  <a:alpha val="67843"/>
                </a:srgbClr>
              </a:gs>
              <a:gs pos="100000">
                <a:srgbClr val="156082">
                  <a:alpha val="78823"/>
                </a:srgbClr>
              </a:gs>
            </a:gsLst>
            <a:lin ang="19199999"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2" name="Google Shape;312;p14"/>
          <p:cNvSpPr/>
          <p:nvPr/>
        </p:nvSpPr>
        <p:spPr>
          <a:xfrm rot="5400000">
            <a:off x="5307777" y="-5307778"/>
            <a:ext cx="1576446" cy="12192002"/>
          </a:xfrm>
          <a:prstGeom prst="rect">
            <a:avLst/>
          </a:prstGeom>
          <a:gradFill>
            <a:gsLst>
              <a:gs pos="0">
                <a:srgbClr val="156082">
                  <a:alpha val="0"/>
                </a:srgbClr>
              </a:gs>
              <a:gs pos="23000">
                <a:srgbClr val="156082">
                  <a:alpha val="0"/>
                </a:srgbClr>
              </a:gs>
              <a:gs pos="99000">
                <a:srgbClr val="000000">
                  <a:alpha val="74117"/>
                </a:srgbClr>
              </a:gs>
              <a:gs pos="100000">
                <a:srgbClr val="000000">
                  <a:alpha val="74117"/>
                </a:srgbClr>
              </a:gs>
            </a:gsLst>
            <a:lin ang="20399999"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13" name="Google Shape;313;p14" descr="$PPTXTitle"/>
          <p:cNvSpPr txBox="1">
            <a:spLocks noGrp="1"/>
          </p:cNvSpPr>
          <p:nvPr>
            <p:ph type="title"/>
          </p:nvPr>
        </p:nvSpPr>
        <p:spPr>
          <a:xfrm>
            <a:off x="1371597" y="348865"/>
            <a:ext cx="10044023" cy="877729"/>
          </a:xfrm>
          <a:prstGeom prst="rect">
            <a:avLst/>
          </a:prstGeom>
          <a:noFill/>
          <a:ln>
            <a:noFill/>
          </a:ln>
        </p:spPr>
        <p:txBody>
          <a:bodyPr spcFirstLastPara="1" wrap="square" lIns="91425" tIns="45700" rIns="91425" bIns="45700" anchor="ctr" anchorCtr="0">
            <a:normAutofit/>
          </a:bodyPr>
          <a:lstStyle/>
          <a:p>
            <a:pPr marL="568325" marR="5080" lvl="0" indent="-556260" algn="l" rtl="0">
              <a:lnSpc>
                <a:spcPct val="90000"/>
              </a:lnSpc>
              <a:spcBef>
                <a:spcPts val="0"/>
              </a:spcBef>
              <a:spcAft>
                <a:spcPts val="0"/>
              </a:spcAft>
              <a:buClr>
                <a:srgbClr val="FFFFFF"/>
              </a:buClr>
              <a:buSzPts val="1400"/>
              <a:buFont typeface="Play"/>
              <a:buNone/>
            </a:pPr>
            <a:r>
              <a:rPr lang="en-US" sz="4000">
                <a:solidFill>
                  <a:srgbClr val="FFFFFF"/>
                </a:solidFill>
                <a:latin typeface="Play"/>
                <a:ea typeface="Play"/>
                <a:cs typeface="Play"/>
                <a:sym typeface="Play"/>
              </a:rPr>
              <a:t>DWH Design Process</a:t>
            </a:r>
            <a:endParaRPr/>
          </a:p>
        </p:txBody>
      </p:sp>
      <p:grpSp>
        <p:nvGrpSpPr>
          <p:cNvPr id="314" name="Google Shape;314;p14"/>
          <p:cNvGrpSpPr/>
          <p:nvPr/>
        </p:nvGrpSpPr>
        <p:grpSpPr>
          <a:xfrm>
            <a:off x="653660" y="3204240"/>
            <a:ext cx="10908619" cy="2009482"/>
            <a:chOff x="9604" y="1091661"/>
            <a:chExt cx="10908619" cy="2009482"/>
          </a:xfrm>
        </p:grpSpPr>
        <p:sp>
          <p:nvSpPr>
            <p:cNvPr id="315" name="Google Shape;315;p14"/>
            <p:cNvSpPr/>
            <p:nvPr/>
          </p:nvSpPr>
          <p:spPr>
            <a:xfrm>
              <a:off x="9604" y="1091661"/>
              <a:ext cx="1435344" cy="2009482"/>
            </a:xfrm>
            <a:prstGeom prst="rect">
              <a:avLst/>
            </a:prstGeom>
            <a:solidFill>
              <a:srgbClr val="F6D4CC">
                <a:alpha val="90196"/>
              </a:srgbClr>
            </a:solidFill>
            <a:ln w="19050" cap="flat" cmpd="sng">
              <a:solidFill>
                <a:srgbClr val="F6D4CC">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14"/>
            <p:cNvSpPr txBox="1"/>
            <p:nvPr/>
          </p:nvSpPr>
          <p:spPr>
            <a:xfrm>
              <a:off x="9604" y="1855264"/>
              <a:ext cx="1435344" cy="1205689"/>
            </a:xfrm>
            <a:prstGeom prst="rect">
              <a:avLst/>
            </a:prstGeom>
            <a:noFill/>
            <a:ln>
              <a:noFill/>
            </a:ln>
          </p:spPr>
          <p:txBody>
            <a:bodyPr spcFirstLastPara="1" wrap="square" lIns="111900" tIns="330200" rIns="111900" bIns="3302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b="0" i="0" u="none" strike="noStrike" cap="none">
                  <a:solidFill>
                    <a:schemeClr val="dk1"/>
                  </a:solidFill>
                  <a:latin typeface="Arial"/>
                  <a:ea typeface="Arial"/>
                  <a:cs typeface="Arial"/>
                  <a:sym typeface="Arial"/>
                </a:rPr>
                <a:t>Architecture Design</a:t>
              </a:r>
              <a:endParaRPr sz="1400" b="0" i="0" u="none" strike="noStrike" cap="none">
                <a:solidFill>
                  <a:srgbClr val="000000"/>
                </a:solidFill>
                <a:latin typeface="Arial"/>
                <a:ea typeface="Arial"/>
                <a:cs typeface="Arial"/>
                <a:sym typeface="Arial"/>
              </a:endParaRPr>
            </a:p>
          </p:txBody>
        </p:sp>
        <p:sp>
          <p:nvSpPr>
            <p:cNvPr id="317" name="Google Shape;317;p14"/>
            <p:cNvSpPr/>
            <p:nvPr/>
          </p:nvSpPr>
          <p:spPr>
            <a:xfrm>
              <a:off x="425854" y="1292609"/>
              <a:ext cx="602844" cy="602844"/>
            </a:xfrm>
            <a:prstGeom prst="ellipse">
              <a:avLst/>
            </a:prstGeom>
            <a:solidFill>
              <a:srgbClr val="E97131"/>
            </a:solidFill>
            <a:ln w="19050" cap="flat" cmpd="sng">
              <a:solidFill>
                <a:srgbClr val="E9713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14"/>
            <p:cNvSpPr txBox="1"/>
            <p:nvPr/>
          </p:nvSpPr>
          <p:spPr>
            <a:xfrm>
              <a:off x="514138" y="1380893"/>
              <a:ext cx="426276" cy="426276"/>
            </a:xfrm>
            <a:prstGeom prst="rect">
              <a:avLst/>
            </a:prstGeom>
            <a:noFill/>
            <a:ln>
              <a:noFill/>
            </a:ln>
          </p:spPr>
          <p:txBody>
            <a:bodyPr spcFirstLastPara="1" wrap="square" lIns="47000" tIns="12700" rIns="47000" bIns="12700"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319" name="Google Shape;319;p14"/>
            <p:cNvSpPr/>
            <p:nvPr/>
          </p:nvSpPr>
          <p:spPr>
            <a:xfrm>
              <a:off x="9604" y="3101071"/>
              <a:ext cx="1435344" cy="72"/>
            </a:xfrm>
            <a:prstGeom prst="rect">
              <a:avLst/>
            </a:prstGeom>
            <a:solidFill>
              <a:srgbClr val="E58427"/>
            </a:solidFill>
            <a:ln w="19050" cap="flat" cmpd="sng">
              <a:solidFill>
                <a:srgbClr val="E58427"/>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14"/>
            <p:cNvSpPr/>
            <p:nvPr/>
          </p:nvSpPr>
          <p:spPr>
            <a:xfrm>
              <a:off x="1588483" y="1091661"/>
              <a:ext cx="1435344" cy="2009482"/>
            </a:xfrm>
            <a:prstGeom prst="rect">
              <a:avLst/>
            </a:prstGeom>
            <a:solidFill>
              <a:srgbClr val="F0DECA">
                <a:alpha val="90196"/>
              </a:srgbClr>
            </a:solidFill>
            <a:ln w="19050" cap="flat" cmpd="sng">
              <a:solidFill>
                <a:srgbClr val="F0DECA">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14"/>
            <p:cNvSpPr txBox="1"/>
            <p:nvPr/>
          </p:nvSpPr>
          <p:spPr>
            <a:xfrm>
              <a:off x="1588483" y="1855264"/>
              <a:ext cx="1435344" cy="1205689"/>
            </a:xfrm>
            <a:prstGeom prst="rect">
              <a:avLst/>
            </a:prstGeom>
            <a:noFill/>
            <a:ln>
              <a:noFill/>
            </a:ln>
          </p:spPr>
          <p:txBody>
            <a:bodyPr spcFirstLastPara="1" wrap="square" lIns="111900" tIns="330200" rIns="111900" bIns="3302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b="0" i="0" u="none" strike="noStrike" cap="none">
                  <a:solidFill>
                    <a:schemeClr val="dk1"/>
                  </a:solidFill>
                  <a:latin typeface="Arial"/>
                  <a:ea typeface="Arial"/>
                  <a:cs typeface="Arial"/>
                  <a:sym typeface="Arial"/>
                </a:rPr>
                <a:t>Data Modeling</a:t>
              </a:r>
              <a:endParaRPr sz="1400" b="0" i="0" u="none" strike="noStrike" cap="none">
                <a:solidFill>
                  <a:srgbClr val="000000"/>
                </a:solidFill>
                <a:latin typeface="Arial"/>
                <a:ea typeface="Arial"/>
                <a:cs typeface="Arial"/>
                <a:sym typeface="Arial"/>
              </a:endParaRPr>
            </a:p>
          </p:txBody>
        </p:sp>
        <p:sp>
          <p:nvSpPr>
            <p:cNvPr id="322" name="Google Shape;322;p14"/>
            <p:cNvSpPr/>
            <p:nvPr/>
          </p:nvSpPr>
          <p:spPr>
            <a:xfrm>
              <a:off x="2004733" y="1292609"/>
              <a:ext cx="602844" cy="602844"/>
            </a:xfrm>
            <a:prstGeom prst="ellipse">
              <a:avLst/>
            </a:prstGeom>
            <a:solidFill>
              <a:srgbClr val="E2981F"/>
            </a:solidFill>
            <a:ln w="19050" cap="flat" cmpd="sng">
              <a:solidFill>
                <a:srgbClr val="E2981F"/>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14"/>
            <p:cNvSpPr txBox="1"/>
            <p:nvPr/>
          </p:nvSpPr>
          <p:spPr>
            <a:xfrm>
              <a:off x="2093017" y="1380893"/>
              <a:ext cx="426276" cy="426276"/>
            </a:xfrm>
            <a:prstGeom prst="rect">
              <a:avLst/>
            </a:prstGeom>
            <a:noFill/>
            <a:ln>
              <a:noFill/>
            </a:ln>
          </p:spPr>
          <p:txBody>
            <a:bodyPr spcFirstLastPara="1" wrap="square" lIns="47000" tIns="12700" rIns="47000" bIns="12700"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324" name="Google Shape;324;p14"/>
            <p:cNvSpPr/>
            <p:nvPr/>
          </p:nvSpPr>
          <p:spPr>
            <a:xfrm>
              <a:off x="1588483" y="3101071"/>
              <a:ext cx="1435344" cy="72"/>
            </a:xfrm>
            <a:prstGeom prst="rect">
              <a:avLst/>
            </a:prstGeom>
            <a:solidFill>
              <a:srgbClr val="D9AA1D"/>
            </a:solidFill>
            <a:ln w="19050" cap="flat" cmpd="sng">
              <a:solidFill>
                <a:srgbClr val="D9AA1D"/>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14"/>
            <p:cNvSpPr/>
            <p:nvPr/>
          </p:nvSpPr>
          <p:spPr>
            <a:xfrm>
              <a:off x="3167362" y="1091661"/>
              <a:ext cx="1435344" cy="2009482"/>
            </a:xfrm>
            <a:prstGeom prst="rect">
              <a:avLst/>
            </a:prstGeom>
            <a:solidFill>
              <a:srgbClr val="EBE5C9">
                <a:alpha val="90196"/>
              </a:srgbClr>
            </a:solidFill>
            <a:ln w="19050" cap="flat" cmpd="sng">
              <a:solidFill>
                <a:srgbClr val="EBE5C9">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14"/>
            <p:cNvSpPr txBox="1"/>
            <p:nvPr/>
          </p:nvSpPr>
          <p:spPr>
            <a:xfrm>
              <a:off x="3167362" y="1855264"/>
              <a:ext cx="1435344" cy="1205689"/>
            </a:xfrm>
            <a:prstGeom prst="rect">
              <a:avLst/>
            </a:prstGeom>
            <a:noFill/>
            <a:ln>
              <a:noFill/>
            </a:ln>
          </p:spPr>
          <p:txBody>
            <a:bodyPr spcFirstLastPara="1" wrap="square" lIns="111900" tIns="330200" rIns="111900" bIns="3302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b="0" i="0" u="none" strike="noStrike" cap="none">
                  <a:solidFill>
                    <a:schemeClr val="dk1"/>
                  </a:solidFill>
                  <a:latin typeface="Arial"/>
                  <a:ea typeface="Arial"/>
                  <a:cs typeface="Arial"/>
                  <a:sym typeface="Arial"/>
                </a:rPr>
                <a:t>ETL Development</a:t>
              </a:r>
              <a:endParaRPr sz="1400" b="0" i="0" u="none" strike="noStrike" cap="none">
                <a:solidFill>
                  <a:srgbClr val="000000"/>
                </a:solidFill>
                <a:latin typeface="Arial"/>
                <a:ea typeface="Arial"/>
                <a:cs typeface="Arial"/>
                <a:sym typeface="Arial"/>
              </a:endParaRPr>
            </a:p>
          </p:txBody>
        </p:sp>
        <p:sp>
          <p:nvSpPr>
            <p:cNvPr id="327" name="Google Shape;327;p14"/>
            <p:cNvSpPr/>
            <p:nvPr/>
          </p:nvSpPr>
          <p:spPr>
            <a:xfrm>
              <a:off x="3583612" y="1292609"/>
              <a:ext cx="602844" cy="602844"/>
            </a:xfrm>
            <a:prstGeom prst="ellipse">
              <a:avLst/>
            </a:prstGeom>
            <a:solidFill>
              <a:srgbClr val="CCB91D"/>
            </a:solidFill>
            <a:ln w="19050" cap="flat" cmpd="sng">
              <a:solidFill>
                <a:srgbClr val="CCB91D"/>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14"/>
            <p:cNvSpPr txBox="1"/>
            <p:nvPr/>
          </p:nvSpPr>
          <p:spPr>
            <a:xfrm>
              <a:off x="3671896" y="1380893"/>
              <a:ext cx="426276" cy="426276"/>
            </a:xfrm>
            <a:prstGeom prst="rect">
              <a:avLst/>
            </a:prstGeom>
            <a:noFill/>
            <a:ln>
              <a:noFill/>
            </a:ln>
          </p:spPr>
          <p:txBody>
            <a:bodyPr spcFirstLastPara="1" wrap="square" lIns="47000" tIns="12700" rIns="47000" bIns="12700"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329" name="Google Shape;329;p14"/>
            <p:cNvSpPr/>
            <p:nvPr/>
          </p:nvSpPr>
          <p:spPr>
            <a:xfrm>
              <a:off x="3167362" y="3101071"/>
              <a:ext cx="1435344" cy="72"/>
            </a:xfrm>
            <a:prstGeom prst="rect">
              <a:avLst/>
            </a:prstGeom>
            <a:solidFill>
              <a:srgbClr val="BBC01E"/>
            </a:solidFill>
            <a:ln w="19050" cap="flat" cmpd="sng">
              <a:solidFill>
                <a:srgbClr val="BBC01E"/>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14"/>
            <p:cNvSpPr/>
            <p:nvPr/>
          </p:nvSpPr>
          <p:spPr>
            <a:xfrm>
              <a:off x="4746242" y="1091661"/>
              <a:ext cx="1435344" cy="2009482"/>
            </a:xfrm>
            <a:prstGeom prst="rect">
              <a:avLst/>
            </a:prstGeom>
            <a:solidFill>
              <a:srgbClr val="E2E6C8">
                <a:alpha val="90196"/>
              </a:srgbClr>
            </a:solidFill>
            <a:ln w="19050" cap="flat" cmpd="sng">
              <a:solidFill>
                <a:srgbClr val="E2E6C8">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14"/>
            <p:cNvSpPr txBox="1"/>
            <p:nvPr/>
          </p:nvSpPr>
          <p:spPr>
            <a:xfrm>
              <a:off x="4746242" y="1855264"/>
              <a:ext cx="1435344" cy="1205689"/>
            </a:xfrm>
            <a:prstGeom prst="rect">
              <a:avLst/>
            </a:prstGeom>
            <a:noFill/>
            <a:ln>
              <a:noFill/>
            </a:ln>
          </p:spPr>
          <p:txBody>
            <a:bodyPr spcFirstLastPara="1" wrap="square" lIns="111900" tIns="330200" rIns="111900" bIns="3302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b="0" i="0" u="none" strike="noStrike" cap="none">
                  <a:solidFill>
                    <a:schemeClr val="dk1"/>
                  </a:solidFill>
                  <a:latin typeface="Arial"/>
                  <a:ea typeface="Arial"/>
                  <a:cs typeface="Arial"/>
                  <a:sym typeface="Arial"/>
                </a:rPr>
                <a:t>Metrics (PL) Design</a:t>
              </a:r>
              <a:endParaRPr sz="1400" b="0" i="0" u="none" strike="noStrike" cap="none">
                <a:solidFill>
                  <a:srgbClr val="000000"/>
                </a:solidFill>
                <a:latin typeface="Arial"/>
                <a:ea typeface="Arial"/>
                <a:cs typeface="Arial"/>
                <a:sym typeface="Arial"/>
              </a:endParaRPr>
            </a:p>
          </p:txBody>
        </p:sp>
        <p:sp>
          <p:nvSpPr>
            <p:cNvPr id="332" name="Google Shape;332;p14"/>
            <p:cNvSpPr/>
            <p:nvPr/>
          </p:nvSpPr>
          <p:spPr>
            <a:xfrm>
              <a:off x="5162492" y="1292609"/>
              <a:ext cx="602844" cy="602844"/>
            </a:xfrm>
            <a:prstGeom prst="ellipse">
              <a:avLst/>
            </a:prstGeom>
            <a:solidFill>
              <a:srgbClr val="9BB51D"/>
            </a:solidFill>
            <a:ln w="19050" cap="flat" cmpd="sng">
              <a:solidFill>
                <a:srgbClr val="9BB51D"/>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14"/>
            <p:cNvSpPr txBox="1"/>
            <p:nvPr/>
          </p:nvSpPr>
          <p:spPr>
            <a:xfrm>
              <a:off x="5250776" y="1380893"/>
              <a:ext cx="426276" cy="426276"/>
            </a:xfrm>
            <a:prstGeom prst="rect">
              <a:avLst/>
            </a:prstGeom>
            <a:noFill/>
            <a:ln>
              <a:noFill/>
            </a:ln>
          </p:spPr>
          <p:txBody>
            <a:bodyPr spcFirstLastPara="1" wrap="square" lIns="47000" tIns="12700" rIns="47000" bIns="12700"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334" name="Google Shape;334;p14"/>
            <p:cNvSpPr/>
            <p:nvPr/>
          </p:nvSpPr>
          <p:spPr>
            <a:xfrm>
              <a:off x="4746242" y="3101071"/>
              <a:ext cx="1435344" cy="72"/>
            </a:xfrm>
            <a:prstGeom prst="rect">
              <a:avLst/>
            </a:prstGeom>
            <a:solidFill>
              <a:srgbClr val="7EAA1D"/>
            </a:solidFill>
            <a:ln w="19050" cap="flat" cmpd="sng">
              <a:solidFill>
                <a:srgbClr val="7EAA1D"/>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14"/>
            <p:cNvSpPr/>
            <p:nvPr/>
          </p:nvSpPr>
          <p:spPr>
            <a:xfrm>
              <a:off x="6325121" y="1091661"/>
              <a:ext cx="1435344" cy="2009482"/>
            </a:xfrm>
            <a:prstGeom prst="rect">
              <a:avLst/>
            </a:prstGeom>
            <a:solidFill>
              <a:srgbClr val="D5E0C8">
                <a:alpha val="90196"/>
              </a:srgbClr>
            </a:solidFill>
            <a:ln w="19050" cap="flat" cmpd="sng">
              <a:solidFill>
                <a:srgbClr val="D5E0C8">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6" name="Google Shape;336;p14"/>
            <p:cNvSpPr txBox="1"/>
            <p:nvPr/>
          </p:nvSpPr>
          <p:spPr>
            <a:xfrm>
              <a:off x="6325121" y="1855264"/>
              <a:ext cx="1435344" cy="1205689"/>
            </a:xfrm>
            <a:prstGeom prst="rect">
              <a:avLst/>
            </a:prstGeom>
            <a:noFill/>
            <a:ln>
              <a:noFill/>
            </a:ln>
          </p:spPr>
          <p:txBody>
            <a:bodyPr spcFirstLastPara="1" wrap="square" lIns="111900" tIns="330200" rIns="111900" bIns="3302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b="0" i="0" u="none" strike="noStrike" cap="none">
                  <a:solidFill>
                    <a:schemeClr val="dk1"/>
                  </a:solidFill>
                  <a:latin typeface="Arial"/>
                  <a:ea typeface="Arial"/>
                  <a:cs typeface="Arial"/>
                  <a:sym typeface="Arial"/>
                </a:rPr>
                <a:t>Data Management</a:t>
              </a:r>
              <a:endParaRPr sz="1400" b="0" i="0" u="none" strike="noStrike" cap="none">
                <a:solidFill>
                  <a:srgbClr val="000000"/>
                </a:solidFill>
                <a:latin typeface="Arial"/>
                <a:ea typeface="Arial"/>
                <a:cs typeface="Arial"/>
                <a:sym typeface="Arial"/>
              </a:endParaRPr>
            </a:p>
          </p:txBody>
        </p:sp>
        <p:sp>
          <p:nvSpPr>
            <p:cNvPr id="337" name="Google Shape;337;p14"/>
            <p:cNvSpPr/>
            <p:nvPr/>
          </p:nvSpPr>
          <p:spPr>
            <a:xfrm>
              <a:off x="6741371" y="1292609"/>
              <a:ext cx="602844" cy="602844"/>
            </a:xfrm>
            <a:prstGeom prst="ellipse">
              <a:avLst/>
            </a:prstGeom>
            <a:solidFill>
              <a:srgbClr val="659F1C"/>
            </a:solidFill>
            <a:ln w="19050" cap="flat" cmpd="sng">
              <a:solidFill>
                <a:srgbClr val="659F1C"/>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8" name="Google Shape;338;p14"/>
            <p:cNvSpPr txBox="1"/>
            <p:nvPr/>
          </p:nvSpPr>
          <p:spPr>
            <a:xfrm>
              <a:off x="6829655" y="1380893"/>
              <a:ext cx="426276" cy="426276"/>
            </a:xfrm>
            <a:prstGeom prst="rect">
              <a:avLst/>
            </a:prstGeom>
            <a:noFill/>
            <a:ln>
              <a:noFill/>
            </a:ln>
          </p:spPr>
          <p:txBody>
            <a:bodyPr spcFirstLastPara="1" wrap="square" lIns="47000" tIns="12700" rIns="47000" bIns="12700"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339" name="Google Shape;339;p14"/>
            <p:cNvSpPr/>
            <p:nvPr/>
          </p:nvSpPr>
          <p:spPr>
            <a:xfrm>
              <a:off x="6325121" y="3101071"/>
              <a:ext cx="1435344" cy="72"/>
            </a:xfrm>
            <a:prstGeom prst="rect">
              <a:avLst/>
            </a:prstGeom>
            <a:solidFill>
              <a:srgbClr val="4E931C"/>
            </a:solidFill>
            <a:ln w="19050" cap="flat" cmpd="sng">
              <a:solidFill>
                <a:srgbClr val="4E931C"/>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0" name="Google Shape;340;p14"/>
            <p:cNvSpPr/>
            <p:nvPr/>
          </p:nvSpPr>
          <p:spPr>
            <a:xfrm>
              <a:off x="7904000" y="1091661"/>
              <a:ext cx="1435344" cy="2009482"/>
            </a:xfrm>
            <a:prstGeom prst="rect">
              <a:avLst/>
            </a:prstGeom>
            <a:solidFill>
              <a:srgbClr val="CDD9C9">
                <a:alpha val="90196"/>
              </a:srgbClr>
            </a:solidFill>
            <a:ln w="19050" cap="flat" cmpd="sng">
              <a:solidFill>
                <a:srgbClr val="CDD9C9">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1" name="Google Shape;341;p14"/>
            <p:cNvSpPr txBox="1"/>
            <p:nvPr/>
          </p:nvSpPr>
          <p:spPr>
            <a:xfrm>
              <a:off x="7904000" y="1855264"/>
              <a:ext cx="1435344" cy="1205689"/>
            </a:xfrm>
            <a:prstGeom prst="rect">
              <a:avLst/>
            </a:prstGeom>
            <a:noFill/>
            <a:ln>
              <a:noFill/>
            </a:ln>
          </p:spPr>
          <p:txBody>
            <a:bodyPr spcFirstLastPara="1" wrap="square" lIns="111900" tIns="330200" rIns="111900" bIns="3302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b="0" i="0" u="none" strike="noStrike" cap="none">
                  <a:solidFill>
                    <a:schemeClr val="dk1"/>
                  </a:solidFill>
                  <a:latin typeface="Arial"/>
                  <a:ea typeface="Arial"/>
                  <a:cs typeface="Arial"/>
                  <a:sym typeface="Arial"/>
                </a:rPr>
                <a:t>BI/Dashboard Development</a:t>
              </a:r>
              <a:endParaRPr sz="1400" b="0" i="0" u="none" strike="noStrike" cap="none">
                <a:solidFill>
                  <a:srgbClr val="000000"/>
                </a:solidFill>
                <a:latin typeface="Arial"/>
                <a:ea typeface="Arial"/>
                <a:cs typeface="Arial"/>
                <a:sym typeface="Arial"/>
              </a:endParaRPr>
            </a:p>
          </p:txBody>
        </p:sp>
        <p:sp>
          <p:nvSpPr>
            <p:cNvPr id="342" name="Google Shape;342;p14"/>
            <p:cNvSpPr/>
            <p:nvPr/>
          </p:nvSpPr>
          <p:spPr>
            <a:xfrm>
              <a:off x="8320250" y="1292609"/>
              <a:ext cx="602844" cy="602844"/>
            </a:xfrm>
            <a:prstGeom prst="ellipse">
              <a:avLst/>
            </a:prstGeom>
            <a:solidFill>
              <a:srgbClr val="3B881C"/>
            </a:solidFill>
            <a:ln w="19050" cap="flat" cmpd="sng">
              <a:solidFill>
                <a:srgbClr val="3B881C"/>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14"/>
            <p:cNvSpPr txBox="1"/>
            <p:nvPr/>
          </p:nvSpPr>
          <p:spPr>
            <a:xfrm>
              <a:off x="8408534" y="1380893"/>
              <a:ext cx="426276" cy="426276"/>
            </a:xfrm>
            <a:prstGeom prst="rect">
              <a:avLst/>
            </a:prstGeom>
            <a:noFill/>
            <a:ln>
              <a:noFill/>
            </a:ln>
          </p:spPr>
          <p:txBody>
            <a:bodyPr spcFirstLastPara="1" wrap="square" lIns="47000" tIns="12700" rIns="47000" bIns="12700"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6</a:t>
              </a:r>
              <a:endParaRPr sz="1400" b="0" i="0" u="none" strike="noStrike" cap="none">
                <a:solidFill>
                  <a:srgbClr val="000000"/>
                </a:solidFill>
                <a:latin typeface="Arial"/>
                <a:ea typeface="Arial"/>
                <a:cs typeface="Arial"/>
                <a:sym typeface="Arial"/>
              </a:endParaRPr>
            </a:p>
          </p:txBody>
        </p:sp>
        <p:sp>
          <p:nvSpPr>
            <p:cNvPr id="344" name="Google Shape;344;p14"/>
            <p:cNvSpPr/>
            <p:nvPr/>
          </p:nvSpPr>
          <p:spPr>
            <a:xfrm>
              <a:off x="7904000" y="3101071"/>
              <a:ext cx="1435344" cy="72"/>
            </a:xfrm>
            <a:prstGeom prst="rect">
              <a:avLst/>
            </a:prstGeom>
            <a:solidFill>
              <a:srgbClr val="287E1A"/>
            </a:solidFill>
            <a:ln w="19050" cap="flat" cmpd="sng">
              <a:solidFill>
                <a:srgbClr val="287E1A"/>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5" name="Google Shape;345;p14"/>
            <p:cNvSpPr/>
            <p:nvPr/>
          </p:nvSpPr>
          <p:spPr>
            <a:xfrm>
              <a:off x="9482879" y="1091661"/>
              <a:ext cx="1435344" cy="2009482"/>
            </a:xfrm>
            <a:prstGeom prst="rect">
              <a:avLst/>
            </a:prstGeom>
            <a:solidFill>
              <a:srgbClr val="CAD2CA">
                <a:alpha val="90196"/>
              </a:srgbClr>
            </a:solidFill>
            <a:ln w="19050" cap="flat" cmpd="sng">
              <a:solidFill>
                <a:srgbClr val="CAD2CA">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6" name="Google Shape;346;p14"/>
            <p:cNvSpPr txBox="1"/>
            <p:nvPr/>
          </p:nvSpPr>
          <p:spPr>
            <a:xfrm>
              <a:off x="9482879" y="1855264"/>
              <a:ext cx="1435344" cy="1205689"/>
            </a:xfrm>
            <a:prstGeom prst="rect">
              <a:avLst/>
            </a:prstGeom>
            <a:noFill/>
            <a:ln>
              <a:noFill/>
            </a:ln>
          </p:spPr>
          <p:txBody>
            <a:bodyPr spcFirstLastPara="1" wrap="square" lIns="111900" tIns="330200" rIns="111900" bIns="330200" anchor="t" anchorCtr="0">
              <a:noAutofit/>
            </a:bodyPr>
            <a:lstStyle/>
            <a:p>
              <a:pPr marL="0" marR="0" lvl="0" indent="0" algn="l" rtl="0">
                <a:lnSpc>
                  <a:spcPct val="90000"/>
                </a:lnSpc>
                <a:spcBef>
                  <a:spcPts val="0"/>
                </a:spcBef>
                <a:spcAft>
                  <a:spcPts val="0"/>
                </a:spcAft>
                <a:buClr>
                  <a:schemeClr val="dk1"/>
                </a:buClr>
                <a:buSzPts val="1500"/>
                <a:buFont typeface="Arial"/>
                <a:buNone/>
              </a:pPr>
              <a:r>
                <a:rPr lang="en-US" sz="1500" b="0" i="0" u="none" strike="noStrike" cap="none">
                  <a:solidFill>
                    <a:schemeClr val="dk1"/>
                  </a:solidFill>
                  <a:latin typeface="Arial"/>
                  <a:ea typeface="Arial"/>
                  <a:cs typeface="Arial"/>
                  <a:sym typeface="Arial"/>
                </a:rPr>
                <a:t>Performance Turning</a:t>
              </a:r>
              <a:endParaRPr sz="1400" b="0" i="0" u="none" strike="noStrike" cap="none">
                <a:solidFill>
                  <a:srgbClr val="000000"/>
                </a:solidFill>
                <a:latin typeface="Arial"/>
                <a:ea typeface="Arial"/>
                <a:cs typeface="Arial"/>
                <a:sym typeface="Arial"/>
              </a:endParaRPr>
            </a:p>
          </p:txBody>
        </p:sp>
        <p:sp>
          <p:nvSpPr>
            <p:cNvPr id="347" name="Google Shape;347;p14"/>
            <p:cNvSpPr/>
            <p:nvPr/>
          </p:nvSpPr>
          <p:spPr>
            <a:xfrm>
              <a:off x="9899129" y="1292609"/>
              <a:ext cx="602844" cy="602844"/>
            </a:xfrm>
            <a:prstGeom prst="ellipse">
              <a:avLst/>
            </a:prstGeom>
            <a:solidFill>
              <a:srgbClr val="1A7319"/>
            </a:solidFill>
            <a:ln w="19050" cap="flat" cmpd="sng">
              <a:solidFill>
                <a:srgbClr val="1A7319"/>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8" name="Google Shape;348;p14"/>
            <p:cNvSpPr txBox="1"/>
            <p:nvPr/>
          </p:nvSpPr>
          <p:spPr>
            <a:xfrm>
              <a:off x="9987413" y="1380893"/>
              <a:ext cx="426276" cy="426276"/>
            </a:xfrm>
            <a:prstGeom prst="rect">
              <a:avLst/>
            </a:prstGeom>
            <a:noFill/>
            <a:ln>
              <a:noFill/>
            </a:ln>
          </p:spPr>
          <p:txBody>
            <a:bodyPr spcFirstLastPara="1" wrap="square" lIns="47000" tIns="12700" rIns="47000" bIns="12700" anchor="ctr" anchorCtr="0">
              <a:noAutofit/>
            </a:bodyPr>
            <a:lstStyle/>
            <a:p>
              <a:pPr marL="0" marR="0" lvl="0" indent="0" algn="ctr" rtl="0">
                <a:lnSpc>
                  <a:spcPct val="90000"/>
                </a:lnSpc>
                <a:spcBef>
                  <a:spcPts val="0"/>
                </a:spcBef>
                <a:spcAft>
                  <a:spcPts val="0"/>
                </a:spcAft>
                <a:buClr>
                  <a:schemeClr val="lt1"/>
                </a:buClr>
                <a:buSzPts val="2800"/>
                <a:buFont typeface="Arial"/>
                <a:buNone/>
              </a:pPr>
              <a:r>
                <a:rPr lang="en-US" sz="2800" b="0" i="0" u="none" strike="noStrike" cap="none">
                  <a:solidFill>
                    <a:schemeClr val="lt1"/>
                  </a:solidFill>
                  <a:latin typeface="Arial"/>
                  <a:ea typeface="Arial"/>
                  <a:cs typeface="Arial"/>
                  <a:sym typeface="Arial"/>
                </a:rPr>
                <a:t>7</a:t>
              </a:r>
              <a:endParaRPr sz="1400" b="0" i="0" u="none" strike="noStrike" cap="none">
                <a:solidFill>
                  <a:srgbClr val="000000"/>
                </a:solidFill>
                <a:latin typeface="Arial"/>
                <a:ea typeface="Arial"/>
                <a:cs typeface="Arial"/>
                <a:sym typeface="Arial"/>
              </a:endParaRPr>
            </a:p>
          </p:txBody>
        </p:sp>
        <p:sp>
          <p:nvSpPr>
            <p:cNvPr id="349" name="Google Shape;349;p14"/>
            <p:cNvSpPr/>
            <p:nvPr/>
          </p:nvSpPr>
          <p:spPr>
            <a:xfrm>
              <a:off x="9482879" y="3101071"/>
              <a:ext cx="1435344" cy="72"/>
            </a:xfrm>
            <a:prstGeom prst="rect">
              <a:avLst/>
            </a:prstGeom>
            <a:solidFill>
              <a:srgbClr val="186923"/>
            </a:solidFill>
            <a:ln w="19050" cap="flat" cmpd="sng">
              <a:solidFill>
                <a:srgbClr val="186923"/>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53"/>
        <p:cNvGrpSpPr/>
        <p:nvPr/>
      </p:nvGrpSpPr>
      <p:grpSpPr>
        <a:xfrm>
          <a:off x="0" y="0"/>
          <a:ext cx="0" cy="0"/>
          <a:chOff x="0" y="0"/>
          <a:chExt cx="0" cy="0"/>
        </a:xfrm>
      </p:grpSpPr>
      <p:sp>
        <p:nvSpPr>
          <p:cNvPr id="354" name="Google Shape;354;p1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5" name="Google Shape;355;p15"/>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6" name="Google Shape;356;p15"/>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7" name="Google Shape;357;p15"/>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8" name="Google Shape;358;p15"/>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59" name="Google Shape;359;p15" descr="$PPTXTitle"/>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12700" marR="5080" lvl="0" indent="86360" algn="l" rtl="0">
              <a:lnSpc>
                <a:spcPct val="90000"/>
              </a:lnSpc>
              <a:spcBef>
                <a:spcPts val="0"/>
              </a:spcBef>
              <a:spcAft>
                <a:spcPts val="0"/>
              </a:spcAft>
              <a:buClr>
                <a:srgbClr val="FFFFFF"/>
              </a:buClr>
              <a:buSzPts val="1400"/>
              <a:buFont typeface="Play"/>
              <a:buNone/>
            </a:pPr>
            <a:r>
              <a:rPr lang="en-US" sz="4000">
                <a:solidFill>
                  <a:srgbClr val="FFFFFF"/>
                </a:solidFill>
                <a:latin typeface="Play"/>
                <a:ea typeface="Play"/>
                <a:cs typeface="Play"/>
                <a:sym typeface="Play"/>
              </a:rPr>
              <a:t>1. Architecture Design: Bottom UP Approach</a:t>
            </a:r>
            <a:endParaRPr/>
          </a:p>
        </p:txBody>
      </p:sp>
      <p:pic>
        <p:nvPicPr>
          <p:cNvPr id="360" name="Google Shape;360;p15"/>
          <p:cNvPicPr preferRelativeResize="0"/>
          <p:nvPr/>
        </p:nvPicPr>
        <p:blipFill rotWithShape="1">
          <a:blip r:embed="rId3">
            <a:alphaModFix/>
          </a:blip>
          <a:srcRect/>
          <a:stretch/>
        </p:blipFill>
        <p:spPr>
          <a:xfrm>
            <a:off x="4502428" y="1929658"/>
            <a:ext cx="7225748" cy="299868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4"/>
        <p:cNvGrpSpPr/>
        <p:nvPr/>
      </p:nvGrpSpPr>
      <p:grpSpPr>
        <a:xfrm>
          <a:off x="0" y="0"/>
          <a:ext cx="0" cy="0"/>
          <a:chOff x="0" y="0"/>
          <a:chExt cx="0" cy="0"/>
        </a:xfrm>
      </p:grpSpPr>
      <p:sp>
        <p:nvSpPr>
          <p:cNvPr id="365" name="Google Shape;365;p16"/>
          <p:cNvSpPr/>
          <p:nvPr/>
        </p:nvSpPr>
        <p:spPr>
          <a:xfrm>
            <a:off x="0" y="651752"/>
            <a:ext cx="12192000" cy="736551"/>
          </a:xfrm>
          <a:prstGeom prst="rect">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66" name="Google Shape;366;p16" descr="$PPTXTitle"/>
          <p:cNvSpPr txBox="1">
            <a:spLocks noGrp="1"/>
          </p:cNvSpPr>
          <p:nvPr>
            <p:ph type="title"/>
          </p:nvPr>
        </p:nvSpPr>
        <p:spPr>
          <a:xfrm>
            <a:off x="556532" y="643467"/>
            <a:ext cx="11210925" cy="744836"/>
          </a:xfrm>
          <a:prstGeom prst="rect">
            <a:avLst/>
          </a:prstGeom>
          <a:noFill/>
          <a:ln>
            <a:noFill/>
          </a:ln>
        </p:spPr>
        <p:txBody>
          <a:bodyPr spcFirstLastPara="1" wrap="square" lIns="91425" tIns="45700" rIns="91425" bIns="45700" anchor="ctr" anchorCtr="0">
            <a:normAutofit/>
          </a:bodyPr>
          <a:lstStyle/>
          <a:p>
            <a:pPr marL="28575" marR="5080" lvl="0" indent="-16510" algn="ctr" rtl="0">
              <a:lnSpc>
                <a:spcPct val="90000"/>
              </a:lnSpc>
              <a:spcBef>
                <a:spcPts val="0"/>
              </a:spcBef>
              <a:spcAft>
                <a:spcPts val="0"/>
              </a:spcAft>
              <a:buClr>
                <a:schemeClr val="lt1"/>
              </a:buClr>
              <a:buSzPts val="1400"/>
              <a:buFont typeface="Play"/>
              <a:buNone/>
            </a:pPr>
            <a:r>
              <a:rPr lang="en-US" sz="3200">
                <a:solidFill>
                  <a:schemeClr val="lt1"/>
                </a:solidFill>
                <a:latin typeface="Play"/>
                <a:ea typeface="Play"/>
                <a:cs typeface="Play"/>
                <a:sym typeface="Play"/>
              </a:rPr>
              <a:t>2. Architecture Design: Top Down Approach</a:t>
            </a:r>
            <a:endParaRPr/>
          </a:p>
        </p:txBody>
      </p:sp>
      <p:pic>
        <p:nvPicPr>
          <p:cNvPr id="367" name="Google Shape;367;p16"/>
          <p:cNvPicPr preferRelativeResize="0"/>
          <p:nvPr/>
        </p:nvPicPr>
        <p:blipFill rotWithShape="1">
          <a:blip r:embed="rId3">
            <a:alphaModFix/>
          </a:blip>
          <a:srcRect/>
          <a:stretch/>
        </p:blipFill>
        <p:spPr>
          <a:xfrm>
            <a:off x="1345515" y="1675227"/>
            <a:ext cx="9500970" cy="43941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1"/>
        <p:cNvGrpSpPr/>
        <p:nvPr/>
      </p:nvGrpSpPr>
      <p:grpSpPr>
        <a:xfrm>
          <a:off x="0" y="0"/>
          <a:ext cx="0" cy="0"/>
          <a:chOff x="0" y="0"/>
          <a:chExt cx="0" cy="0"/>
        </a:xfrm>
      </p:grpSpPr>
      <p:sp>
        <p:nvSpPr>
          <p:cNvPr id="372" name="Google Shape;372;p1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3" name="Google Shape;373;p17" descr="$PPTXTitle"/>
          <p:cNvSpPr txBox="1">
            <a:spLocks noGrp="1"/>
          </p:cNvSpPr>
          <p:nvPr>
            <p:ph type="title"/>
          </p:nvPr>
        </p:nvSpPr>
        <p:spPr>
          <a:xfrm>
            <a:off x="841248" y="334644"/>
            <a:ext cx="10509504" cy="107691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400"/>
              <a:buFont typeface="Play"/>
              <a:buNone/>
            </a:pPr>
            <a:r>
              <a:rPr lang="en-US" sz="4000">
                <a:solidFill>
                  <a:schemeClr val="dk1"/>
                </a:solidFill>
                <a:latin typeface="Play"/>
                <a:ea typeface="Play"/>
                <a:cs typeface="Play"/>
                <a:sym typeface="Play"/>
              </a:rPr>
              <a:t>3. Data Management</a:t>
            </a:r>
            <a:endParaRPr/>
          </a:p>
        </p:txBody>
      </p:sp>
      <p:sp>
        <p:nvSpPr>
          <p:cNvPr id="374" name="Google Shape;374;p17"/>
          <p:cNvSpPr/>
          <p:nvPr/>
        </p:nvSpPr>
        <p:spPr>
          <a:xfrm>
            <a:off x="842772" y="0"/>
            <a:ext cx="10506456" cy="19138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p17"/>
          <p:cNvSpPr/>
          <p:nvPr/>
        </p:nvSpPr>
        <p:spPr>
          <a:xfrm>
            <a:off x="841248" y="1512994"/>
            <a:ext cx="10506456"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376" name="Google Shape;376;p17"/>
          <p:cNvGrpSpPr/>
          <p:nvPr/>
        </p:nvGrpSpPr>
        <p:grpSpPr>
          <a:xfrm>
            <a:off x="841720" y="2984601"/>
            <a:ext cx="10499414" cy="2040940"/>
            <a:chOff x="3520" y="1247241"/>
            <a:chExt cx="10499414" cy="2040940"/>
          </a:xfrm>
        </p:grpSpPr>
        <p:sp>
          <p:nvSpPr>
            <p:cNvPr id="377" name="Google Shape;377;p17"/>
            <p:cNvSpPr/>
            <p:nvPr/>
          </p:nvSpPr>
          <p:spPr>
            <a:xfrm>
              <a:off x="757622" y="1247241"/>
              <a:ext cx="812109" cy="81210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8" name="Google Shape;378;p17"/>
            <p:cNvSpPr/>
            <p:nvPr/>
          </p:nvSpPr>
          <p:spPr>
            <a:xfrm>
              <a:off x="3520" y="2147111"/>
              <a:ext cx="2320312" cy="40242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17"/>
            <p:cNvSpPr txBox="1"/>
            <p:nvPr/>
          </p:nvSpPr>
          <p:spPr>
            <a:xfrm>
              <a:off x="3520" y="2147111"/>
              <a:ext cx="2320312" cy="402429"/>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u="none" strike="noStrike" cap="none">
                  <a:solidFill>
                    <a:schemeClr val="dk1"/>
                  </a:solidFill>
                  <a:latin typeface="Arial"/>
                  <a:ea typeface="Arial"/>
                  <a:cs typeface="Arial"/>
                  <a:sym typeface="Arial"/>
                </a:rPr>
                <a:t>Metadata</a:t>
              </a:r>
              <a:endParaRPr sz="1400" b="0" i="0" u="none" strike="noStrike" cap="none">
                <a:solidFill>
                  <a:srgbClr val="000000"/>
                </a:solidFill>
                <a:latin typeface="Arial"/>
                <a:ea typeface="Arial"/>
                <a:cs typeface="Arial"/>
                <a:sym typeface="Arial"/>
              </a:endParaRPr>
            </a:p>
          </p:txBody>
        </p:sp>
        <p:sp>
          <p:nvSpPr>
            <p:cNvPr id="380" name="Google Shape;380;p17"/>
            <p:cNvSpPr/>
            <p:nvPr/>
          </p:nvSpPr>
          <p:spPr>
            <a:xfrm>
              <a:off x="3520" y="2590359"/>
              <a:ext cx="2320312" cy="69782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1" name="Google Shape;381;p17"/>
            <p:cNvSpPr txBox="1"/>
            <p:nvPr/>
          </p:nvSpPr>
          <p:spPr>
            <a:xfrm>
              <a:off x="3520" y="2590359"/>
              <a:ext cx="2320312" cy="697822"/>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Data Description</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Data Summary</a:t>
              </a:r>
              <a:endParaRPr sz="1400" b="0" i="0" u="none" strike="noStrike" cap="none">
                <a:solidFill>
                  <a:srgbClr val="000000"/>
                </a:solidFill>
                <a:latin typeface="Arial"/>
                <a:ea typeface="Arial"/>
                <a:cs typeface="Arial"/>
                <a:sym typeface="Arial"/>
              </a:endParaRPr>
            </a:p>
          </p:txBody>
        </p:sp>
        <p:sp>
          <p:nvSpPr>
            <p:cNvPr id="382" name="Google Shape;382;p17"/>
            <p:cNvSpPr/>
            <p:nvPr/>
          </p:nvSpPr>
          <p:spPr>
            <a:xfrm>
              <a:off x="3483989" y="1247241"/>
              <a:ext cx="812109" cy="81210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3" name="Google Shape;383;p17"/>
            <p:cNvSpPr/>
            <p:nvPr/>
          </p:nvSpPr>
          <p:spPr>
            <a:xfrm>
              <a:off x="2729888" y="2147111"/>
              <a:ext cx="2320312" cy="40242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17"/>
            <p:cNvSpPr txBox="1"/>
            <p:nvPr/>
          </p:nvSpPr>
          <p:spPr>
            <a:xfrm>
              <a:off x="2729888" y="2147111"/>
              <a:ext cx="2320312" cy="402429"/>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u="none" strike="noStrike" cap="none">
                  <a:solidFill>
                    <a:schemeClr val="dk1"/>
                  </a:solidFill>
                  <a:latin typeface="Arial"/>
                  <a:ea typeface="Arial"/>
                  <a:cs typeface="Arial"/>
                  <a:sym typeface="Arial"/>
                </a:rPr>
                <a:t>Data Classification &amp; Tagging</a:t>
              </a:r>
              <a:endParaRPr sz="1400" b="0" i="0" u="none" strike="noStrike" cap="none">
                <a:solidFill>
                  <a:srgbClr val="000000"/>
                </a:solidFill>
                <a:latin typeface="Arial"/>
                <a:ea typeface="Arial"/>
                <a:cs typeface="Arial"/>
                <a:sym typeface="Arial"/>
              </a:endParaRPr>
            </a:p>
          </p:txBody>
        </p:sp>
        <p:sp>
          <p:nvSpPr>
            <p:cNvPr id="385" name="Google Shape;385;p17"/>
            <p:cNvSpPr/>
            <p:nvPr/>
          </p:nvSpPr>
          <p:spPr>
            <a:xfrm>
              <a:off x="2729888" y="2590359"/>
              <a:ext cx="2320312" cy="69782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6" name="Google Shape;386;p17"/>
            <p:cNvSpPr txBox="1"/>
            <p:nvPr/>
          </p:nvSpPr>
          <p:spPr>
            <a:xfrm>
              <a:off x="2729888" y="2590359"/>
              <a:ext cx="2320312" cy="697822"/>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PII &amp; NPI</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385"/>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PCI</a:t>
              </a:r>
              <a:endParaRPr sz="1400" b="0" i="0" u="none" strike="noStrike" cap="none">
                <a:solidFill>
                  <a:srgbClr val="000000"/>
                </a:solidFill>
                <a:latin typeface="Arial"/>
                <a:ea typeface="Arial"/>
                <a:cs typeface="Arial"/>
                <a:sym typeface="Arial"/>
              </a:endParaRPr>
            </a:p>
          </p:txBody>
        </p:sp>
        <p:sp>
          <p:nvSpPr>
            <p:cNvPr id="387" name="Google Shape;387;p17"/>
            <p:cNvSpPr/>
            <p:nvPr/>
          </p:nvSpPr>
          <p:spPr>
            <a:xfrm>
              <a:off x="6210356" y="1247241"/>
              <a:ext cx="812109" cy="81210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8" name="Google Shape;388;p17"/>
            <p:cNvSpPr/>
            <p:nvPr/>
          </p:nvSpPr>
          <p:spPr>
            <a:xfrm>
              <a:off x="5456255" y="2147111"/>
              <a:ext cx="2320312" cy="40242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17"/>
            <p:cNvSpPr txBox="1"/>
            <p:nvPr/>
          </p:nvSpPr>
          <p:spPr>
            <a:xfrm>
              <a:off x="5456255" y="2147111"/>
              <a:ext cx="2320312" cy="402429"/>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u="none" strike="noStrike" cap="none">
                  <a:solidFill>
                    <a:schemeClr val="dk1"/>
                  </a:solidFill>
                  <a:latin typeface="Arial"/>
                  <a:ea typeface="Arial"/>
                  <a:cs typeface="Arial"/>
                  <a:sym typeface="Arial"/>
                </a:rPr>
                <a:t>Business Data Quality</a:t>
              </a:r>
              <a:endParaRPr sz="1400" b="0" i="0" u="none" strike="noStrike" cap="none">
                <a:solidFill>
                  <a:srgbClr val="000000"/>
                </a:solidFill>
                <a:latin typeface="Arial"/>
                <a:ea typeface="Arial"/>
                <a:cs typeface="Arial"/>
                <a:sym typeface="Arial"/>
              </a:endParaRPr>
            </a:p>
          </p:txBody>
        </p:sp>
        <p:sp>
          <p:nvSpPr>
            <p:cNvPr id="390" name="Google Shape;390;p17"/>
            <p:cNvSpPr/>
            <p:nvPr/>
          </p:nvSpPr>
          <p:spPr>
            <a:xfrm>
              <a:off x="5456255" y="2590359"/>
              <a:ext cx="2320312" cy="69782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17"/>
            <p:cNvSpPr/>
            <p:nvPr/>
          </p:nvSpPr>
          <p:spPr>
            <a:xfrm>
              <a:off x="8936724" y="1247241"/>
              <a:ext cx="812109" cy="81210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17"/>
            <p:cNvSpPr/>
            <p:nvPr/>
          </p:nvSpPr>
          <p:spPr>
            <a:xfrm>
              <a:off x="8182622" y="2147111"/>
              <a:ext cx="2320312" cy="40242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17"/>
            <p:cNvSpPr txBox="1"/>
            <p:nvPr/>
          </p:nvSpPr>
          <p:spPr>
            <a:xfrm>
              <a:off x="8182622" y="2147111"/>
              <a:ext cx="2320312" cy="402429"/>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chemeClr val="dk1"/>
                </a:buClr>
                <a:buSzPts val="1400"/>
                <a:buFont typeface="Arial"/>
                <a:buNone/>
              </a:pPr>
              <a:r>
                <a:rPr lang="en-US" sz="1400" b="1" i="0" u="none" strike="noStrike" cap="none">
                  <a:solidFill>
                    <a:schemeClr val="dk1"/>
                  </a:solidFill>
                  <a:latin typeface="Arial"/>
                  <a:ea typeface="Arial"/>
                  <a:cs typeface="Arial"/>
                  <a:sym typeface="Arial"/>
                </a:rPr>
                <a:t>Data Lineage</a:t>
              </a:r>
              <a:endParaRPr sz="1400" b="0" i="0" u="none" strike="noStrike" cap="none">
                <a:solidFill>
                  <a:srgbClr val="000000"/>
                </a:solidFill>
                <a:latin typeface="Arial"/>
                <a:ea typeface="Arial"/>
                <a:cs typeface="Arial"/>
                <a:sym typeface="Arial"/>
              </a:endParaRPr>
            </a:p>
          </p:txBody>
        </p:sp>
        <p:sp>
          <p:nvSpPr>
            <p:cNvPr id="394" name="Google Shape;394;p17"/>
            <p:cNvSpPr/>
            <p:nvPr/>
          </p:nvSpPr>
          <p:spPr>
            <a:xfrm>
              <a:off x="8182622" y="2590359"/>
              <a:ext cx="2320312" cy="697822"/>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8"/>
        <p:cNvGrpSpPr/>
        <p:nvPr/>
      </p:nvGrpSpPr>
      <p:grpSpPr>
        <a:xfrm>
          <a:off x="0" y="0"/>
          <a:ext cx="0" cy="0"/>
          <a:chOff x="0" y="0"/>
          <a:chExt cx="0" cy="0"/>
        </a:xfrm>
      </p:grpSpPr>
      <p:sp>
        <p:nvSpPr>
          <p:cNvPr id="399" name="Google Shape;399;p18"/>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00" name="Google Shape;400;p18" descr="$PPTXTitle"/>
          <p:cNvSpPr txBox="1">
            <a:spLocks noGrp="1"/>
          </p:cNvSpPr>
          <p:nvPr>
            <p:ph type="title"/>
          </p:nvPr>
        </p:nvSpPr>
        <p:spPr>
          <a:xfrm>
            <a:off x="841248" y="334644"/>
            <a:ext cx="10509504" cy="1076914"/>
          </a:xfrm>
          <a:prstGeom prst="rect">
            <a:avLst/>
          </a:prstGeom>
          <a:noFill/>
          <a:ln>
            <a:noFill/>
          </a:ln>
        </p:spPr>
        <p:txBody>
          <a:bodyPr spcFirstLastPara="1" wrap="square" lIns="91425" tIns="45700" rIns="91425" bIns="45700" anchor="ctr" anchorCtr="0">
            <a:normAutofit/>
          </a:bodyPr>
          <a:lstStyle/>
          <a:p>
            <a:pPr marL="2470150" lvl="0" indent="0" algn="l" rtl="0">
              <a:lnSpc>
                <a:spcPct val="90000"/>
              </a:lnSpc>
              <a:spcBef>
                <a:spcPts val="0"/>
              </a:spcBef>
              <a:spcAft>
                <a:spcPts val="0"/>
              </a:spcAft>
              <a:buClr>
                <a:schemeClr val="dk1"/>
              </a:buClr>
              <a:buSzPts val="1400"/>
              <a:buFont typeface="Play"/>
              <a:buNone/>
            </a:pPr>
            <a:r>
              <a:rPr lang="en-US" sz="4000">
                <a:solidFill>
                  <a:schemeClr val="dk1"/>
                </a:solidFill>
                <a:latin typeface="Play"/>
                <a:ea typeface="Play"/>
                <a:cs typeface="Play"/>
                <a:sym typeface="Play"/>
              </a:rPr>
              <a:t>4. Data Security &amp; Risk</a:t>
            </a:r>
            <a:endParaRPr/>
          </a:p>
        </p:txBody>
      </p:sp>
      <p:sp>
        <p:nvSpPr>
          <p:cNvPr id="401" name="Google Shape;401;p18"/>
          <p:cNvSpPr/>
          <p:nvPr/>
        </p:nvSpPr>
        <p:spPr>
          <a:xfrm>
            <a:off x="842772" y="0"/>
            <a:ext cx="10506456" cy="19138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2" name="Google Shape;402;p18"/>
          <p:cNvSpPr/>
          <p:nvPr/>
        </p:nvSpPr>
        <p:spPr>
          <a:xfrm>
            <a:off x="841248" y="1512994"/>
            <a:ext cx="10506456"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03" name="Google Shape;403;p18"/>
          <p:cNvGrpSpPr/>
          <p:nvPr/>
        </p:nvGrpSpPr>
        <p:grpSpPr>
          <a:xfrm>
            <a:off x="2428106" y="1779113"/>
            <a:ext cx="7326643" cy="4451916"/>
            <a:chOff x="1589906" y="41753"/>
            <a:chExt cx="7326643" cy="4451916"/>
          </a:xfrm>
        </p:grpSpPr>
        <p:sp>
          <p:nvSpPr>
            <p:cNvPr id="404" name="Google Shape;404;p18"/>
            <p:cNvSpPr/>
            <p:nvPr/>
          </p:nvSpPr>
          <p:spPr>
            <a:xfrm>
              <a:off x="1589906" y="41753"/>
              <a:ext cx="969957" cy="969957"/>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18"/>
            <p:cNvSpPr/>
            <p:nvPr/>
          </p:nvSpPr>
          <p:spPr>
            <a:xfrm>
              <a:off x="1793597" y="245444"/>
              <a:ext cx="562575" cy="56257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18"/>
            <p:cNvSpPr/>
            <p:nvPr/>
          </p:nvSpPr>
          <p:spPr>
            <a:xfrm>
              <a:off x="2767712" y="41753"/>
              <a:ext cx="2286328" cy="969957"/>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18"/>
            <p:cNvSpPr txBox="1"/>
            <p:nvPr/>
          </p:nvSpPr>
          <p:spPr>
            <a:xfrm>
              <a:off x="2767712" y="41753"/>
              <a:ext cx="2286328" cy="96995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Access Control</a:t>
              </a:r>
              <a:endParaRPr sz="1400" b="0" i="0" u="none" strike="noStrike" cap="none">
                <a:solidFill>
                  <a:srgbClr val="000000"/>
                </a:solidFill>
                <a:latin typeface="Arial"/>
                <a:ea typeface="Arial"/>
                <a:cs typeface="Arial"/>
                <a:sym typeface="Arial"/>
              </a:endParaRPr>
            </a:p>
          </p:txBody>
        </p:sp>
        <p:sp>
          <p:nvSpPr>
            <p:cNvPr id="408" name="Google Shape;408;p18"/>
            <p:cNvSpPr/>
            <p:nvPr/>
          </p:nvSpPr>
          <p:spPr>
            <a:xfrm>
              <a:off x="5452415" y="41753"/>
              <a:ext cx="969957" cy="969957"/>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18"/>
            <p:cNvSpPr/>
            <p:nvPr/>
          </p:nvSpPr>
          <p:spPr>
            <a:xfrm>
              <a:off x="5656106" y="245444"/>
              <a:ext cx="562575" cy="56257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18"/>
            <p:cNvSpPr/>
            <p:nvPr/>
          </p:nvSpPr>
          <p:spPr>
            <a:xfrm>
              <a:off x="6630221" y="41753"/>
              <a:ext cx="2286328" cy="969957"/>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18"/>
            <p:cNvSpPr txBox="1"/>
            <p:nvPr/>
          </p:nvSpPr>
          <p:spPr>
            <a:xfrm>
              <a:off x="6630221" y="41753"/>
              <a:ext cx="2286328" cy="96995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Separation of production environment</a:t>
              </a:r>
              <a:endParaRPr sz="1400" b="0" i="0" u="none" strike="noStrike" cap="none">
                <a:solidFill>
                  <a:srgbClr val="000000"/>
                </a:solidFill>
                <a:latin typeface="Arial"/>
                <a:ea typeface="Arial"/>
                <a:cs typeface="Arial"/>
                <a:sym typeface="Arial"/>
              </a:endParaRPr>
            </a:p>
          </p:txBody>
        </p:sp>
        <p:sp>
          <p:nvSpPr>
            <p:cNvPr id="412" name="Google Shape;412;p18"/>
            <p:cNvSpPr/>
            <p:nvPr/>
          </p:nvSpPr>
          <p:spPr>
            <a:xfrm>
              <a:off x="1589906" y="1782733"/>
              <a:ext cx="969957" cy="969957"/>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3" name="Google Shape;413;p18"/>
            <p:cNvSpPr/>
            <p:nvPr/>
          </p:nvSpPr>
          <p:spPr>
            <a:xfrm>
              <a:off x="1793597" y="1986424"/>
              <a:ext cx="562575" cy="56257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4" name="Google Shape;414;p18"/>
            <p:cNvSpPr/>
            <p:nvPr/>
          </p:nvSpPr>
          <p:spPr>
            <a:xfrm>
              <a:off x="2767712" y="1782733"/>
              <a:ext cx="2286328" cy="969957"/>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5" name="Google Shape;415;p18"/>
            <p:cNvSpPr txBox="1"/>
            <p:nvPr/>
          </p:nvSpPr>
          <p:spPr>
            <a:xfrm>
              <a:off x="2767712" y="1782733"/>
              <a:ext cx="2286328" cy="96995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Encryption</a:t>
              </a:r>
              <a:endParaRPr sz="1400" b="0" i="0" u="none" strike="noStrike" cap="none">
                <a:solidFill>
                  <a:srgbClr val="000000"/>
                </a:solidFill>
                <a:latin typeface="Arial"/>
                <a:ea typeface="Arial"/>
                <a:cs typeface="Arial"/>
                <a:sym typeface="Arial"/>
              </a:endParaRPr>
            </a:p>
          </p:txBody>
        </p:sp>
        <p:sp>
          <p:nvSpPr>
            <p:cNvPr id="416" name="Google Shape;416;p18"/>
            <p:cNvSpPr/>
            <p:nvPr/>
          </p:nvSpPr>
          <p:spPr>
            <a:xfrm>
              <a:off x="5452415" y="1782733"/>
              <a:ext cx="969957" cy="969957"/>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7" name="Google Shape;417;p18"/>
            <p:cNvSpPr/>
            <p:nvPr/>
          </p:nvSpPr>
          <p:spPr>
            <a:xfrm>
              <a:off x="5656106" y="1986424"/>
              <a:ext cx="562575" cy="56257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8" name="Google Shape;418;p18"/>
            <p:cNvSpPr/>
            <p:nvPr/>
          </p:nvSpPr>
          <p:spPr>
            <a:xfrm>
              <a:off x="6630221" y="1782733"/>
              <a:ext cx="2286328" cy="969957"/>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9" name="Google Shape;419;p18"/>
            <p:cNvSpPr txBox="1"/>
            <p:nvPr/>
          </p:nvSpPr>
          <p:spPr>
            <a:xfrm>
              <a:off x="6630221" y="1782733"/>
              <a:ext cx="2286328" cy="96995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Masking &amp; Tokenization</a:t>
              </a:r>
              <a:endParaRPr sz="1400" b="0" i="0" u="none" strike="noStrike" cap="none">
                <a:solidFill>
                  <a:srgbClr val="000000"/>
                </a:solidFill>
                <a:latin typeface="Arial"/>
                <a:ea typeface="Arial"/>
                <a:cs typeface="Arial"/>
                <a:sym typeface="Arial"/>
              </a:endParaRPr>
            </a:p>
          </p:txBody>
        </p:sp>
        <p:sp>
          <p:nvSpPr>
            <p:cNvPr id="420" name="Google Shape;420;p18"/>
            <p:cNvSpPr/>
            <p:nvPr/>
          </p:nvSpPr>
          <p:spPr>
            <a:xfrm>
              <a:off x="1589906" y="3523712"/>
              <a:ext cx="969957" cy="969957"/>
            </a:xfrm>
            <a:prstGeom prst="ellipse">
              <a:avLst/>
            </a:prstGeom>
            <a:solidFill>
              <a:srgbClr val="F2F2F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1" name="Google Shape;421;p18"/>
            <p:cNvSpPr/>
            <p:nvPr/>
          </p:nvSpPr>
          <p:spPr>
            <a:xfrm>
              <a:off x="1793597" y="3727403"/>
              <a:ext cx="562575" cy="562575"/>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2" name="Google Shape;422;p18"/>
            <p:cNvSpPr/>
            <p:nvPr/>
          </p:nvSpPr>
          <p:spPr>
            <a:xfrm>
              <a:off x="2767712" y="3523712"/>
              <a:ext cx="2286328" cy="969957"/>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23" name="Google Shape;423;p18"/>
            <p:cNvSpPr txBox="1"/>
            <p:nvPr/>
          </p:nvSpPr>
          <p:spPr>
            <a:xfrm>
              <a:off x="2767712" y="3523712"/>
              <a:ext cx="2286328" cy="969957"/>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chemeClr val="dk1"/>
                </a:buClr>
                <a:buSzPts val="2300"/>
                <a:buFont typeface="Arial"/>
                <a:buNone/>
              </a:pPr>
              <a:r>
                <a:rPr lang="en-US" sz="2300" b="0" i="0" u="none" strike="noStrike" cap="none">
                  <a:solidFill>
                    <a:schemeClr val="dk1"/>
                  </a:solidFill>
                  <a:latin typeface="Arial"/>
                  <a:ea typeface="Arial"/>
                  <a:cs typeface="Arial"/>
                  <a:sym typeface="Arial"/>
                </a:rPr>
                <a:t>Data Retention and Purging</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sp>
        <p:nvSpPr>
          <p:cNvPr id="428" name="Google Shape;428;p19" descr="$PPTXTitle"/>
          <p:cNvSpPr txBox="1">
            <a:spLocks noGrp="1"/>
          </p:cNvSpPr>
          <p:nvPr>
            <p:ph type="title"/>
          </p:nvPr>
        </p:nvSpPr>
        <p:spPr>
          <a:xfrm>
            <a:off x="222427" y="369025"/>
            <a:ext cx="10867800" cy="690000"/>
          </a:xfrm>
          <a:prstGeom prst="rect">
            <a:avLst/>
          </a:prstGeom>
          <a:noFill/>
          <a:ln>
            <a:noFill/>
          </a:ln>
        </p:spPr>
        <p:txBody>
          <a:bodyPr spcFirstLastPara="1" wrap="square" lIns="0" tIns="12700" rIns="0" bIns="0" anchor="t" anchorCtr="0">
            <a:spAutoFit/>
          </a:bodyPr>
          <a:lstStyle/>
          <a:p>
            <a:pPr marL="2286635" lvl="0" indent="0" algn="l" rtl="0">
              <a:lnSpc>
                <a:spcPct val="100000"/>
              </a:lnSpc>
              <a:spcBef>
                <a:spcPts val="0"/>
              </a:spcBef>
              <a:spcAft>
                <a:spcPts val="0"/>
              </a:spcAft>
              <a:buClr>
                <a:srgbClr val="1172BE"/>
              </a:buClr>
              <a:buSzPts val="1400"/>
              <a:buFont typeface="Arial"/>
              <a:buNone/>
            </a:pPr>
            <a:r>
              <a:rPr lang="en-US"/>
              <a:t>5. Data Backup &amp; Recovery</a:t>
            </a:r>
            <a:endParaRPr/>
          </a:p>
        </p:txBody>
      </p:sp>
      <p:sp>
        <p:nvSpPr>
          <p:cNvPr id="429" name="Google Shape;429;p19"/>
          <p:cNvSpPr txBox="1"/>
          <p:nvPr/>
        </p:nvSpPr>
        <p:spPr>
          <a:xfrm>
            <a:off x="916938" y="1597659"/>
            <a:ext cx="3807461" cy="874598"/>
          </a:xfrm>
          <a:prstGeom prst="rect">
            <a:avLst/>
          </a:prstGeom>
          <a:noFill/>
          <a:ln>
            <a:noFill/>
          </a:ln>
        </p:spPr>
        <p:txBody>
          <a:bodyPr spcFirstLastPara="1" wrap="square" lIns="0" tIns="12700" rIns="0" bIns="0" anchor="t" anchorCtr="0">
            <a:spAutoFit/>
          </a:bodyPr>
          <a:lstStyle/>
          <a:p>
            <a:pPr marL="240665" marR="0" lvl="0" indent="-227965"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Recovery Point Objective</a:t>
            </a:r>
            <a:endParaRPr sz="2800" b="0" i="0" u="none" strike="noStrike" cap="none">
              <a:solidFill>
                <a:schemeClr val="dk1"/>
              </a:solidFill>
              <a:latin typeface="Arial"/>
              <a:ea typeface="Arial"/>
              <a:cs typeface="Arial"/>
              <a:sym typeface="Arial"/>
            </a:endParaRPr>
          </a:p>
        </p:txBody>
      </p:sp>
      <p:sp>
        <p:nvSpPr>
          <p:cNvPr id="430" name="Google Shape;430;p19"/>
          <p:cNvSpPr txBox="1"/>
          <p:nvPr/>
        </p:nvSpPr>
        <p:spPr>
          <a:xfrm>
            <a:off x="916939" y="4148734"/>
            <a:ext cx="3331210" cy="1482725"/>
          </a:xfrm>
          <a:prstGeom prst="rect">
            <a:avLst/>
          </a:prstGeom>
          <a:noFill/>
          <a:ln>
            <a:noFill/>
          </a:ln>
        </p:spPr>
        <p:txBody>
          <a:bodyPr spcFirstLastPara="1" wrap="square" lIns="0" tIns="12700" rIns="0" bIns="0" anchor="t" anchorCtr="0">
            <a:spAutoFit/>
          </a:bodyPr>
          <a:lstStyle/>
          <a:p>
            <a:pPr marL="240665" marR="0" lvl="0" indent="-227965"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Types of Data Backup</a:t>
            </a:r>
            <a:endParaRPr sz="2800" b="0" i="0" u="none" strike="noStrike" cap="none">
              <a:solidFill>
                <a:schemeClr val="dk1"/>
              </a:solidFill>
              <a:latin typeface="Arial"/>
              <a:ea typeface="Arial"/>
              <a:cs typeface="Arial"/>
              <a:sym typeface="Arial"/>
            </a:endParaRPr>
          </a:p>
          <a:p>
            <a:pPr marL="0" marR="0" lvl="0" indent="0" algn="l" rtl="0">
              <a:lnSpc>
                <a:spcPct val="100000"/>
              </a:lnSpc>
              <a:spcBef>
                <a:spcPts val="1530"/>
              </a:spcBef>
              <a:spcAft>
                <a:spcPts val="0"/>
              </a:spcAft>
              <a:buClr>
                <a:schemeClr val="dk1"/>
              </a:buClr>
              <a:buSzPts val="2800"/>
              <a:buFont typeface="Arial"/>
              <a:buNone/>
            </a:pPr>
            <a:endParaRPr sz="2800" b="0" i="0" u="none" strike="noStrike" cap="none">
              <a:solidFill>
                <a:schemeClr val="dk1"/>
              </a:solidFill>
              <a:latin typeface="Arial"/>
              <a:ea typeface="Arial"/>
              <a:cs typeface="Arial"/>
              <a:sym typeface="Arial"/>
            </a:endParaRPr>
          </a:p>
          <a:p>
            <a:pPr marL="240665" marR="0" lvl="0" indent="-227965" algn="l" rtl="0">
              <a:lnSpc>
                <a:spcPct val="100000"/>
              </a:lnSpc>
              <a:spcBef>
                <a:spcPts val="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Failover</a:t>
            </a:r>
            <a:endParaRPr sz="2800" b="0" i="0" u="none" strike="noStrike" cap="none">
              <a:solidFill>
                <a:schemeClr val="dk1"/>
              </a:solidFill>
              <a:latin typeface="Arial"/>
              <a:ea typeface="Arial"/>
              <a:cs typeface="Arial"/>
              <a:sym typeface="Arial"/>
            </a:endParaRPr>
          </a:p>
        </p:txBody>
      </p:sp>
      <p:pic>
        <p:nvPicPr>
          <p:cNvPr id="431" name="Google Shape;431;p19"/>
          <p:cNvPicPr preferRelativeResize="0"/>
          <p:nvPr/>
        </p:nvPicPr>
        <p:blipFill rotWithShape="1">
          <a:blip r:embed="rId3">
            <a:alphaModFix/>
          </a:blip>
          <a:srcRect/>
          <a:stretch/>
        </p:blipFill>
        <p:spPr>
          <a:xfrm>
            <a:off x="5927359" y="1721519"/>
            <a:ext cx="4521197" cy="2320087"/>
          </a:xfrm>
          <a:prstGeom prst="rect">
            <a:avLst/>
          </a:prstGeom>
          <a:noFill/>
          <a:ln>
            <a:noFill/>
          </a:ln>
        </p:spPr>
      </p:pic>
      <p:pic>
        <p:nvPicPr>
          <p:cNvPr id="432" name="Google Shape;432;p19"/>
          <p:cNvPicPr preferRelativeResize="0"/>
          <p:nvPr/>
        </p:nvPicPr>
        <p:blipFill rotWithShape="1">
          <a:blip r:embed="rId4">
            <a:alphaModFix/>
          </a:blip>
          <a:srcRect/>
          <a:stretch/>
        </p:blipFill>
        <p:spPr>
          <a:xfrm>
            <a:off x="5927359" y="4409935"/>
            <a:ext cx="4579043" cy="21208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36"/>
        <p:cNvGrpSpPr/>
        <p:nvPr/>
      </p:nvGrpSpPr>
      <p:grpSpPr>
        <a:xfrm>
          <a:off x="0" y="0"/>
          <a:ext cx="0" cy="0"/>
          <a:chOff x="0" y="0"/>
          <a:chExt cx="0" cy="0"/>
        </a:xfrm>
      </p:grpSpPr>
      <p:sp>
        <p:nvSpPr>
          <p:cNvPr id="437" name="Google Shape;437;p2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8" name="Google Shape;438;p20" descr="$PPTXTitle"/>
          <p:cNvSpPr txBox="1">
            <a:spLocks noGrp="1"/>
          </p:cNvSpPr>
          <p:nvPr>
            <p:ph type="title"/>
          </p:nvPr>
        </p:nvSpPr>
        <p:spPr>
          <a:xfrm>
            <a:off x="841248" y="334644"/>
            <a:ext cx="10509504" cy="1076914"/>
          </a:xfrm>
          <a:prstGeom prst="rect">
            <a:avLst/>
          </a:prstGeom>
          <a:noFill/>
          <a:ln>
            <a:noFill/>
          </a:ln>
        </p:spPr>
        <p:txBody>
          <a:bodyPr spcFirstLastPara="1" wrap="square" lIns="91425" tIns="45700" rIns="91425" bIns="45700" anchor="ctr" anchorCtr="0">
            <a:normAutofit/>
          </a:bodyPr>
          <a:lstStyle/>
          <a:p>
            <a:pPr marL="2438400" lvl="0" indent="0" algn="l" rtl="0">
              <a:lnSpc>
                <a:spcPct val="90000"/>
              </a:lnSpc>
              <a:spcBef>
                <a:spcPts val="0"/>
              </a:spcBef>
              <a:spcAft>
                <a:spcPts val="0"/>
              </a:spcAft>
              <a:buClr>
                <a:schemeClr val="dk1"/>
              </a:buClr>
              <a:buSzPts val="1400"/>
              <a:buFont typeface="Play"/>
              <a:buNone/>
            </a:pPr>
            <a:r>
              <a:rPr lang="en-US" sz="4000">
                <a:solidFill>
                  <a:schemeClr val="dk1"/>
                </a:solidFill>
                <a:latin typeface="Play"/>
                <a:ea typeface="Play"/>
                <a:cs typeface="Play"/>
                <a:sym typeface="Play"/>
              </a:rPr>
              <a:t>6. Performance Turning</a:t>
            </a:r>
            <a:endParaRPr/>
          </a:p>
        </p:txBody>
      </p:sp>
      <p:sp>
        <p:nvSpPr>
          <p:cNvPr id="439" name="Google Shape;439;p20"/>
          <p:cNvSpPr/>
          <p:nvPr/>
        </p:nvSpPr>
        <p:spPr>
          <a:xfrm>
            <a:off x="842772" y="0"/>
            <a:ext cx="10506456" cy="19138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0" name="Google Shape;440;p20"/>
          <p:cNvSpPr/>
          <p:nvPr/>
        </p:nvSpPr>
        <p:spPr>
          <a:xfrm>
            <a:off x="841248" y="1512994"/>
            <a:ext cx="10506456"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41" name="Google Shape;441;p20"/>
          <p:cNvGrpSpPr/>
          <p:nvPr/>
        </p:nvGrpSpPr>
        <p:grpSpPr>
          <a:xfrm>
            <a:off x="841483" y="1840865"/>
            <a:ext cx="10499888" cy="4328412"/>
            <a:chOff x="3283" y="103505"/>
            <a:chExt cx="10499888" cy="4328412"/>
          </a:xfrm>
        </p:grpSpPr>
        <p:sp>
          <p:nvSpPr>
            <p:cNvPr id="442" name="Google Shape;442;p20"/>
            <p:cNvSpPr/>
            <p:nvPr/>
          </p:nvSpPr>
          <p:spPr>
            <a:xfrm>
              <a:off x="3283" y="103505"/>
              <a:ext cx="3201185" cy="730103"/>
            </a:xfrm>
            <a:prstGeom prst="rect">
              <a:avLst/>
            </a:prstGeom>
            <a:solidFill>
              <a:srgbClr val="E97131"/>
            </a:solidFill>
            <a:ln w="19050" cap="flat" cmpd="sng">
              <a:solidFill>
                <a:srgbClr val="E9713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20"/>
            <p:cNvSpPr txBox="1"/>
            <p:nvPr/>
          </p:nvSpPr>
          <p:spPr>
            <a:xfrm>
              <a:off x="3283" y="103505"/>
              <a:ext cx="3201185" cy="730103"/>
            </a:xfrm>
            <a:prstGeom prst="rect">
              <a:avLst/>
            </a:prstGeom>
            <a:noFill/>
            <a:ln>
              <a:noFill/>
            </a:ln>
          </p:spPr>
          <p:txBody>
            <a:bodyPr spcFirstLastPara="1" wrap="square" lIns="142225" tIns="81275" rIns="142225" bIns="81275" anchor="ctr" anchorCtr="0">
              <a:noAutofit/>
            </a:bodyPr>
            <a:lstStyle/>
            <a:p>
              <a:pPr marL="0" marR="0" lvl="0" indent="0" algn="ctr" rtl="0">
                <a:lnSpc>
                  <a:spcPct val="9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Infrastructure</a:t>
              </a:r>
              <a:endParaRPr sz="1400" b="0" i="0" u="none" strike="noStrike" cap="none">
                <a:solidFill>
                  <a:srgbClr val="000000"/>
                </a:solidFill>
                <a:latin typeface="Arial"/>
                <a:ea typeface="Arial"/>
                <a:cs typeface="Arial"/>
                <a:sym typeface="Arial"/>
              </a:endParaRPr>
            </a:p>
          </p:txBody>
        </p:sp>
        <p:sp>
          <p:nvSpPr>
            <p:cNvPr id="444" name="Google Shape;444;p20"/>
            <p:cNvSpPr/>
            <p:nvPr/>
          </p:nvSpPr>
          <p:spPr>
            <a:xfrm>
              <a:off x="3283" y="833609"/>
              <a:ext cx="3201185" cy="3598308"/>
            </a:xfrm>
            <a:prstGeom prst="rect">
              <a:avLst/>
            </a:prstGeom>
            <a:solidFill>
              <a:srgbClr val="F6D4CC">
                <a:alpha val="90196"/>
              </a:srgbClr>
            </a:solidFill>
            <a:ln w="19050" cap="flat" cmpd="sng">
              <a:solidFill>
                <a:srgbClr val="F6D4CC">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20"/>
            <p:cNvSpPr txBox="1"/>
            <p:nvPr/>
          </p:nvSpPr>
          <p:spPr>
            <a:xfrm>
              <a:off x="3283" y="833609"/>
              <a:ext cx="3201185" cy="3598308"/>
            </a:xfrm>
            <a:prstGeom prst="rect">
              <a:avLst/>
            </a:prstGeom>
            <a:noFill/>
            <a:ln>
              <a:noFill/>
            </a:ln>
          </p:spPr>
          <p:txBody>
            <a:bodyPr spcFirstLastPara="1" wrap="square" lIns="106675" tIns="106675" rIns="142225" bIns="160000" anchor="t" anchorCtr="0">
              <a:noAutofit/>
            </a:bodyPr>
            <a:lstStyle/>
            <a:p>
              <a:pPr marL="228600" marR="0" lvl="1" indent="-228600" algn="l" rtl="0">
                <a:lnSpc>
                  <a:spcPct val="9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Tradeoff between speed and storage</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Nodes vs Clusters</a:t>
              </a:r>
              <a:endParaRPr sz="1400" b="0" i="0" u="none" strike="noStrike" cap="none">
                <a:solidFill>
                  <a:srgbClr val="000000"/>
                </a:solidFill>
                <a:latin typeface="Arial"/>
                <a:ea typeface="Arial"/>
                <a:cs typeface="Arial"/>
                <a:sym typeface="Arial"/>
              </a:endParaRPr>
            </a:p>
          </p:txBody>
        </p:sp>
        <p:sp>
          <p:nvSpPr>
            <p:cNvPr id="446" name="Google Shape;446;p20"/>
            <p:cNvSpPr/>
            <p:nvPr/>
          </p:nvSpPr>
          <p:spPr>
            <a:xfrm>
              <a:off x="3652635" y="103505"/>
              <a:ext cx="3201185" cy="730103"/>
            </a:xfrm>
            <a:prstGeom prst="rect">
              <a:avLst/>
            </a:prstGeom>
            <a:solidFill>
              <a:srgbClr val="176B22"/>
            </a:solidFill>
            <a:ln w="19050" cap="flat" cmpd="sng">
              <a:solidFill>
                <a:srgbClr val="176B22"/>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p20"/>
            <p:cNvSpPr txBox="1"/>
            <p:nvPr/>
          </p:nvSpPr>
          <p:spPr>
            <a:xfrm>
              <a:off x="3652635" y="103505"/>
              <a:ext cx="3201185" cy="730103"/>
            </a:xfrm>
            <a:prstGeom prst="rect">
              <a:avLst/>
            </a:prstGeom>
            <a:noFill/>
            <a:ln>
              <a:noFill/>
            </a:ln>
          </p:spPr>
          <p:txBody>
            <a:bodyPr spcFirstLastPara="1" wrap="square" lIns="142225" tIns="81275" rIns="142225" bIns="81275" anchor="ctr" anchorCtr="0">
              <a:noAutofit/>
            </a:bodyPr>
            <a:lstStyle/>
            <a:p>
              <a:pPr marL="0" marR="0" lvl="0" indent="0" algn="ctr" rtl="0">
                <a:lnSpc>
                  <a:spcPct val="9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Data Modeling &amp; Table Optimization</a:t>
              </a:r>
              <a:endParaRPr sz="1400" b="0" i="0" u="none" strike="noStrike" cap="none">
                <a:solidFill>
                  <a:srgbClr val="000000"/>
                </a:solidFill>
                <a:latin typeface="Arial"/>
                <a:ea typeface="Arial"/>
                <a:cs typeface="Arial"/>
                <a:sym typeface="Arial"/>
              </a:endParaRPr>
            </a:p>
          </p:txBody>
        </p:sp>
        <p:sp>
          <p:nvSpPr>
            <p:cNvPr id="448" name="Google Shape;448;p20"/>
            <p:cNvSpPr/>
            <p:nvPr/>
          </p:nvSpPr>
          <p:spPr>
            <a:xfrm>
              <a:off x="3652635" y="833609"/>
              <a:ext cx="3201185" cy="3598308"/>
            </a:xfrm>
            <a:prstGeom prst="rect">
              <a:avLst/>
            </a:prstGeom>
            <a:solidFill>
              <a:srgbClr val="CBD3CB">
                <a:alpha val="90196"/>
              </a:srgbClr>
            </a:solidFill>
            <a:ln w="19050" cap="flat" cmpd="sng">
              <a:solidFill>
                <a:srgbClr val="CBD3CB">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20"/>
            <p:cNvSpPr txBox="1"/>
            <p:nvPr/>
          </p:nvSpPr>
          <p:spPr>
            <a:xfrm>
              <a:off x="3652635" y="833609"/>
              <a:ext cx="3201185" cy="3598308"/>
            </a:xfrm>
            <a:prstGeom prst="rect">
              <a:avLst/>
            </a:prstGeom>
            <a:noFill/>
            <a:ln>
              <a:noFill/>
            </a:ln>
          </p:spPr>
          <p:txBody>
            <a:bodyPr spcFirstLastPara="1" wrap="square" lIns="106675" tIns="106675" rIns="142225" bIns="160000" anchor="t" anchorCtr="0">
              <a:noAutofit/>
            </a:bodyPr>
            <a:lstStyle/>
            <a:p>
              <a:pPr marL="228600" marR="0" lvl="1" indent="-228600" algn="l" rtl="0">
                <a:lnSpc>
                  <a:spcPct val="9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Index</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Partition</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Clustering</a:t>
              </a:r>
              <a:endParaRPr sz="1400" b="0" i="0" u="none" strike="noStrike" cap="none">
                <a:solidFill>
                  <a:srgbClr val="000000"/>
                </a:solidFill>
                <a:latin typeface="Arial"/>
                <a:ea typeface="Arial"/>
                <a:cs typeface="Arial"/>
                <a:sym typeface="Arial"/>
              </a:endParaRPr>
            </a:p>
          </p:txBody>
        </p:sp>
        <p:sp>
          <p:nvSpPr>
            <p:cNvPr id="450" name="Google Shape;450;p20"/>
            <p:cNvSpPr/>
            <p:nvPr/>
          </p:nvSpPr>
          <p:spPr>
            <a:xfrm>
              <a:off x="7301986" y="103505"/>
              <a:ext cx="3201185" cy="730103"/>
            </a:xfrm>
            <a:prstGeom prst="rect">
              <a:avLst/>
            </a:prstGeom>
            <a:solidFill>
              <a:srgbClr val="0C9ED5"/>
            </a:solidFill>
            <a:ln w="19050" cap="flat" cmpd="sng">
              <a:solidFill>
                <a:srgbClr val="0C9ED5"/>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20"/>
            <p:cNvSpPr txBox="1"/>
            <p:nvPr/>
          </p:nvSpPr>
          <p:spPr>
            <a:xfrm>
              <a:off x="7301986" y="103505"/>
              <a:ext cx="3201185" cy="730103"/>
            </a:xfrm>
            <a:prstGeom prst="rect">
              <a:avLst/>
            </a:prstGeom>
            <a:noFill/>
            <a:ln>
              <a:noFill/>
            </a:ln>
          </p:spPr>
          <p:txBody>
            <a:bodyPr spcFirstLastPara="1" wrap="square" lIns="142225" tIns="81275" rIns="142225" bIns="81275" anchor="ctr" anchorCtr="0">
              <a:noAutofit/>
            </a:bodyPr>
            <a:lstStyle/>
            <a:p>
              <a:pPr marL="0" marR="0" lvl="0" indent="0" algn="ctr" rtl="0">
                <a:lnSpc>
                  <a:spcPct val="9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Query Optimization</a:t>
              </a:r>
              <a:endParaRPr sz="1400" b="0" i="0" u="none" strike="noStrike" cap="none">
                <a:solidFill>
                  <a:srgbClr val="000000"/>
                </a:solidFill>
                <a:latin typeface="Arial"/>
                <a:ea typeface="Arial"/>
                <a:cs typeface="Arial"/>
                <a:sym typeface="Arial"/>
              </a:endParaRPr>
            </a:p>
          </p:txBody>
        </p:sp>
        <p:sp>
          <p:nvSpPr>
            <p:cNvPr id="452" name="Google Shape;452;p20"/>
            <p:cNvSpPr/>
            <p:nvPr/>
          </p:nvSpPr>
          <p:spPr>
            <a:xfrm>
              <a:off x="7301986" y="833609"/>
              <a:ext cx="3201185" cy="3598308"/>
            </a:xfrm>
            <a:prstGeom prst="rect">
              <a:avLst/>
            </a:prstGeom>
            <a:solidFill>
              <a:srgbClr val="CADEEF">
                <a:alpha val="90196"/>
              </a:srgbClr>
            </a:solidFill>
            <a:ln w="19050" cap="flat" cmpd="sng">
              <a:solidFill>
                <a:srgbClr val="CADEEF">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20"/>
            <p:cNvSpPr txBox="1"/>
            <p:nvPr/>
          </p:nvSpPr>
          <p:spPr>
            <a:xfrm>
              <a:off x="7301986" y="833609"/>
              <a:ext cx="3201185" cy="3598308"/>
            </a:xfrm>
            <a:prstGeom prst="rect">
              <a:avLst/>
            </a:prstGeom>
            <a:noFill/>
            <a:ln>
              <a:noFill/>
            </a:ln>
          </p:spPr>
          <p:txBody>
            <a:bodyPr spcFirstLastPara="1" wrap="square" lIns="106675" tIns="106675" rIns="142225" bIns="160000" anchor="t" anchorCtr="0">
              <a:noAutofit/>
            </a:bodyPr>
            <a:lstStyle/>
            <a:p>
              <a:pPr marL="228600" marR="0" lvl="1" indent="-228600" algn="l" rtl="0">
                <a:lnSpc>
                  <a:spcPct val="90000"/>
                </a:lnSpc>
                <a:spcBef>
                  <a:spcPts val="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Modern DB/DWH optimize queries and caches results</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Run small statements in parallel</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Use CTE to reduce duplication</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Use Explain to check execution plan</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00"/>
                </a:spcBef>
                <a:spcAft>
                  <a:spcPts val="0"/>
                </a:spcAft>
                <a:buClr>
                  <a:schemeClr val="dk1"/>
                </a:buClr>
                <a:buSzPts val="2000"/>
                <a:buFont typeface="Arial"/>
                <a:buChar char="•"/>
              </a:pPr>
              <a:r>
                <a:rPr lang="en-US" sz="2000" b="0" i="0" u="none" strike="noStrike" cap="none">
                  <a:solidFill>
                    <a:schemeClr val="dk1"/>
                  </a:solidFill>
                  <a:latin typeface="Arial"/>
                  <a:ea typeface="Arial"/>
                  <a:cs typeface="Arial"/>
                  <a:sym typeface="Arial"/>
                </a:rPr>
                <a:t>Know the infrastructure and data model</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7"/>
        <p:cNvGrpSpPr/>
        <p:nvPr/>
      </p:nvGrpSpPr>
      <p:grpSpPr>
        <a:xfrm>
          <a:off x="0" y="0"/>
          <a:ext cx="0" cy="0"/>
          <a:chOff x="0" y="0"/>
          <a:chExt cx="0" cy="0"/>
        </a:xfrm>
      </p:grpSpPr>
      <p:sp>
        <p:nvSpPr>
          <p:cNvPr id="458" name="Google Shape;458;p2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9" name="Google Shape;459;p21"/>
          <p:cNvSpPr txBox="1">
            <a:spLocks noGrp="1"/>
          </p:cNvSpPr>
          <p:nvPr>
            <p:ph type="title"/>
          </p:nvPr>
        </p:nvSpPr>
        <p:spPr>
          <a:xfrm>
            <a:off x="841248" y="334644"/>
            <a:ext cx="10509504" cy="107691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400"/>
              <a:buFont typeface="Play"/>
              <a:buNone/>
            </a:pPr>
            <a:r>
              <a:rPr lang="en-US" sz="4000">
                <a:solidFill>
                  <a:schemeClr val="dk1"/>
                </a:solidFill>
                <a:latin typeface="Play"/>
                <a:ea typeface="Play"/>
                <a:cs typeface="Play"/>
                <a:sym typeface="Play"/>
              </a:rPr>
              <a:t>Demo ETL Pipeline</a:t>
            </a:r>
            <a:endParaRPr/>
          </a:p>
        </p:txBody>
      </p:sp>
      <p:sp>
        <p:nvSpPr>
          <p:cNvPr id="460" name="Google Shape;460;p21"/>
          <p:cNvSpPr/>
          <p:nvPr/>
        </p:nvSpPr>
        <p:spPr>
          <a:xfrm>
            <a:off x="842772" y="0"/>
            <a:ext cx="10506456" cy="191386"/>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1" name="Google Shape;461;p21"/>
          <p:cNvSpPr/>
          <p:nvPr/>
        </p:nvSpPr>
        <p:spPr>
          <a:xfrm>
            <a:off x="841248" y="1512994"/>
            <a:ext cx="10506456" cy="18288"/>
          </a:xfrm>
          <a:prstGeom prst="rect">
            <a:avLst/>
          </a:prstGeom>
          <a:solidFill>
            <a:srgbClr val="D5D5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462" name="Google Shape;462;p21"/>
          <p:cNvGrpSpPr/>
          <p:nvPr/>
        </p:nvGrpSpPr>
        <p:grpSpPr>
          <a:xfrm>
            <a:off x="839482" y="1873122"/>
            <a:ext cx="10293813" cy="4263899"/>
            <a:chOff x="1282" y="135762"/>
            <a:chExt cx="10293813" cy="4263899"/>
          </a:xfrm>
        </p:grpSpPr>
        <p:sp>
          <p:nvSpPr>
            <p:cNvPr id="463" name="Google Shape;463;p21"/>
            <p:cNvSpPr/>
            <p:nvPr/>
          </p:nvSpPr>
          <p:spPr>
            <a:xfrm>
              <a:off x="1051671" y="557113"/>
              <a:ext cx="840311" cy="71"/>
            </a:xfrm>
            <a:prstGeom prst="rect">
              <a:avLst/>
            </a:prstGeom>
            <a:solidFill>
              <a:srgbClr val="F6D4CC">
                <a:alpha val="90196"/>
              </a:srgbClr>
            </a:solidFill>
            <a:ln w="19050" cap="flat" cmpd="sng">
              <a:solidFill>
                <a:srgbClr val="F6D4CC">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4" name="Google Shape;464;p21"/>
            <p:cNvSpPr/>
            <p:nvPr/>
          </p:nvSpPr>
          <p:spPr>
            <a:xfrm>
              <a:off x="1942401" y="486563"/>
              <a:ext cx="96635" cy="181506"/>
            </a:xfrm>
            <a:prstGeom prst="chevron">
              <a:avLst>
                <a:gd name="adj" fmla="val 90000"/>
              </a:avLst>
            </a:prstGeom>
            <a:solidFill>
              <a:srgbClr val="F3D7CA">
                <a:alpha val="90196"/>
              </a:srgbClr>
            </a:solidFill>
            <a:ln w="19050" cap="flat" cmpd="sng">
              <a:solidFill>
                <a:srgbClr val="F3D7CA">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21"/>
            <p:cNvSpPr/>
            <p:nvPr/>
          </p:nvSpPr>
          <p:spPr>
            <a:xfrm>
              <a:off x="525245" y="135762"/>
              <a:ext cx="842773" cy="842773"/>
            </a:xfrm>
            <a:prstGeom prst="ellipse">
              <a:avLst/>
            </a:prstGeom>
            <a:solidFill>
              <a:srgbClr val="E97131"/>
            </a:solidFill>
            <a:ln w="19050" cap="flat" cmpd="sng">
              <a:solidFill>
                <a:srgbClr val="E9713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21"/>
            <p:cNvSpPr txBox="1"/>
            <p:nvPr/>
          </p:nvSpPr>
          <p:spPr>
            <a:xfrm>
              <a:off x="648666" y="259183"/>
              <a:ext cx="595931" cy="595931"/>
            </a:xfrm>
            <a:prstGeom prst="rect">
              <a:avLst/>
            </a:prstGeom>
            <a:noFill/>
            <a:ln>
              <a:noFill/>
            </a:ln>
          </p:spPr>
          <p:txBody>
            <a:bodyPr spcFirstLastPara="1" wrap="square" lIns="32700" tIns="32700" rIns="32700" bIns="327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467" name="Google Shape;467;p21"/>
            <p:cNvSpPr/>
            <p:nvPr/>
          </p:nvSpPr>
          <p:spPr>
            <a:xfrm>
              <a:off x="1282" y="1144136"/>
              <a:ext cx="1890700" cy="3255525"/>
            </a:xfrm>
            <a:prstGeom prst="upArrowCallout">
              <a:avLst>
                <a:gd name="adj1" fmla="val 50000"/>
                <a:gd name="adj2" fmla="val 20000"/>
                <a:gd name="adj3" fmla="val 20000"/>
                <a:gd name="adj4" fmla="val 100000"/>
              </a:avLst>
            </a:prstGeom>
            <a:solidFill>
              <a:srgbClr val="F1DCC9">
                <a:alpha val="90196"/>
              </a:srgbClr>
            </a:solidFill>
            <a:ln w="19050" cap="flat" cmpd="sng">
              <a:solidFill>
                <a:srgbClr val="F1DCC9">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21"/>
            <p:cNvSpPr txBox="1"/>
            <p:nvPr/>
          </p:nvSpPr>
          <p:spPr>
            <a:xfrm>
              <a:off x="1282" y="1522276"/>
              <a:ext cx="1890700" cy="2877385"/>
            </a:xfrm>
            <a:prstGeom prst="rect">
              <a:avLst/>
            </a:prstGeom>
            <a:noFill/>
            <a:ln>
              <a:noFill/>
            </a:ln>
          </p:spPr>
          <p:txBody>
            <a:bodyPr spcFirstLastPara="1" wrap="square" lIns="149125" tIns="165100" rIns="149125" bIns="16510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b="1" i="0" u="none" strike="noStrike" cap="none">
                  <a:solidFill>
                    <a:schemeClr val="dk1"/>
                  </a:solidFill>
                  <a:latin typeface="Arial"/>
                  <a:ea typeface="Arial"/>
                  <a:cs typeface="Arial"/>
                  <a:sym typeface="Arial"/>
                </a:rPr>
                <a:t>Step 1. CTE with LAG and LEAD to compare each customer's purchase with the previous and next purchases to analyze purchase trends over time</a:t>
              </a:r>
              <a:endParaRPr sz="1600" b="0" i="0" u="none" strike="noStrike" cap="none">
                <a:solidFill>
                  <a:schemeClr val="dk1"/>
                </a:solidFill>
                <a:latin typeface="Arial"/>
                <a:ea typeface="Arial"/>
                <a:cs typeface="Arial"/>
                <a:sym typeface="Arial"/>
              </a:endParaRPr>
            </a:p>
          </p:txBody>
        </p:sp>
        <p:sp>
          <p:nvSpPr>
            <p:cNvPr id="469" name="Google Shape;469;p21"/>
            <p:cNvSpPr/>
            <p:nvPr/>
          </p:nvSpPr>
          <p:spPr>
            <a:xfrm>
              <a:off x="2102060" y="557113"/>
              <a:ext cx="1890700" cy="72"/>
            </a:xfrm>
            <a:prstGeom prst="rect">
              <a:avLst/>
            </a:prstGeom>
            <a:solidFill>
              <a:srgbClr val="EFDFCA">
                <a:alpha val="90196"/>
              </a:srgbClr>
            </a:solidFill>
            <a:ln w="19050" cap="flat" cmpd="sng">
              <a:solidFill>
                <a:srgbClr val="EFDFCA">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21"/>
            <p:cNvSpPr/>
            <p:nvPr/>
          </p:nvSpPr>
          <p:spPr>
            <a:xfrm>
              <a:off x="4043179" y="486563"/>
              <a:ext cx="96635" cy="181507"/>
            </a:xfrm>
            <a:prstGeom prst="chevron">
              <a:avLst>
                <a:gd name="adj" fmla="val 90000"/>
              </a:avLst>
            </a:prstGeom>
            <a:solidFill>
              <a:srgbClr val="EDE2C9">
                <a:alpha val="90196"/>
              </a:srgbClr>
            </a:solidFill>
            <a:ln w="19050" cap="flat" cmpd="sng">
              <a:solidFill>
                <a:srgbClr val="EDE2C9">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21"/>
            <p:cNvSpPr/>
            <p:nvPr/>
          </p:nvSpPr>
          <p:spPr>
            <a:xfrm>
              <a:off x="2626024" y="135762"/>
              <a:ext cx="842773" cy="842773"/>
            </a:xfrm>
            <a:prstGeom prst="ellipse">
              <a:avLst/>
            </a:prstGeom>
            <a:solidFill>
              <a:srgbClr val="D5AE1D"/>
            </a:solidFill>
            <a:ln w="19050" cap="flat" cmpd="sng">
              <a:solidFill>
                <a:srgbClr val="D5AE1D"/>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21"/>
            <p:cNvSpPr txBox="1"/>
            <p:nvPr/>
          </p:nvSpPr>
          <p:spPr>
            <a:xfrm>
              <a:off x="2749445" y="259183"/>
              <a:ext cx="595931" cy="595931"/>
            </a:xfrm>
            <a:prstGeom prst="rect">
              <a:avLst/>
            </a:prstGeom>
            <a:noFill/>
            <a:ln>
              <a:noFill/>
            </a:ln>
          </p:spPr>
          <p:txBody>
            <a:bodyPr spcFirstLastPara="1" wrap="square" lIns="32700" tIns="32700" rIns="32700" bIns="327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473" name="Google Shape;473;p21"/>
            <p:cNvSpPr/>
            <p:nvPr/>
          </p:nvSpPr>
          <p:spPr>
            <a:xfrm>
              <a:off x="2102060" y="1144136"/>
              <a:ext cx="1890700" cy="3255525"/>
            </a:xfrm>
            <a:prstGeom prst="upArrowCallout">
              <a:avLst>
                <a:gd name="adj1" fmla="val 50000"/>
                <a:gd name="adj2" fmla="val 20000"/>
                <a:gd name="adj3" fmla="val 20000"/>
                <a:gd name="adj4" fmla="val 100000"/>
              </a:avLst>
            </a:prstGeom>
            <a:solidFill>
              <a:srgbClr val="EBE6C8">
                <a:alpha val="90196"/>
              </a:srgbClr>
            </a:solidFill>
            <a:ln w="19050" cap="flat" cmpd="sng">
              <a:solidFill>
                <a:srgbClr val="EBE6C8">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21"/>
            <p:cNvSpPr txBox="1"/>
            <p:nvPr/>
          </p:nvSpPr>
          <p:spPr>
            <a:xfrm>
              <a:off x="2102060" y="1522276"/>
              <a:ext cx="1890700" cy="2877385"/>
            </a:xfrm>
            <a:prstGeom prst="rect">
              <a:avLst/>
            </a:prstGeom>
            <a:noFill/>
            <a:ln>
              <a:noFill/>
            </a:ln>
          </p:spPr>
          <p:txBody>
            <a:bodyPr spcFirstLastPara="1" wrap="square" lIns="149125" tIns="165100" rIns="149125" bIns="16510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b="1" i="0" u="none" strike="noStrike" cap="none">
                  <a:solidFill>
                    <a:schemeClr val="dk1"/>
                  </a:solidFill>
                  <a:latin typeface="Arial"/>
                  <a:ea typeface="Arial"/>
                  <a:cs typeface="Arial"/>
                  <a:sym typeface="Arial"/>
                </a:rPr>
                <a:t>Step 2: Create a CTE to get customer + sales info</a:t>
              </a:r>
              <a:endParaRPr sz="1600" b="0" i="0" u="none" strike="noStrike" cap="none">
                <a:solidFill>
                  <a:schemeClr val="dk1"/>
                </a:solidFill>
                <a:latin typeface="Arial"/>
                <a:ea typeface="Arial"/>
                <a:cs typeface="Arial"/>
                <a:sym typeface="Arial"/>
              </a:endParaRPr>
            </a:p>
          </p:txBody>
        </p:sp>
        <p:sp>
          <p:nvSpPr>
            <p:cNvPr id="475" name="Google Shape;475;p21"/>
            <p:cNvSpPr/>
            <p:nvPr/>
          </p:nvSpPr>
          <p:spPr>
            <a:xfrm>
              <a:off x="4202838" y="557113"/>
              <a:ext cx="1890700" cy="72"/>
            </a:xfrm>
            <a:prstGeom prst="rect">
              <a:avLst/>
            </a:prstGeom>
            <a:solidFill>
              <a:srgbClr val="E8E8C9">
                <a:alpha val="90196"/>
              </a:srgbClr>
            </a:solidFill>
            <a:ln w="19050" cap="flat" cmpd="sng">
              <a:solidFill>
                <a:srgbClr val="E8E8C9">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21"/>
            <p:cNvSpPr/>
            <p:nvPr/>
          </p:nvSpPr>
          <p:spPr>
            <a:xfrm>
              <a:off x="6143957" y="486563"/>
              <a:ext cx="96635" cy="181507"/>
            </a:xfrm>
            <a:prstGeom prst="chevron">
              <a:avLst>
                <a:gd name="adj" fmla="val 90000"/>
              </a:avLst>
            </a:prstGeom>
            <a:solidFill>
              <a:srgbClr val="E2E6C8">
                <a:alpha val="90196"/>
              </a:srgbClr>
            </a:solidFill>
            <a:ln w="19050" cap="flat" cmpd="sng">
              <a:solidFill>
                <a:srgbClr val="E2E6C8">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21"/>
            <p:cNvSpPr/>
            <p:nvPr/>
          </p:nvSpPr>
          <p:spPr>
            <a:xfrm>
              <a:off x="4726802" y="135762"/>
              <a:ext cx="842773" cy="842773"/>
            </a:xfrm>
            <a:prstGeom prst="ellipse">
              <a:avLst/>
            </a:prstGeom>
            <a:solidFill>
              <a:srgbClr val="8CAF1D"/>
            </a:solidFill>
            <a:ln w="19050" cap="flat" cmpd="sng">
              <a:solidFill>
                <a:srgbClr val="8CAF1D"/>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21"/>
            <p:cNvSpPr txBox="1"/>
            <p:nvPr/>
          </p:nvSpPr>
          <p:spPr>
            <a:xfrm>
              <a:off x="4850223" y="259183"/>
              <a:ext cx="595931" cy="595931"/>
            </a:xfrm>
            <a:prstGeom prst="rect">
              <a:avLst/>
            </a:prstGeom>
            <a:noFill/>
            <a:ln>
              <a:noFill/>
            </a:ln>
          </p:spPr>
          <p:txBody>
            <a:bodyPr spcFirstLastPara="1" wrap="square" lIns="32700" tIns="32700" rIns="32700" bIns="327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479" name="Google Shape;479;p21"/>
            <p:cNvSpPr/>
            <p:nvPr/>
          </p:nvSpPr>
          <p:spPr>
            <a:xfrm>
              <a:off x="4202838" y="1144136"/>
              <a:ext cx="1890700" cy="3255525"/>
            </a:xfrm>
            <a:prstGeom prst="upArrowCallout">
              <a:avLst>
                <a:gd name="adj1" fmla="val 50000"/>
                <a:gd name="adj2" fmla="val 20000"/>
                <a:gd name="adj3" fmla="val 20000"/>
                <a:gd name="adj4" fmla="val 100000"/>
              </a:avLst>
            </a:prstGeom>
            <a:solidFill>
              <a:srgbClr val="DCE4C8">
                <a:alpha val="90196"/>
              </a:srgbClr>
            </a:solidFill>
            <a:ln w="19050" cap="flat" cmpd="sng">
              <a:solidFill>
                <a:srgbClr val="DCE4C8">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21"/>
            <p:cNvSpPr txBox="1"/>
            <p:nvPr/>
          </p:nvSpPr>
          <p:spPr>
            <a:xfrm>
              <a:off x="4202838" y="1522276"/>
              <a:ext cx="1890700" cy="2877385"/>
            </a:xfrm>
            <a:prstGeom prst="rect">
              <a:avLst/>
            </a:prstGeom>
            <a:noFill/>
            <a:ln>
              <a:noFill/>
            </a:ln>
          </p:spPr>
          <p:txBody>
            <a:bodyPr spcFirstLastPara="1" wrap="square" lIns="149125" tIns="165100" rIns="149125" bIns="16510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b="1" i="0" u="none" strike="noStrike" cap="none">
                  <a:solidFill>
                    <a:schemeClr val="dk1"/>
                  </a:solidFill>
                  <a:latin typeface="Arial"/>
                  <a:ea typeface="Arial"/>
                  <a:cs typeface="Arial"/>
                  <a:sym typeface="Arial"/>
                </a:rPr>
                <a:t>Step 3: Create a CTE to get customer + sales info</a:t>
              </a:r>
              <a:endParaRPr sz="1600" b="0" i="0" u="none" strike="noStrike" cap="none">
                <a:solidFill>
                  <a:schemeClr val="dk1"/>
                </a:solidFill>
                <a:latin typeface="Arial"/>
                <a:ea typeface="Arial"/>
                <a:cs typeface="Arial"/>
                <a:sym typeface="Arial"/>
              </a:endParaRPr>
            </a:p>
          </p:txBody>
        </p:sp>
        <p:sp>
          <p:nvSpPr>
            <p:cNvPr id="481" name="Google Shape;481;p21"/>
            <p:cNvSpPr/>
            <p:nvPr/>
          </p:nvSpPr>
          <p:spPr>
            <a:xfrm>
              <a:off x="6303617" y="557113"/>
              <a:ext cx="1890700" cy="72"/>
            </a:xfrm>
            <a:prstGeom prst="rect">
              <a:avLst/>
            </a:prstGeom>
            <a:solidFill>
              <a:srgbClr val="D7E0C9">
                <a:alpha val="90196"/>
              </a:srgbClr>
            </a:solidFill>
            <a:ln w="19050" cap="flat" cmpd="sng">
              <a:solidFill>
                <a:srgbClr val="D7E0C9">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21"/>
            <p:cNvSpPr/>
            <p:nvPr/>
          </p:nvSpPr>
          <p:spPr>
            <a:xfrm>
              <a:off x="8244736" y="486563"/>
              <a:ext cx="96635" cy="181507"/>
            </a:xfrm>
            <a:prstGeom prst="chevron">
              <a:avLst>
                <a:gd name="adj" fmla="val 90000"/>
              </a:avLst>
            </a:prstGeom>
            <a:solidFill>
              <a:srgbClr val="D3DEC9">
                <a:alpha val="90196"/>
              </a:srgbClr>
            </a:solidFill>
            <a:ln w="19050" cap="flat" cmpd="sng">
              <a:solidFill>
                <a:srgbClr val="D3DEC9">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21"/>
            <p:cNvSpPr/>
            <p:nvPr/>
          </p:nvSpPr>
          <p:spPr>
            <a:xfrm>
              <a:off x="6827580" y="135762"/>
              <a:ext cx="842773" cy="842773"/>
            </a:xfrm>
            <a:prstGeom prst="ellipse">
              <a:avLst/>
            </a:prstGeom>
            <a:solidFill>
              <a:srgbClr val="3E8B1B"/>
            </a:solidFill>
            <a:ln w="19050" cap="flat" cmpd="sng">
              <a:solidFill>
                <a:srgbClr val="3E8B1B"/>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21"/>
            <p:cNvSpPr txBox="1"/>
            <p:nvPr/>
          </p:nvSpPr>
          <p:spPr>
            <a:xfrm>
              <a:off x="6951001" y="259183"/>
              <a:ext cx="595931" cy="595931"/>
            </a:xfrm>
            <a:prstGeom prst="rect">
              <a:avLst/>
            </a:prstGeom>
            <a:noFill/>
            <a:ln>
              <a:noFill/>
            </a:ln>
          </p:spPr>
          <p:txBody>
            <a:bodyPr spcFirstLastPara="1" wrap="square" lIns="32700" tIns="32700" rIns="32700" bIns="327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4</a:t>
              </a:r>
              <a:endParaRPr sz="1400" b="0" i="0" u="none" strike="noStrike" cap="none">
                <a:solidFill>
                  <a:srgbClr val="000000"/>
                </a:solidFill>
                <a:latin typeface="Arial"/>
                <a:ea typeface="Arial"/>
                <a:cs typeface="Arial"/>
                <a:sym typeface="Arial"/>
              </a:endParaRPr>
            </a:p>
          </p:txBody>
        </p:sp>
        <p:sp>
          <p:nvSpPr>
            <p:cNvPr id="485" name="Google Shape;485;p21"/>
            <p:cNvSpPr/>
            <p:nvPr/>
          </p:nvSpPr>
          <p:spPr>
            <a:xfrm>
              <a:off x="6303617" y="1144136"/>
              <a:ext cx="1890700" cy="3255525"/>
            </a:xfrm>
            <a:prstGeom prst="upArrowCallout">
              <a:avLst>
                <a:gd name="adj1" fmla="val 50000"/>
                <a:gd name="adj2" fmla="val 20000"/>
                <a:gd name="adj3" fmla="val 20000"/>
                <a:gd name="adj4" fmla="val 100000"/>
              </a:avLst>
            </a:prstGeom>
            <a:solidFill>
              <a:srgbClr val="CEDBC8">
                <a:alpha val="90196"/>
              </a:srgbClr>
            </a:solidFill>
            <a:ln w="19050" cap="flat" cmpd="sng">
              <a:solidFill>
                <a:srgbClr val="CEDBC8">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21"/>
            <p:cNvSpPr txBox="1"/>
            <p:nvPr/>
          </p:nvSpPr>
          <p:spPr>
            <a:xfrm>
              <a:off x="6303617" y="1522276"/>
              <a:ext cx="1890700" cy="2877385"/>
            </a:xfrm>
            <a:prstGeom prst="rect">
              <a:avLst/>
            </a:prstGeom>
            <a:noFill/>
            <a:ln>
              <a:noFill/>
            </a:ln>
          </p:spPr>
          <p:txBody>
            <a:bodyPr spcFirstLastPara="1" wrap="square" lIns="149125" tIns="165100" rIns="149125" bIns="16510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b="1" i="0" u="none" strike="noStrike" cap="none">
                  <a:solidFill>
                    <a:schemeClr val="dk1"/>
                  </a:solidFill>
                  <a:latin typeface="Arial"/>
                  <a:ea typeface="Arial"/>
                  <a:cs typeface="Arial"/>
                  <a:sym typeface="Arial"/>
                </a:rPr>
                <a:t>Step 4: Aggregate daily sales</a:t>
              </a:r>
              <a:endParaRPr sz="1600" b="0" i="0" u="none" strike="noStrike" cap="none">
                <a:solidFill>
                  <a:schemeClr val="dk1"/>
                </a:solidFill>
                <a:latin typeface="Arial"/>
                <a:ea typeface="Arial"/>
                <a:cs typeface="Arial"/>
                <a:sym typeface="Arial"/>
              </a:endParaRPr>
            </a:p>
          </p:txBody>
        </p:sp>
        <p:sp>
          <p:nvSpPr>
            <p:cNvPr id="487" name="Google Shape;487;p21"/>
            <p:cNvSpPr/>
            <p:nvPr/>
          </p:nvSpPr>
          <p:spPr>
            <a:xfrm>
              <a:off x="8404395" y="557113"/>
              <a:ext cx="945350" cy="72"/>
            </a:xfrm>
            <a:prstGeom prst="rect">
              <a:avLst/>
            </a:prstGeom>
            <a:solidFill>
              <a:srgbClr val="CBD7CA">
                <a:alpha val="90196"/>
              </a:srgbClr>
            </a:solidFill>
            <a:ln w="19050" cap="flat" cmpd="sng">
              <a:solidFill>
                <a:srgbClr val="CBD7CA">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21"/>
            <p:cNvSpPr/>
            <p:nvPr/>
          </p:nvSpPr>
          <p:spPr>
            <a:xfrm>
              <a:off x="8928358" y="135762"/>
              <a:ext cx="842773" cy="842773"/>
            </a:xfrm>
            <a:prstGeom prst="ellipse">
              <a:avLst/>
            </a:prstGeom>
            <a:solidFill>
              <a:srgbClr val="186923"/>
            </a:solidFill>
            <a:ln w="19050" cap="flat" cmpd="sng">
              <a:solidFill>
                <a:srgbClr val="186923"/>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9" name="Google Shape;489;p21"/>
            <p:cNvSpPr txBox="1"/>
            <p:nvPr/>
          </p:nvSpPr>
          <p:spPr>
            <a:xfrm>
              <a:off x="9051779" y="259183"/>
              <a:ext cx="595931" cy="595931"/>
            </a:xfrm>
            <a:prstGeom prst="rect">
              <a:avLst/>
            </a:prstGeom>
            <a:noFill/>
            <a:ln>
              <a:noFill/>
            </a:ln>
          </p:spPr>
          <p:txBody>
            <a:bodyPr spcFirstLastPara="1" wrap="square" lIns="32700" tIns="32700" rIns="32700" bIns="32700" anchor="ctr" anchorCtr="0">
              <a:noAutofit/>
            </a:bodyPr>
            <a:lstStyle/>
            <a:p>
              <a:pPr marL="0" marR="0" lvl="0" indent="0" algn="ctr" rtl="0">
                <a:lnSpc>
                  <a:spcPct val="90000"/>
                </a:lnSpc>
                <a:spcBef>
                  <a:spcPts val="0"/>
                </a:spcBef>
                <a:spcAft>
                  <a:spcPts val="0"/>
                </a:spcAft>
                <a:buClr>
                  <a:schemeClr val="lt1"/>
                </a:buClr>
                <a:buSzPts val="1600"/>
                <a:buFont typeface="Arial"/>
                <a:buNone/>
              </a:pPr>
              <a:r>
                <a:rPr lang="en-US" sz="1600" b="0" i="0" u="none" strike="noStrike" cap="none">
                  <a:solidFill>
                    <a:schemeClr val="lt1"/>
                  </a:solidFill>
                  <a:latin typeface="Arial"/>
                  <a:ea typeface="Arial"/>
                  <a:cs typeface="Arial"/>
                  <a:sym typeface="Arial"/>
                </a:rPr>
                <a:t>5</a:t>
              </a:r>
              <a:endParaRPr sz="1400" b="0" i="0" u="none" strike="noStrike" cap="none">
                <a:solidFill>
                  <a:srgbClr val="000000"/>
                </a:solidFill>
                <a:latin typeface="Arial"/>
                <a:ea typeface="Arial"/>
                <a:cs typeface="Arial"/>
                <a:sym typeface="Arial"/>
              </a:endParaRPr>
            </a:p>
          </p:txBody>
        </p:sp>
        <p:sp>
          <p:nvSpPr>
            <p:cNvPr id="490" name="Google Shape;490;p21"/>
            <p:cNvSpPr/>
            <p:nvPr/>
          </p:nvSpPr>
          <p:spPr>
            <a:xfrm>
              <a:off x="8404395" y="1144136"/>
              <a:ext cx="1890700" cy="3255525"/>
            </a:xfrm>
            <a:prstGeom prst="upArrowCallout">
              <a:avLst>
                <a:gd name="adj1" fmla="val 50000"/>
                <a:gd name="adj2" fmla="val 20000"/>
                <a:gd name="adj3" fmla="val 20000"/>
                <a:gd name="adj4" fmla="val 100000"/>
              </a:avLst>
            </a:prstGeom>
            <a:solidFill>
              <a:srgbClr val="CAD2CA">
                <a:alpha val="90196"/>
              </a:srgbClr>
            </a:solidFill>
            <a:ln w="19050" cap="flat" cmpd="sng">
              <a:solidFill>
                <a:srgbClr val="CAD2CA">
                  <a:alpha val="90196"/>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1" name="Google Shape;491;p21"/>
            <p:cNvSpPr txBox="1"/>
            <p:nvPr/>
          </p:nvSpPr>
          <p:spPr>
            <a:xfrm>
              <a:off x="8404395" y="1522276"/>
              <a:ext cx="1890700" cy="2877385"/>
            </a:xfrm>
            <a:prstGeom prst="rect">
              <a:avLst/>
            </a:prstGeom>
            <a:noFill/>
            <a:ln>
              <a:noFill/>
            </a:ln>
          </p:spPr>
          <p:txBody>
            <a:bodyPr spcFirstLastPara="1" wrap="square" lIns="149125" tIns="165100" rIns="149125" bIns="165100" anchor="t" anchorCtr="0">
              <a:noAutofit/>
            </a:bodyPr>
            <a:lstStyle/>
            <a:p>
              <a:pPr marL="0" marR="0" lvl="0" indent="0" algn="l" rtl="0">
                <a:lnSpc>
                  <a:spcPct val="90000"/>
                </a:lnSpc>
                <a:spcBef>
                  <a:spcPts val="0"/>
                </a:spcBef>
                <a:spcAft>
                  <a:spcPts val="0"/>
                </a:spcAft>
                <a:buClr>
                  <a:schemeClr val="dk1"/>
                </a:buClr>
                <a:buSzPts val="1600"/>
                <a:buFont typeface="Arial"/>
                <a:buNone/>
              </a:pPr>
              <a:r>
                <a:rPr lang="en-US" sz="1600" b="1" i="0" u="none" strike="noStrike" cap="none">
                  <a:solidFill>
                    <a:schemeClr val="dk1"/>
                  </a:solidFill>
                  <a:latin typeface="Arial"/>
                  <a:ea typeface="Arial"/>
                  <a:cs typeface="Arial"/>
                  <a:sym typeface="Arial"/>
                </a:rPr>
                <a:t>Step 4: Analytics with LAG/LEAD for day-to-day comparison</a:t>
              </a:r>
              <a:endParaRPr sz="1600" b="0" i="0" u="none" strike="noStrike" cap="none">
                <a:solidFill>
                  <a:schemeClr val="dk1"/>
                </a:solidFill>
                <a:latin typeface="Arial"/>
                <a:ea typeface="Arial"/>
                <a:cs typeface="Arial"/>
                <a:sym typeface="Arial"/>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95"/>
        <p:cNvGrpSpPr/>
        <p:nvPr/>
      </p:nvGrpSpPr>
      <p:grpSpPr>
        <a:xfrm>
          <a:off x="0" y="0"/>
          <a:ext cx="0" cy="0"/>
          <a:chOff x="0" y="0"/>
          <a:chExt cx="0" cy="0"/>
        </a:xfrm>
      </p:grpSpPr>
      <p:sp>
        <p:nvSpPr>
          <p:cNvPr id="496" name="Google Shape;496;p2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7" name="Google Shape;497;p22"/>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8" name="Google Shape;498;p22"/>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9" name="Google Shape;499;p22"/>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0" name="Google Shape;500;p22"/>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1" name="Google Shape;501;p22"/>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2" name="Google Shape;502;p22"/>
          <p:cNvSpPr/>
          <p:nvPr/>
        </p:nvSpPr>
        <p:spPr>
          <a:xfrm rot="5400000" flipH="1">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3" name="Google Shape;503;p22"/>
          <p:cNvSpPr txBox="1">
            <a:spLocks noGrp="1"/>
          </p:cNvSpPr>
          <p:nvPr>
            <p:ph type="title"/>
          </p:nvPr>
        </p:nvSpPr>
        <p:spPr>
          <a:xfrm>
            <a:off x="466722" y="586855"/>
            <a:ext cx="3201366"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1400"/>
              <a:buFont typeface="Play"/>
              <a:buNone/>
            </a:pPr>
            <a:r>
              <a:rPr lang="en-US" sz="2500" b="1">
                <a:solidFill>
                  <a:srgbClr val="FFFFFF"/>
                </a:solidFill>
                <a:latin typeface="Play"/>
                <a:ea typeface="Play"/>
                <a:cs typeface="Play"/>
                <a:sym typeface="Play"/>
              </a:rPr>
              <a:t>Step 1. Create CTE and then analyze with LAG and LEAD to compare each customer's purchase with the previous and next purchases to analyze purchase trends over time</a:t>
            </a:r>
            <a:endParaRPr sz="2500">
              <a:solidFill>
                <a:srgbClr val="FFFFFF"/>
              </a:solidFill>
              <a:latin typeface="Play"/>
              <a:ea typeface="Play"/>
              <a:cs typeface="Play"/>
              <a:sym typeface="Play"/>
            </a:endParaRPr>
          </a:p>
        </p:txBody>
      </p:sp>
      <p:sp>
        <p:nvSpPr>
          <p:cNvPr id="504" name="Google Shape;504;p22"/>
          <p:cNvSpPr txBox="1"/>
          <p:nvPr/>
        </p:nvSpPr>
        <p:spPr>
          <a:xfrm>
            <a:off x="4810259" y="649480"/>
            <a:ext cx="6555347" cy="5546047"/>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WITH customer_cte AS</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  SELECT</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    customer_id, purchase, purchase_date</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  FROM customers</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SELECT</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      customer_id,</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      purchase,</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      purchase_date,</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      LAG(purchase) OVER (ORDER BY purchase_date) AS previous_purchase,</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      LEAD(purchase) OVER (ORDER BY purchase_date) AS next_purchase</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2000"/>
              <a:buFont typeface="Arial"/>
              <a:buNone/>
            </a:pPr>
            <a:r>
              <a:rPr lang="en-US" sz="2000" b="0" i="0" u="none" strike="noStrike" cap="none">
                <a:solidFill>
                  <a:schemeClr val="dk1"/>
                </a:solidFill>
                <a:latin typeface="Arial"/>
                <a:ea typeface="Arial"/>
                <a:cs typeface="Arial"/>
                <a:sym typeface="Arial"/>
              </a:rPr>
              <a:t>FROM customer_cte</a:t>
            </a:r>
            <a:endParaRPr sz="20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600"/>
              </a:spcAft>
              <a:buClr>
                <a:srgbClr val="000000"/>
              </a:buClr>
              <a:buSzPts val="2000"/>
              <a:buFont typeface="Arial"/>
              <a:buNone/>
            </a:pPr>
            <a:r>
              <a:rPr lang="en-US" sz="2000" b="0" i="0" u="none" strike="noStrike" cap="none">
                <a:solidFill>
                  <a:schemeClr val="dk1"/>
                </a:solidFill>
                <a:latin typeface="Arial"/>
                <a:ea typeface="Arial"/>
                <a:cs typeface="Arial"/>
                <a:sym typeface="Arial"/>
              </a:rPr>
              <a:t>ORDER BY purchase_date;</a:t>
            </a:r>
            <a:endParaRPr sz="2000" b="0" i="0" u="none" strike="noStrike" cap="none">
              <a:solidFill>
                <a:schemeClr val="dk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8"/>
        <p:cNvGrpSpPr/>
        <p:nvPr/>
      </p:nvGrpSpPr>
      <p:grpSpPr>
        <a:xfrm>
          <a:off x="0" y="0"/>
          <a:ext cx="0" cy="0"/>
          <a:chOff x="0" y="0"/>
          <a:chExt cx="0" cy="0"/>
        </a:xfrm>
      </p:grpSpPr>
      <p:sp>
        <p:nvSpPr>
          <p:cNvPr id="509" name="Google Shape;509;g3a74fdaa6f7_0_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0" name="Google Shape;510;g3a74fdaa6f7_0_0"/>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1" name="Google Shape;511;g3a74fdaa6f7_0_0"/>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2" name="Google Shape;512;g3a74fdaa6f7_0_0"/>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3" name="Google Shape;513;g3a74fdaa6f7_0_0"/>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4" name="Google Shape;514;g3a74fdaa6f7_0_0"/>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5" name="Google Shape;515;g3a74fdaa6f7_0_0"/>
          <p:cNvSpPr/>
          <p:nvPr/>
        </p:nvSpPr>
        <p:spPr>
          <a:xfrm rot="5400000" flipH="1">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16" name="Google Shape;516;g3a74fdaa6f7_0_0"/>
          <p:cNvSpPr txBox="1">
            <a:spLocks noGrp="1"/>
          </p:cNvSpPr>
          <p:nvPr>
            <p:ph type="title"/>
          </p:nvPr>
        </p:nvSpPr>
        <p:spPr>
          <a:xfrm>
            <a:off x="466722" y="586855"/>
            <a:ext cx="3201366" cy="3387497"/>
          </a:xfrm>
          <a:prstGeom prst="rect">
            <a:avLst/>
          </a:prstGeom>
          <a:noFill/>
          <a:ln>
            <a:noFill/>
          </a:ln>
        </p:spPr>
        <p:txBody>
          <a:bodyPr spcFirstLastPara="1" wrap="square" lIns="91425" tIns="45700" rIns="91425" bIns="45700" anchor="b" anchorCtr="0">
            <a:normAutofit/>
          </a:bodyPr>
          <a:lstStyle/>
          <a:p>
            <a:pPr marL="0" lvl="0" indent="0" algn="r" rtl="0">
              <a:lnSpc>
                <a:spcPct val="90000"/>
              </a:lnSpc>
              <a:spcBef>
                <a:spcPts val="0"/>
              </a:spcBef>
              <a:spcAft>
                <a:spcPts val="0"/>
              </a:spcAft>
              <a:buClr>
                <a:srgbClr val="FFFFFF"/>
              </a:buClr>
              <a:buSzPts val="1400"/>
              <a:buFont typeface="Play"/>
              <a:buNone/>
            </a:pPr>
            <a:r>
              <a:rPr lang="en-US" sz="4000" b="1">
                <a:solidFill>
                  <a:srgbClr val="FFFFFF"/>
                </a:solidFill>
                <a:latin typeface="Play"/>
                <a:ea typeface="Play"/>
                <a:cs typeface="Play"/>
                <a:sym typeface="Play"/>
              </a:rPr>
              <a:t>-- Step 3: Create a CTE to get customer + sales info</a:t>
            </a:r>
            <a:endParaRPr sz="4000">
              <a:solidFill>
                <a:srgbClr val="FFFFFF"/>
              </a:solidFill>
              <a:latin typeface="Play"/>
              <a:ea typeface="Play"/>
              <a:cs typeface="Play"/>
              <a:sym typeface="Play"/>
            </a:endParaRPr>
          </a:p>
        </p:txBody>
      </p:sp>
      <p:sp>
        <p:nvSpPr>
          <p:cNvPr id="517" name="Google Shape;517;g3a74fdaa6f7_0_0"/>
          <p:cNvSpPr txBox="1"/>
          <p:nvPr/>
        </p:nvSpPr>
        <p:spPr>
          <a:xfrm>
            <a:off x="4810259" y="649480"/>
            <a:ext cx="6555347" cy="5546047"/>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WITH customer_sales_cte AS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SELECT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c.customer_id,</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c.customer_name,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s.sales_date,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s.total_amount,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s.return_amount</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FROM customers c</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JOIN fact_sales 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60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ON c.customer_id = s.customer_id</a:t>
            </a:r>
            <a:endParaRPr sz="2400" b="0" i="0" u="none" strike="noStrike" cap="none">
              <a:solidFill>
                <a:schemeClr val="dk1"/>
              </a:solidFill>
              <a:latin typeface="Arial"/>
              <a:ea typeface="Arial"/>
              <a:cs typeface="Arial"/>
              <a:sym typeface="Arial"/>
            </a:endParaRPr>
          </a:p>
          <a:p>
            <a:pPr marL="0" marR="0" lvl="0" indent="0" algn="l" rtl="0">
              <a:lnSpc>
                <a:spcPct val="100000"/>
              </a:lnSpc>
              <a:spcBef>
                <a:spcPts val="600"/>
              </a:spcBef>
              <a:spcAft>
                <a:spcPts val="600"/>
              </a:spcAft>
              <a:buClr>
                <a:srgbClr val="000000"/>
              </a:buClr>
              <a:buSzPts val="2400"/>
              <a:buFont typeface="Arial"/>
              <a:buNone/>
            </a:pPr>
            <a:r>
              <a:rPr lang="en-US" sz="2400" b="0" i="0" u="none" strike="noStrike" cap="none">
                <a:solidFill>
                  <a:schemeClr val="dk1"/>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1"/>
        <p:cNvGrpSpPr/>
        <p:nvPr/>
      </p:nvGrpSpPr>
      <p:grpSpPr>
        <a:xfrm>
          <a:off x="0" y="0"/>
          <a:ext cx="0" cy="0"/>
          <a:chOff x="0" y="0"/>
          <a:chExt cx="0" cy="0"/>
        </a:xfrm>
      </p:grpSpPr>
      <p:sp>
        <p:nvSpPr>
          <p:cNvPr id="522" name="Google Shape;522;p23"/>
          <p:cNvSpPr/>
          <p:nvPr/>
        </p:nvSpPr>
        <p:spPr>
          <a:xfrm>
            <a:off x="0" y="-1"/>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23" name="Google Shape;523;p23"/>
          <p:cNvSpPr txBox="1"/>
          <p:nvPr/>
        </p:nvSpPr>
        <p:spPr>
          <a:xfrm>
            <a:off x="838200" y="3513931"/>
            <a:ext cx="3143250" cy="2601119"/>
          </a:xfrm>
          <a:prstGeom prst="rect">
            <a:avLst/>
          </a:prstGeom>
          <a:noFill/>
          <a:ln>
            <a:noFill/>
          </a:ln>
        </p:spPr>
        <p:txBody>
          <a:bodyPr spcFirstLastPara="1" wrap="square" lIns="91425" tIns="45700" rIns="91425" bIns="45700" anchor="t" anchorCtr="0">
            <a:normAutofit/>
          </a:bodyPr>
          <a:lstStyle/>
          <a:p>
            <a:pPr marL="0" marR="0" lvl="0" indent="0" algn="ctr" rtl="0">
              <a:lnSpc>
                <a:spcPct val="90000"/>
              </a:lnSpc>
              <a:spcBef>
                <a:spcPts val="0"/>
              </a:spcBef>
              <a:spcAft>
                <a:spcPts val="0"/>
              </a:spcAft>
              <a:buClr>
                <a:srgbClr val="000000"/>
              </a:buClr>
              <a:buSzPts val="3400"/>
              <a:buFont typeface="Arial"/>
              <a:buNone/>
            </a:pPr>
            <a:r>
              <a:rPr lang="en-US" sz="3400" b="1" i="0" u="none" strike="noStrike" cap="none">
                <a:solidFill>
                  <a:schemeClr val="dk1"/>
                </a:solidFill>
                <a:latin typeface="Play"/>
                <a:ea typeface="Play"/>
                <a:cs typeface="Play"/>
                <a:sym typeface="Play"/>
              </a:rPr>
              <a:t>-- Step 4: Create Aggregate daily sales Table</a:t>
            </a:r>
            <a:endParaRPr sz="3400" b="0" i="0" u="none" strike="noStrike" cap="none">
              <a:solidFill>
                <a:schemeClr val="dk1"/>
              </a:solidFill>
              <a:latin typeface="Play"/>
              <a:ea typeface="Play"/>
              <a:cs typeface="Play"/>
              <a:sym typeface="Play"/>
            </a:endParaRPr>
          </a:p>
          <a:p>
            <a:pPr marL="0" marR="0" lvl="0" indent="0" algn="ctr" rtl="0">
              <a:lnSpc>
                <a:spcPct val="90000"/>
              </a:lnSpc>
              <a:spcBef>
                <a:spcPts val="600"/>
              </a:spcBef>
              <a:spcAft>
                <a:spcPts val="600"/>
              </a:spcAft>
              <a:buClr>
                <a:srgbClr val="000000"/>
              </a:buClr>
              <a:buSzPts val="3400"/>
              <a:buFont typeface="Arial"/>
              <a:buNone/>
            </a:pPr>
            <a:endParaRPr sz="3400" b="0" i="0" u="none" strike="noStrike" cap="none">
              <a:solidFill>
                <a:schemeClr val="dk1"/>
              </a:solidFill>
              <a:latin typeface="Play"/>
              <a:ea typeface="Play"/>
              <a:cs typeface="Play"/>
              <a:sym typeface="Play"/>
            </a:endParaRPr>
          </a:p>
        </p:txBody>
      </p:sp>
      <p:sp>
        <p:nvSpPr>
          <p:cNvPr id="524" name="Google Shape;524;p23" descr="Workflow"/>
          <p:cNvSpPr/>
          <p:nvPr/>
        </p:nvSpPr>
        <p:spPr>
          <a:xfrm>
            <a:off x="1981200" y="2429670"/>
            <a:ext cx="914400" cy="914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5" name="Google Shape;525;p23"/>
          <p:cNvSpPr txBox="1">
            <a:spLocks noGrp="1"/>
          </p:cNvSpPr>
          <p:nvPr>
            <p:ph type="body" idx="4294967295"/>
          </p:nvPr>
        </p:nvSpPr>
        <p:spPr>
          <a:xfrm>
            <a:off x="3981450" y="314325"/>
            <a:ext cx="7662863" cy="6257925"/>
          </a:xfrm>
          <a:prstGeom prst="rect">
            <a:avLst/>
          </a:prstGeom>
          <a:noFill/>
          <a:ln>
            <a:noFill/>
          </a:ln>
        </p:spPr>
        <p:txBody>
          <a:bodyPr spcFirstLastPara="1" wrap="square" lIns="91425" tIns="45700" rIns="91425" bIns="45700" anchor="ctr" anchorCtr="0">
            <a:normAutofit fontScale="47500" lnSpcReduction="20000"/>
          </a:bodyPr>
          <a:lstStyle/>
          <a:p>
            <a:pPr marL="0" marR="6339840" lvl="0" indent="0" algn="l" rtl="0">
              <a:lnSpc>
                <a:spcPct val="120000"/>
              </a:lnSpc>
              <a:spcBef>
                <a:spcPts val="0"/>
              </a:spcBef>
              <a:spcAft>
                <a:spcPts val="0"/>
              </a:spcAft>
              <a:buClr>
                <a:schemeClr val="dk1"/>
              </a:buClr>
              <a:buSzPct val="100000"/>
              <a:buNone/>
            </a:pPr>
            <a:r>
              <a:rPr lang="en-US" sz="3300">
                <a:latin typeface="Arial"/>
                <a:ea typeface="Arial"/>
                <a:cs typeface="Arial"/>
                <a:sym typeface="Arial"/>
              </a:rPr>
              <a:t>WITH  daily_sales AS (</a:t>
            </a:r>
            <a:br>
              <a:rPr lang="en-US" sz="3300">
                <a:latin typeface="Arial"/>
                <a:ea typeface="Arial"/>
                <a:cs typeface="Arial"/>
                <a:sym typeface="Arial"/>
              </a:rPr>
            </a:br>
            <a:r>
              <a:rPr lang="en-US" sz="3300">
                <a:latin typeface="Arial"/>
                <a:ea typeface="Arial"/>
                <a:cs typeface="Arial"/>
                <a:sym typeface="Arial"/>
              </a:rPr>
              <a:t>SELECT</a:t>
            </a:r>
            <a:endParaRPr/>
          </a:p>
          <a:p>
            <a:pPr marL="0" marR="5579110"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sales_date, </a:t>
            </a:r>
            <a:endParaRPr/>
          </a:p>
          <a:p>
            <a:pPr marL="0" marR="5579110"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total_amount,</a:t>
            </a:r>
            <a:endParaRPr/>
          </a:p>
          <a:p>
            <a:pPr marL="0"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 previous day's sales</a:t>
            </a:r>
            <a:endParaRPr/>
          </a:p>
          <a:p>
            <a:pPr marL="0"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LAG(total_amount) OVER (ORDER BY sales_date) AS prev_day_sales,</a:t>
            </a:r>
            <a:endParaRPr/>
          </a:p>
          <a:p>
            <a:pPr marL="0"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 next day's sales</a:t>
            </a:r>
            <a:endParaRPr/>
          </a:p>
          <a:p>
            <a:pPr marL="0"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LEAD(total_amount) OVER (ORDER BY sales_date) AS next_day_sales,</a:t>
            </a:r>
            <a:endParaRPr/>
          </a:p>
          <a:p>
            <a:pPr marL="0"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 difference from previous day</a:t>
            </a:r>
            <a:endParaRPr/>
          </a:p>
          <a:p>
            <a:pPr marL="0" marR="179070"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total_amount - LAG(total_amount) OVER (ORDER BY sales_date) AS diff_from_prev,</a:t>
            </a:r>
            <a:endParaRPr/>
          </a:p>
          <a:p>
            <a:pPr marL="0"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 difference to next day</a:t>
            </a:r>
            <a:endParaRPr/>
          </a:p>
          <a:p>
            <a:pPr marL="0" marR="38735"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LEAD(total_amount) OVER (ORDER BY sales_date) - total_amount AS diff_to_next</a:t>
            </a:r>
            <a:endParaRPr sz="3300">
              <a:latin typeface="Arial"/>
              <a:ea typeface="Arial"/>
              <a:cs typeface="Arial"/>
              <a:sym typeface="Arial"/>
            </a:endParaRPr>
          </a:p>
          <a:p>
            <a:pPr marL="0" marR="4943475" lvl="0" indent="0" algn="l" rtl="0">
              <a:lnSpc>
                <a:spcPct val="120000"/>
              </a:lnSpc>
              <a:spcBef>
                <a:spcPts val="600"/>
              </a:spcBef>
              <a:spcAft>
                <a:spcPts val="0"/>
              </a:spcAft>
              <a:buClr>
                <a:schemeClr val="dk1"/>
              </a:buClr>
              <a:buSzPct val="100000"/>
              <a:buNone/>
            </a:pPr>
            <a:r>
              <a:rPr lang="en-US" sz="3300">
                <a:latin typeface="Arial"/>
                <a:ea typeface="Arial"/>
                <a:cs typeface="Arial"/>
                <a:sym typeface="Arial"/>
              </a:rPr>
              <a:t>FROM daily_sales ORDER BY sales_date</a:t>
            </a:r>
            <a:endParaRPr sz="3300">
              <a:latin typeface="Arial"/>
              <a:ea typeface="Arial"/>
              <a:cs typeface="Arial"/>
              <a:sym typeface="Arial"/>
            </a:endParaRPr>
          </a:p>
          <a:p>
            <a:pPr marL="0" marR="4943475" lvl="0" indent="0" algn="l" rtl="0">
              <a:lnSpc>
                <a:spcPct val="120000"/>
              </a:lnSpc>
              <a:spcBef>
                <a:spcPts val="600"/>
              </a:spcBef>
              <a:spcAft>
                <a:spcPts val="600"/>
              </a:spcAft>
              <a:buClr>
                <a:schemeClr val="dk1"/>
              </a:buClr>
              <a:buSzPct val="100000"/>
              <a:buNone/>
            </a:pPr>
            <a:r>
              <a:rPr lang="en-US" sz="3300">
                <a:latin typeface="Arial"/>
                <a:ea typeface="Arial"/>
                <a:cs typeface="Arial"/>
                <a:sym typeface="Arial"/>
              </a:rPr>
              <a:t>),</a:t>
            </a:r>
            <a:br>
              <a:rPr lang="en-US" sz="1400"/>
            </a:br>
            <a:endParaRPr sz="1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29"/>
        <p:cNvGrpSpPr/>
        <p:nvPr/>
      </p:nvGrpSpPr>
      <p:grpSpPr>
        <a:xfrm>
          <a:off x="0" y="0"/>
          <a:ext cx="0" cy="0"/>
          <a:chOff x="0" y="0"/>
          <a:chExt cx="0" cy="0"/>
        </a:xfrm>
      </p:grpSpPr>
      <p:sp>
        <p:nvSpPr>
          <p:cNvPr id="530" name="Google Shape;530;p24"/>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1" name="Google Shape;531;p2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2" name="Google Shape;532;p24"/>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3" name="Google Shape;533;p24"/>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4" name="Google Shape;534;p24"/>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5" name="Google Shape;535;p24"/>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6" name="Google Shape;536;p24"/>
          <p:cNvSpPr/>
          <p:nvPr/>
        </p:nvSpPr>
        <p:spPr>
          <a:xfrm rot="5400000" flipH="1">
            <a:off x="-1410093" y="1399943"/>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37" name="Google Shape;537;p24"/>
          <p:cNvSpPr txBox="1"/>
          <p:nvPr/>
        </p:nvSpPr>
        <p:spPr>
          <a:xfrm>
            <a:off x="4257675" y="385764"/>
            <a:ext cx="7107931" cy="5809764"/>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00000"/>
              </a:buClr>
              <a:buSzPts val="1600"/>
              <a:buFont typeface="Arial"/>
              <a:buNone/>
            </a:pPr>
            <a:endParaRPr sz="1600" b="1"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1" i="0" u="none" strike="noStrike" cap="none">
                <a:solidFill>
                  <a:schemeClr val="dk1"/>
                </a:solidFill>
                <a:latin typeface="Arial"/>
                <a:ea typeface="Arial"/>
                <a:cs typeface="Arial"/>
                <a:sym typeface="Arial"/>
              </a:rPr>
              <a:t>-- Step 4: Analytics with LAG/LEAD for day-to-day comparison</a:t>
            </a:r>
            <a:endParaRPr sz="16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SELECT</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sales_date,</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total_sales,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total_returns,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 previous day's sales/returns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LAG(total_sales) OVER (ORDER BY sales_date) AS prev_day_sales,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LAG(total_returns) OVER (ORDER BY sales_date) AS prev_day_returns,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 next day's sales/returns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LEAD(total_sales) OVER (ORDER BY sales_date) AS next_day_sales,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LEAD(total_returns) OVER (ORDER BY sales_date) AS next_day_returns,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 differences</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total_sales - LAG(total_sales) OVER (ORDER BY sales_date) AS diff_sales_prev_day,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total_returns - LAG(total_returns) OVER (ORDER BY sales_date) AS diff_returns_prev_day,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LEAD(total_sales) OVER (ORDER BY sales_date) - total_sales AS diff_sales_next_day,</a:t>
            </a:r>
            <a:endParaRPr sz="1400" b="0" i="0" u="none" strike="noStrike" cap="none">
              <a:solidFill>
                <a:srgbClr val="000000"/>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    LEAD(total_returns) OVER (ORDER BY sales_date) - total_returns AS diff_returns_next_day</a:t>
            </a:r>
            <a:endParaRPr sz="16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0"/>
              </a:spcAft>
              <a:buClr>
                <a:srgbClr val="000000"/>
              </a:buClr>
              <a:buSzPts val="1600"/>
              <a:buFont typeface="Arial"/>
              <a:buNone/>
            </a:pPr>
            <a:r>
              <a:rPr lang="en-US" sz="1600" b="0" i="0" u="none" strike="noStrike" cap="none">
                <a:solidFill>
                  <a:schemeClr val="dk1"/>
                </a:solidFill>
                <a:latin typeface="Arial"/>
                <a:ea typeface="Arial"/>
                <a:cs typeface="Arial"/>
                <a:sym typeface="Arial"/>
              </a:rPr>
              <a:t>FROM daily_sales</a:t>
            </a:r>
            <a:endParaRPr sz="1600" b="0" i="0" u="none" strike="noStrike" cap="none">
              <a:solidFill>
                <a:schemeClr val="dk1"/>
              </a:solidFill>
              <a:latin typeface="Arial"/>
              <a:ea typeface="Arial"/>
              <a:cs typeface="Arial"/>
              <a:sym typeface="Arial"/>
            </a:endParaRPr>
          </a:p>
          <a:p>
            <a:pPr marL="0" marR="0" lvl="0" indent="0" algn="l" rtl="0">
              <a:lnSpc>
                <a:spcPct val="90000"/>
              </a:lnSpc>
              <a:spcBef>
                <a:spcPts val="600"/>
              </a:spcBef>
              <a:spcAft>
                <a:spcPts val="600"/>
              </a:spcAft>
              <a:buClr>
                <a:srgbClr val="000000"/>
              </a:buClr>
              <a:buSzPts val="1600"/>
              <a:buFont typeface="Arial"/>
              <a:buNone/>
            </a:pPr>
            <a:r>
              <a:rPr lang="en-US" sz="1600" b="0" i="0" u="none" strike="noStrike" cap="none">
                <a:solidFill>
                  <a:schemeClr val="dk1"/>
                </a:solidFill>
                <a:latin typeface="Arial"/>
                <a:ea typeface="Arial"/>
                <a:cs typeface="Arial"/>
                <a:sym typeface="Arial"/>
              </a:rPr>
              <a:t>ORDER BY sales_date;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pic>
        <p:nvPicPr>
          <p:cNvPr id="542" name="Google Shape;542;p25"/>
          <p:cNvPicPr preferRelativeResize="0"/>
          <p:nvPr/>
        </p:nvPicPr>
        <p:blipFill rotWithShape="1">
          <a:blip r:embed="rId3">
            <a:alphaModFix/>
          </a:blip>
          <a:srcRect/>
          <a:stretch/>
        </p:blipFill>
        <p:spPr>
          <a:xfrm>
            <a:off x="0" y="0"/>
            <a:ext cx="12191998" cy="6857999"/>
          </a:xfrm>
          <a:prstGeom prst="rect">
            <a:avLst/>
          </a:prstGeom>
          <a:noFill/>
          <a:ln>
            <a:noFill/>
          </a:ln>
        </p:spPr>
      </p:pic>
      <p:sp>
        <p:nvSpPr>
          <p:cNvPr id="543" name="Google Shape;543;p25"/>
          <p:cNvSpPr txBox="1"/>
          <p:nvPr/>
        </p:nvSpPr>
        <p:spPr>
          <a:xfrm>
            <a:off x="189978" y="6394196"/>
            <a:ext cx="2518410" cy="208279"/>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200"/>
              <a:buFont typeface="Helvetica Neue"/>
              <a:buNone/>
            </a:pPr>
            <a:r>
              <a:rPr lang="en-US" sz="1200" b="0" i="0" u="none" strike="noStrike" cap="none">
                <a:solidFill>
                  <a:schemeClr val="dk1"/>
                </a:solidFill>
                <a:latin typeface="Helvetica Neue"/>
                <a:ea typeface="Helvetica Neue"/>
                <a:cs typeface="Helvetica Neue"/>
                <a:sym typeface="Helvetica Neue"/>
              </a:rPr>
              <a:t>Copyright @ Data Application Lab</a:t>
            </a:r>
            <a:endParaRPr sz="1200" b="0" i="0" u="none" strike="noStrike" cap="none">
              <a:solidFill>
                <a:schemeClr val="dk1"/>
              </a:solidFill>
              <a:latin typeface="Helvetica Neue"/>
              <a:ea typeface="Helvetica Neue"/>
              <a:cs typeface="Helvetica Neue"/>
              <a:sym typeface="Helvetica Neue"/>
            </a:endParaRPr>
          </a:p>
        </p:txBody>
      </p:sp>
      <p:sp>
        <p:nvSpPr>
          <p:cNvPr id="544" name="Google Shape;544;p25"/>
          <p:cNvSpPr txBox="1"/>
          <p:nvPr/>
        </p:nvSpPr>
        <p:spPr>
          <a:xfrm>
            <a:off x="3590883" y="2201796"/>
            <a:ext cx="1828800" cy="923925"/>
          </a:xfrm>
          <a:prstGeom prst="rect">
            <a:avLst/>
          </a:prstGeom>
          <a:solidFill>
            <a:srgbClr val="1172BE"/>
          </a:solidFill>
          <a:ln w="9525" cap="flat" cmpd="sng">
            <a:solidFill>
              <a:srgbClr val="000000"/>
            </a:solidFill>
            <a:prstDash val="solid"/>
            <a:round/>
            <a:headEnd type="none" w="sm" len="sm"/>
            <a:tailEnd type="none" w="sm" len="sm"/>
          </a:ln>
        </p:spPr>
        <p:txBody>
          <a:bodyPr spcFirstLastPara="1" wrap="square" lIns="0" tIns="33650" rIns="0" bIns="0" anchor="t" anchorCtr="0">
            <a:spAutoFit/>
          </a:bodyPr>
          <a:lstStyle/>
          <a:p>
            <a:pPr marL="91440" marR="180975" lvl="0" indent="0" algn="l" rtl="0">
              <a:lnSpc>
                <a:spcPct val="994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task: scrape_indeed_j obs</a:t>
            </a:r>
            <a:endParaRPr sz="1800" b="0" i="0" u="none" strike="noStrike" cap="none">
              <a:solidFill>
                <a:schemeClr val="dk1"/>
              </a:solidFill>
              <a:latin typeface="Arial"/>
              <a:ea typeface="Arial"/>
              <a:cs typeface="Arial"/>
              <a:sym typeface="Arial"/>
            </a:endParaRPr>
          </a:p>
        </p:txBody>
      </p:sp>
      <p:sp>
        <p:nvSpPr>
          <p:cNvPr id="545" name="Google Shape;545;p25"/>
          <p:cNvSpPr txBox="1"/>
          <p:nvPr/>
        </p:nvSpPr>
        <p:spPr>
          <a:xfrm>
            <a:off x="3718769" y="4921396"/>
            <a:ext cx="1828800" cy="923925"/>
          </a:xfrm>
          <a:prstGeom prst="rect">
            <a:avLst/>
          </a:prstGeom>
          <a:solidFill>
            <a:srgbClr val="1172BE"/>
          </a:solidFill>
          <a:ln w="9525" cap="flat" cmpd="sng">
            <a:solidFill>
              <a:srgbClr val="000000"/>
            </a:solidFill>
            <a:prstDash val="solid"/>
            <a:round/>
            <a:headEnd type="none" w="sm" len="sm"/>
            <a:tailEnd type="none" w="sm" len="sm"/>
          </a:ln>
        </p:spPr>
        <p:txBody>
          <a:bodyPr spcFirstLastPara="1" wrap="square" lIns="0" tIns="31100" rIns="0" bIns="0" anchor="t" anchorCtr="0">
            <a:spAutoFit/>
          </a:bodyPr>
          <a:lstStyle/>
          <a:p>
            <a:pPr marL="90805" marR="144145" lvl="0" indent="0" algn="l" rtl="0">
              <a:lnSpc>
                <a:spcPct val="100000"/>
              </a:lnSpc>
              <a:spcBef>
                <a:spcPts val="0"/>
              </a:spcBef>
              <a:spcAft>
                <a:spcPts val="0"/>
              </a:spcAft>
              <a:buClr>
                <a:schemeClr val="dk1"/>
              </a:buClr>
              <a:buSzPts val="1800"/>
              <a:buFont typeface="Arial"/>
              <a:buNone/>
            </a:pPr>
            <a:r>
              <a:rPr lang="en-US" sz="1800" b="1" i="0" u="none" strike="noStrike" cap="none">
                <a:solidFill>
                  <a:schemeClr val="dk1"/>
                </a:solidFill>
                <a:latin typeface="Arial"/>
                <a:ea typeface="Arial"/>
                <a:cs typeface="Arial"/>
                <a:sym typeface="Arial"/>
              </a:rPr>
              <a:t>task: email_indeed_jo bs</a:t>
            </a:r>
            <a:endParaRPr sz="1800" b="0" i="0" u="none" strike="noStrike" cap="none">
              <a:solidFill>
                <a:schemeClr val="dk1"/>
              </a:solidFill>
              <a:latin typeface="Arial"/>
              <a:ea typeface="Arial"/>
              <a:cs typeface="Arial"/>
              <a:sym typeface="Arial"/>
            </a:endParaRPr>
          </a:p>
        </p:txBody>
      </p:sp>
      <p:sp>
        <p:nvSpPr>
          <p:cNvPr id="546" name="Google Shape;546;p25"/>
          <p:cNvSpPr txBox="1"/>
          <p:nvPr/>
        </p:nvSpPr>
        <p:spPr>
          <a:xfrm>
            <a:off x="659169" y="3575871"/>
            <a:ext cx="1828800" cy="369570"/>
          </a:xfrm>
          <a:prstGeom prst="rect">
            <a:avLst/>
          </a:prstGeom>
          <a:solidFill>
            <a:srgbClr val="1172BE"/>
          </a:solidFill>
          <a:ln w="9525" cap="flat" cmpd="sng">
            <a:solidFill>
              <a:srgbClr val="000000"/>
            </a:solidFill>
            <a:prstDash val="solid"/>
            <a:round/>
            <a:headEnd type="none" w="sm" len="sm"/>
            <a:tailEnd type="none" w="sm" len="sm"/>
          </a:ln>
        </p:spPr>
        <p:txBody>
          <a:bodyPr spcFirstLastPara="1" wrap="square" lIns="0" tIns="33000" rIns="0" bIns="0" anchor="t" anchorCtr="0">
            <a:spAutoFit/>
          </a:bodyPr>
          <a:lstStyle/>
          <a:p>
            <a:pPr marL="9144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DAG: indeed</a:t>
            </a:r>
            <a:endParaRPr sz="1800" b="0" i="0" u="none" strike="noStrike" cap="none">
              <a:solidFill>
                <a:schemeClr val="dk1"/>
              </a:solidFill>
              <a:latin typeface="Arial"/>
              <a:ea typeface="Arial"/>
              <a:cs typeface="Arial"/>
              <a:sym typeface="Arial"/>
            </a:endParaRPr>
          </a:p>
        </p:txBody>
      </p:sp>
      <p:sp>
        <p:nvSpPr>
          <p:cNvPr id="547" name="Google Shape;547;p25"/>
          <p:cNvSpPr txBox="1"/>
          <p:nvPr/>
        </p:nvSpPr>
        <p:spPr>
          <a:xfrm>
            <a:off x="6490900" y="832914"/>
            <a:ext cx="1828800" cy="369570"/>
          </a:xfrm>
          <a:prstGeom prst="rect">
            <a:avLst/>
          </a:prstGeom>
          <a:solidFill>
            <a:srgbClr val="1172BE"/>
          </a:solidFill>
          <a:ln w="9525" cap="flat" cmpd="sng">
            <a:solidFill>
              <a:srgbClr val="000000"/>
            </a:solidFill>
            <a:prstDash val="solid"/>
            <a:round/>
            <a:headEnd type="none" w="sm" len="sm"/>
            <a:tailEnd type="none" w="sm" len="sm"/>
          </a:ln>
        </p:spPr>
        <p:txBody>
          <a:bodyPr spcFirstLastPara="1" wrap="square" lIns="0" tIns="32375" rIns="0" bIns="0" anchor="t" anchorCtr="0">
            <a:spAutoFit/>
          </a:bodyPr>
          <a:lstStyle/>
          <a:p>
            <a:pPr marL="90805"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scrape_jobs()</a:t>
            </a:r>
            <a:endParaRPr sz="1800" b="0" i="0" u="none" strike="noStrike" cap="none">
              <a:solidFill>
                <a:schemeClr val="dk1"/>
              </a:solidFill>
              <a:latin typeface="Arial"/>
              <a:ea typeface="Arial"/>
              <a:cs typeface="Arial"/>
              <a:sym typeface="Arial"/>
            </a:endParaRPr>
          </a:p>
        </p:txBody>
      </p:sp>
      <p:sp>
        <p:nvSpPr>
          <p:cNvPr id="548" name="Google Shape;548;p25"/>
          <p:cNvSpPr txBox="1"/>
          <p:nvPr/>
        </p:nvSpPr>
        <p:spPr>
          <a:xfrm>
            <a:off x="6510021" y="2478796"/>
            <a:ext cx="1828800" cy="369570"/>
          </a:xfrm>
          <a:prstGeom prst="rect">
            <a:avLst/>
          </a:prstGeom>
          <a:solidFill>
            <a:srgbClr val="1172BE"/>
          </a:solidFill>
          <a:ln w="9525" cap="flat" cmpd="sng">
            <a:solidFill>
              <a:srgbClr val="000000"/>
            </a:solidFill>
            <a:prstDash val="solid"/>
            <a:round/>
            <a:headEnd type="none" w="sm" len="sm"/>
            <a:tailEnd type="none" w="sm" len="sm"/>
          </a:ln>
        </p:spPr>
        <p:txBody>
          <a:bodyPr spcFirstLastPara="1" wrap="square" lIns="0" tIns="32375" rIns="0" bIns="0" anchor="t" anchorCtr="0">
            <a:spAutoFit/>
          </a:bodyPr>
          <a:lstStyle/>
          <a:p>
            <a:pPr marL="9144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add_jobs()</a:t>
            </a:r>
            <a:endParaRPr sz="1800" b="0" i="0" u="none" strike="noStrike" cap="none">
              <a:solidFill>
                <a:schemeClr val="dk1"/>
              </a:solidFill>
              <a:latin typeface="Arial"/>
              <a:ea typeface="Arial"/>
              <a:cs typeface="Arial"/>
              <a:sym typeface="Arial"/>
            </a:endParaRPr>
          </a:p>
        </p:txBody>
      </p:sp>
      <p:grpSp>
        <p:nvGrpSpPr>
          <p:cNvPr id="549" name="Google Shape;549;p25"/>
          <p:cNvGrpSpPr/>
          <p:nvPr/>
        </p:nvGrpSpPr>
        <p:grpSpPr>
          <a:xfrm>
            <a:off x="2485440" y="577580"/>
            <a:ext cx="8728223" cy="4805594"/>
            <a:chOff x="2485440" y="577580"/>
            <a:chExt cx="8728223" cy="4805594"/>
          </a:xfrm>
        </p:grpSpPr>
        <p:pic>
          <p:nvPicPr>
            <p:cNvPr id="550" name="Google Shape;550;p25"/>
            <p:cNvPicPr preferRelativeResize="0"/>
            <p:nvPr/>
          </p:nvPicPr>
          <p:blipFill rotWithShape="1">
            <a:blip r:embed="rId4">
              <a:alphaModFix/>
            </a:blip>
            <a:srcRect/>
            <a:stretch/>
          </p:blipFill>
          <p:spPr>
            <a:xfrm>
              <a:off x="9612388" y="577580"/>
              <a:ext cx="1601275" cy="841960"/>
            </a:xfrm>
            <a:prstGeom prst="rect">
              <a:avLst/>
            </a:prstGeom>
            <a:noFill/>
            <a:ln>
              <a:noFill/>
            </a:ln>
          </p:spPr>
        </p:pic>
        <p:pic>
          <p:nvPicPr>
            <p:cNvPr id="551" name="Google Shape;551;p25"/>
            <p:cNvPicPr preferRelativeResize="0"/>
            <p:nvPr/>
          </p:nvPicPr>
          <p:blipFill rotWithShape="1">
            <a:blip r:embed="rId5">
              <a:alphaModFix/>
            </a:blip>
            <a:srcRect/>
            <a:stretch/>
          </p:blipFill>
          <p:spPr>
            <a:xfrm>
              <a:off x="9854714" y="2464329"/>
              <a:ext cx="774267" cy="398265"/>
            </a:xfrm>
            <a:prstGeom prst="rect">
              <a:avLst/>
            </a:prstGeom>
            <a:noFill/>
            <a:ln>
              <a:noFill/>
            </a:ln>
          </p:spPr>
        </p:pic>
        <p:sp>
          <p:nvSpPr>
            <p:cNvPr id="552" name="Google Shape;552;p25"/>
            <p:cNvSpPr/>
            <p:nvPr/>
          </p:nvSpPr>
          <p:spPr>
            <a:xfrm>
              <a:off x="2485440" y="2625369"/>
              <a:ext cx="4024629" cy="2757805"/>
            </a:xfrm>
            <a:custGeom>
              <a:avLst/>
              <a:gdLst/>
              <a:ahLst/>
              <a:cxnLst/>
              <a:rect l="l" t="t" r="r" b="b"/>
              <a:pathLst>
                <a:path w="4024629" h="2757804" extrusionOk="0">
                  <a:moveTo>
                    <a:pt x="1233322" y="2757703"/>
                  </a:moveTo>
                  <a:lnTo>
                    <a:pt x="1224191" y="2709024"/>
                  </a:lnTo>
                  <a:lnTo>
                    <a:pt x="1217625" y="2673959"/>
                  </a:lnTo>
                  <a:lnTo>
                    <a:pt x="1189799" y="2695067"/>
                  </a:lnTo>
                  <a:lnTo>
                    <a:pt x="6718" y="1135468"/>
                  </a:lnTo>
                  <a:lnTo>
                    <a:pt x="1053655" y="94094"/>
                  </a:lnTo>
                  <a:lnTo>
                    <a:pt x="1078280" y="118846"/>
                  </a:lnTo>
                  <a:lnTo>
                    <a:pt x="1091133" y="80632"/>
                  </a:lnTo>
                  <a:lnTo>
                    <a:pt x="1105433" y="38100"/>
                  </a:lnTo>
                  <a:lnTo>
                    <a:pt x="1024547" y="64820"/>
                  </a:lnTo>
                  <a:lnTo>
                    <a:pt x="1049172" y="89585"/>
                  </a:lnTo>
                  <a:lnTo>
                    <a:pt x="279" y="1132928"/>
                  </a:lnTo>
                  <a:lnTo>
                    <a:pt x="2514" y="1135189"/>
                  </a:lnTo>
                  <a:lnTo>
                    <a:pt x="0" y="1137094"/>
                  </a:lnTo>
                  <a:lnTo>
                    <a:pt x="1184744" y="2698902"/>
                  </a:lnTo>
                  <a:lnTo>
                    <a:pt x="1156919" y="2720009"/>
                  </a:lnTo>
                  <a:lnTo>
                    <a:pt x="1233322" y="2757703"/>
                  </a:lnTo>
                  <a:close/>
                </a:path>
                <a:path w="4024629" h="2757804" extrusionOk="0">
                  <a:moveTo>
                    <a:pt x="4024579" y="38100"/>
                  </a:moveTo>
                  <a:lnTo>
                    <a:pt x="4018229" y="34925"/>
                  </a:lnTo>
                  <a:lnTo>
                    <a:pt x="3948379" y="0"/>
                  </a:lnTo>
                  <a:lnTo>
                    <a:pt x="3948379" y="34925"/>
                  </a:lnTo>
                  <a:lnTo>
                    <a:pt x="2934233" y="34925"/>
                  </a:lnTo>
                  <a:lnTo>
                    <a:pt x="2934233" y="41275"/>
                  </a:lnTo>
                  <a:lnTo>
                    <a:pt x="3948379" y="41275"/>
                  </a:lnTo>
                  <a:lnTo>
                    <a:pt x="3948379" y="76200"/>
                  </a:lnTo>
                  <a:lnTo>
                    <a:pt x="4018229" y="41275"/>
                  </a:lnTo>
                  <a:lnTo>
                    <a:pt x="4024579" y="38100"/>
                  </a:lnTo>
                  <a:close/>
                </a:path>
              </a:pathLst>
            </a:custGeom>
            <a:solidFill>
              <a:srgbClr val="1172B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553" name="Google Shape;553;p25"/>
          <p:cNvSpPr txBox="1"/>
          <p:nvPr/>
        </p:nvSpPr>
        <p:spPr>
          <a:xfrm>
            <a:off x="8707489" y="762000"/>
            <a:ext cx="396875" cy="1930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scrape</a:t>
            </a:r>
            <a:endParaRPr sz="1100" b="0" i="0" u="none" strike="noStrike" cap="none">
              <a:solidFill>
                <a:schemeClr val="dk1"/>
              </a:solidFill>
              <a:latin typeface="Arial"/>
              <a:ea typeface="Arial"/>
              <a:cs typeface="Arial"/>
              <a:sym typeface="Arial"/>
            </a:endParaRPr>
          </a:p>
        </p:txBody>
      </p:sp>
      <p:grpSp>
        <p:nvGrpSpPr>
          <p:cNvPr id="554" name="Google Shape;554;p25"/>
          <p:cNvGrpSpPr/>
          <p:nvPr/>
        </p:nvGrpSpPr>
        <p:grpSpPr>
          <a:xfrm>
            <a:off x="8319693" y="979487"/>
            <a:ext cx="2250867" cy="4700163"/>
            <a:chOff x="8319693" y="979487"/>
            <a:chExt cx="2250867" cy="4700163"/>
          </a:xfrm>
        </p:grpSpPr>
        <p:sp>
          <p:nvSpPr>
            <p:cNvPr id="555" name="Google Shape;555;p25"/>
            <p:cNvSpPr/>
            <p:nvPr/>
          </p:nvSpPr>
          <p:spPr>
            <a:xfrm>
              <a:off x="8319693" y="979487"/>
              <a:ext cx="1652905" cy="1722120"/>
            </a:xfrm>
            <a:custGeom>
              <a:avLst/>
              <a:gdLst/>
              <a:ahLst/>
              <a:cxnLst/>
              <a:rect l="l" t="t" r="r" b="b"/>
              <a:pathLst>
                <a:path w="1652904" h="1722120" extrusionOk="0">
                  <a:moveTo>
                    <a:pt x="1535010" y="1683981"/>
                  </a:moveTo>
                  <a:lnTo>
                    <a:pt x="1528660" y="1680806"/>
                  </a:lnTo>
                  <a:lnTo>
                    <a:pt x="1458810" y="1645881"/>
                  </a:lnTo>
                  <a:lnTo>
                    <a:pt x="1458810" y="1680806"/>
                  </a:lnTo>
                  <a:lnTo>
                    <a:pt x="19126" y="1680806"/>
                  </a:lnTo>
                  <a:lnTo>
                    <a:pt x="19126" y="1687156"/>
                  </a:lnTo>
                  <a:lnTo>
                    <a:pt x="1458810" y="1687156"/>
                  </a:lnTo>
                  <a:lnTo>
                    <a:pt x="1458810" y="1722081"/>
                  </a:lnTo>
                  <a:lnTo>
                    <a:pt x="1528660" y="1687156"/>
                  </a:lnTo>
                  <a:lnTo>
                    <a:pt x="1535010" y="1683981"/>
                  </a:lnTo>
                  <a:close/>
                </a:path>
                <a:path w="1652904" h="1722120" extrusionOk="0">
                  <a:moveTo>
                    <a:pt x="1652612" y="34925"/>
                  </a:moveTo>
                  <a:lnTo>
                    <a:pt x="76200" y="34925"/>
                  </a:lnTo>
                  <a:lnTo>
                    <a:pt x="76200" y="0"/>
                  </a:lnTo>
                  <a:lnTo>
                    <a:pt x="0" y="38100"/>
                  </a:lnTo>
                  <a:lnTo>
                    <a:pt x="76200" y="76200"/>
                  </a:lnTo>
                  <a:lnTo>
                    <a:pt x="76200" y="41275"/>
                  </a:lnTo>
                  <a:lnTo>
                    <a:pt x="1652612" y="41275"/>
                  </a:lnTo>
                  <a:lnTo>
                    <a:pt x="1652612" y="34925"/>
                  </a:lnTo>
                  <a:close/>
                </a:path>
              </a:pathLst>
            </a:custGeom>
            <a:solidFill>
              <a:srgbClr val="1172B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556" name="Google Shape;556;p25"/>
            <p:cNvPicPr preferRelativeResize="0"/>
            <p:nvPr/>
          </p:nvPicPr>
          <p:blipFill rotWithShape="1">
            <a:blip r:embed="rId6">
              <a:alphaModFix/>
            </a:blip>
            <a:srcRect/>
            <a:stretch/>
          </p:blipFill>
          <p:spPr>
            <a:xfrm>
              <a:off x="9795526" y="5093869"/>
              <a:ext cx="775034" cy="585781"/>
            </a:xfrm>
            <a:prstGeom prst="rect">
              <a:avLst/>
            </a:prstGeom>
            <a:noFill/>
            <a:ln>
              <a:noFill/>
            </a:ln>
          </p:spPr>
        </p:pic>
      </p:grpSp>
      <p:sp>
        <p:nvSpPr>
          <p:cNvPr id="557" name="Google Shape;557;p25"/>
          <p:cNvSpPr txBox="1"/>
          <p:nvPr/>
        </p:nvSpPr>
        <p:spPr>
          <a:xfrm>
            <a:off x="6387212" y="5202095"/>
            <a:ext cx="1828800" cy="369570"/>
          </a:xfrm>
          <a:prstGeom prst="rect">
            <a:avLst/>
          </a:prstGeom>
          <a:solidFill>
            <a:srgbClr val="1172BE"/>
          </a:solidFill>
          <a:ln w="9525" cap="flat" cmpd="sng">
            <a:solidFill>
              <a:srgbClr val="000000"/>
            </a:solidFill>
            <a:prstDash val="solid"/>
            <a:round/>
            <a:headEnd type="none" w="sm" len="sm"/>
            <a:tailEnd type="none" w="sm" len="sm"/>
          </a:ln>
        </p:spPr>
        <p:txBody>
          <a:bodyPr spcFirstLastPara="1" wrap="square" lIns="0" tIns="34275" rIns="0" bIns="0" anchor="t" anchorCtr="0">
            <a:spAutoFit/>
          </a:bodyPr>
          <a:lstStyle/>
          <a:p>
            <a:pPr marL="91440"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email()</a:t>
            </a:r>
            <a:endParaRPr sz="1800" b="0" i="0" u="none" strike="noStrike" cap="none">
              <a:solidFill>
                <a:schemeClr val="dk1"/>
              </a:solidFill>
              <a:latin typeface="Arial"/>
              <a:ea typeface="Arial"/>
              <a:cs typeface="Arial"/>
              <a:sym typeface="Arial"/>
            </a:endParaRPr>
          </a:p>
        </p:txBody>
      </p:sp>
      <p:grpSp>
        <p:nvGrpSpPr>
          <p:cNvPr id="558" name="Google Shape;558;p25"/>
          <p:cNvGrpSpPr/>
          <p:nvPr/>
        </p:nvGrpSpPr>
        <p:grpSpPr>
          <a:xfrm>
            <a:off x="4442981" y="231427"/>
            <a:ext cx="5801360" cy="5193568"/>
            <a:chOff x="4442981" y="231427"/>
            <a:chExt cx="5801360" cy="5193568"/>
          </a:xfrm>
        </p:grpSpPr>
        <p:sp>
          <p:nvSpPr>
            <p:cNvPr id="559" name="Google Shape;559;p25"/>
            <p:cNvSpPr/>
            <p:nvPr/>
          </p:nvSpPr>
          <p:spPr>
            <a:xfrm>
              <a:off x="4442981" y="1202245"/>
              <a:ext cx="5801360" cy="4222750"/>
            </a:xfrm>
            <a:custGeom>
              <a:avLst/>
              <a:gdLst/>
              <a:ahLst/>
              <a:cxnLst/>
              <a:rect l="l" t="t" r="r" b="b"/>
              <a:pathLst>
                <a:path w="5801359" h="4222750" extrusionOk="0">
                  <a:moveTo>
                    <a:pt x="41706" y="3611867"/>
                  </a:moveTo>
                  <a:lnTo>
                    <a:pt x="35356" y="3611867"/>
                  </a:lnTo>
                  <a:lnTo>
                    <a:pt x="35001" y="3637267"/>
                  </a:lnTo>
                  <a:lnTo>
                    <a:pt x="41351" y="3637267"/>
                  </a:lnTo>
                  <a:lnTo>
                    <a:pt x="41706" y="3611867"/>
                  </a:lnTo>
                  <a:close/>
                </a:path>
                <a:path w="5801359" h="4222750" extrusionOk="0">
                  <a:moveTo>
                    <a:pt x="42329" y="3567417"/>
                  </a:moveTo>
                  <a:lnTo>
                    <a:pt x="35979" y="3567417"/>
                  </a:lnTo>
                  <a:lnTo>
                    <a:pt x="35623" y="3592817"/>
                  </a:lnTo>
                  <a:lnTo>
                    <a:pt x="41973" y="3592817"/>
                  </a:lnTo>
                  <a:lnTo>
                    <a:pt x="42329" y="3567417"/>
                  </a:lnTo>
                  <a:close/>
                </a:path>
                <a:path w="5801359" h="4222750" extrusionOk="0">
                  <a:moveTo>
                    <a:pt x="42964" y="3522967"/>
                  </a:moveTo>
                  <a:lnTo>
                    <a:pt x="36601" y="3522967"/>
                  </a:lnTo>
                  <a:lnTo>
                    <a:pt x="36245" y="3548367"/>
                  </a:lnTo>
                  <a:lnTo>
                    <a:pt x="42595" y="3548367"/>
                  </a:lnTo>
                  <a:lnTo>
                    <a:pt x="42964" y="3522967"/>
                  </a:lnTo>
                  <a:close/>
                </a:path>
                <a:path w="5801359" h="4222750" extrusionOk="0">
                  <a:moveTo>
                    <a:pt x="43586" y="3478530"/>
                  </a:moveTo>
                  <a:lnTo>
                    <a:pt x="37236" y="3478530"/>
                  </a:lnTo>
                  <a:lnTo>
                    <a:pt x="36880" y="3503930"/>
                  </a:lnTo>
                  <a:lnTo>
                    <a:pt x="43230" y="3503930"/>
                  </a:lnTo>
                  <a:lnTo>
                    <a:pt x="43586" y="3478530"/>
                  </a:lnTo>
                  <a:close/>
                </a:path>
                <a:path w="5801359" h="4222750" extrusionOk="0">
                  <a:moveTo>
                    <a:pt x="44208" y="3434080"/>
                  </a:moveTo>
                  <a:lnTo>
                    <a:pt x="37858" y="3434080"/>
                  </a:lnTo>
                  <a:lnTo>
                    <a:pt x="37503" y="3459480"/>
                  </a:lnTo>
                  <a:lnTo>
                    <a:pt x="43853" y="3459480"/>
                  </a:lnTo>
                  <a:lnTo>
                    <a:pt x="44208" y="3434080"/>
                  </a:lnTo>
                  <a:close/>
                </a:path>
                <a:path w="5801359" h="4222750" extrusionOk="0">
                  <a:moveTo>
                    <a:pt x="44831" y="3389642"/>
                  </a:moveTo>
                  <a:lnTo>
                    <a:pt x="38481" y="3389642"/>
                  </a:lnTo>
                  <a:lnTo>
                    <a:pt x="38125" y="3415030"/>
                  </a:lnTo>
                  <a:lnTo>
                    <a:pt x="44475" y="3415030"/>
                  </a:lnTo>
                  <a:lnTo>
                    <a:pt x="44831" y="3389642"/>
                  </a:lnTo>
                  <a:close/>
                </a:path>
                <a:path w="5801359" h="4222750" extrusionOk="0">
                  <a:moveTo>
                    <a:pt x="45453" y="3345192"/>
                  </a:moveTo>
                  <a:lnTo>
                    <a:pt x="39103" y="3345192"/>
                  </a:lnTo>
                  <a:lnTo>
                    <a:pt x="38747" y="3370592"/>
                  </a:lnTo>
                  <a:lnTo>
                    <a:pt x="45097" y="3370592"/>
                  </a:lnTo>
                  <a:lnTo>
                    <a:pt x="45453" y="3345192"/>
                  </a:lnTo>
                  <a:close/>
                </a:path>
                <a:path w="5801359" h="4222750" extrusionOk="0">
                  <a:moveTo>
                    <a:pt x="46088" y="3300742"/>
                  </a:moveTo>
                  <a:lnTo>
                    <a:pt x="39738" y="3300742"/>
                  </a:lnTo>
                  <a:lnTo>
                    <a:pt x="39382" y="3326142"/>
                  </a:lnTo>
                  <a:lnTo>
                    <a:pt x="45732" y="3326142"/>
                  </a:lnTo>
                  <a:lnTo>
                    <a:pt x="46088" y="3300742"/>
                  </a:lnTo>
                  <a:close/>
                </a:path>
                <a:path w="5801359" h="4222750" extrusionOk="0">
                  <a:moveTo>
                    <a:pt x="46710" y="3256305"/>
                  </a:moveTo>
                  <a:lnTo>
                    <a:pt x="40360" y="3256305"/>
                  </a:lnTo>
                  <a:lnTo>
                    <a:pt x="40005" y="3281692"/>
                  </a:lnTo>
                  <a:lnTo>
                    <a:pt x="46355" y="3281692"/>
                  </a:lnTo>
                  <a:lnTo>
                    <a:pt x="46710" y="3256305"/>
                  </a:lnTo>
                  <a:close/>
                </a:path>
                <a:path w="5801359" h="4222750" extrusionOk="0">
                  <a:moveTo>
                    <a:pt x="47332" y="3211855"/>
                  </a:moveTo>
                  <a:lnTo>
                    <a:pt x="40982" y="3211855"/>
                  </a:lnTo>
                  <a:lnTo>
                    <a:pt x="40627" y="3237255"/>
                  </a:lnTo>
                  <a:lnTo>
                    <a:pt x="46977" y="3237255"/>
                  </a:lnTo>
                  <a:lnTo>
                    <a:pt x="47332" y="3211855"/>
                  </a:lnTo>
                  <a:close/>
                </a:path>
                <a:path w="5801359" h="4222750" extrusionOk="0">
                  <a:moveTo>
                    <a:pt x="47955" y="3167405"/>
                  </a:moveTo>
                  <a:lnTo>
                    <a:pt x="41605" y="3167405"/>
                  </a:lnTo>
                  <a:lnTo>
                    <a:pt x="41249" y="3192805"/>
                  </a:lnTo>
                  <a:lnTo>
                    <a:pt x="47599" y="3192805"/>
                  </a:lnTo>
                  <a:lnTo>
                    <a:pt x="47955" y="3167405"/>
                  </a:lnTo>
                  <a:close/>
                </a:path>
                <a:path w="5801359" h="4222750" extrusionOk="0">
                  <a:moveTo>
                    <a:pt x="48590" y="3122968"/>
                  </a:moveTo>
                  <a:lnTo>
                    <a:pt x="42240" y="3122968"/>
                  </a:lnTo>
                  <a:lnTo>
                    <a:pt x="41884" y="3148355"/>
                  </a:lnTo>
                  <a:lnTo>
                    <a:pt x="48234" y="3148355"/>
                  </a:lnTo>
                  <a:lnTo>
                    <a:pt x="48590" y="3122968"/>
                  </a:lnTo>
                  <a:close/>
                </a:path>
                <a:path w="5801359" h="4222750" extrusionOk="0">
                  <a:moveTo>
                    <a:pt x="49212" y="3078518"/>
                  </a:moveTo>
                  <a:lnTo>
                    <a:pt x="42862" y="3078518"/>
                  </a:lnTo>
                  <a:lnTo>
                    <a:pt x="42506" y="3103918"/>
                  </a:lnTo>
                  <a:lnTo>
                    <a:pt x="48856" y="3103918"/>
                  </a:lnTo>
                  <a:lnTo>
                    <a:pt x="49212" y="3078518"/>
                  </a:lnTo>
                  <a:close/>
                </a:path>
                <a:path w="5801359" h="4222750" extrusionOk="0">
                  <a:moveTo>
                    <a:pt x="49834" y="3034068"/>
                  </a:moveTo>
                  <a:lnTo>
                    <a:pt x="43484" y="3034068"/>
                  </a:lnTo>
                  <a:lnTo>
                    <a:pt x="43129" y="3059468"/>
                  </a:lnTo>
                  <a:lnTo>
                    <a:pt x="49479" y="3059468"/>
                  </a:lnTo>
                  <a:lnTo>
                    <a:pt x="49834" y="3034068"/>
                  </a:lnTo>
                  <a:close/>
                </a:path>
                <a:path w="5801359" h="4222750" extrusionOk="0">
                  <a:moveTo>
                    <a:pt x="50457" y="2989630"/>
                  </a:moveTo>
                  <a:lnTo>
                    <a:pt x="44107" y="2989630"/>
                  </a:lnTo>
                  <a:lnTo>
                    <a:pt x="43751" y="3015018"/>
                  </a:lnTo>
                  <a:lnTo>
                    <a:pt x="50101" y="3015018"/>
                  </a:lnTo>
                  <a:lnTo>
                    <a:pt x="50457" y="2989630"/>
                  </a:lnTo>
                  <a:close/>
                </a:path>
                <a:path w="5801359" h="4222750" extrusionOk="0">
                  <a:moveTo>
                    <a:pt x="51092" y="2945180"/>
                  </a:moveTo>
                  <a:lnTo>
                    <a:pt x="44742" y="2945180"/>
                  </a:lnTo>
                  <a:lnTo>
                    <a:pt x="44373" y="2970580"/>
                  </a:lnTo>
                  <a:lnTo>
                    <a:pt x="50736" y="2970580"/>
                  </a:lnTo>
                  <a:lnTo>
                    <a:pt x="51092" y="2945180"/>
                  </a:lnTo>
                  <a:close/>
                </a:path>
                <a:path w="5801359" h="4222750" extrusionOk="0">
                  <a:moveTo>
                    <a:pt x="51714" y="2900730"/>
                  </a:moveTo>
                  <a:lnTo>
                    <a:pt x="45364" y="2900730"/>
                  </a:lnTo>
                  <a:lnTo>
                    <a:pt x="45008" y="2926130"/>
                  </a:lnTo>
                  <a:lnTo>
                    <a:pt x="51358" y="2926130"/>
                  </a:lnTo>
                  <a:lnTo>
                    <a:pt x="51714" y="2900730"/>
                  </a:lnTo>
                  <a:close/>
                </a:path>
                <a:path w="5801359" h="4222750" extrusionOk="0">
                  <a:moveTo>
                    <a:pt x="52336" y="2856293"/>
                  </a:moveTo>
                  <a:lnTo>
                    <a:pt x="45986" y="2856293"/>
                  </a:lnTo>
                  <a:lnTo>
                    <a:pt x="45631" y="2881680"/>
                  </a:lnTo>
                  <a:lnTo>
                    <a:pt x="51981" y="2881680"/>
                  </a:lnTo>
                  <a:lnTo>
                    <a:pt x="52336" y="2856293"/>
                  </a:lnTo>
                  <a:close/>
                </a:path>
                <a:path w="5801359" h="4222750" extrusionOk="0">
                  <a:moveTo>
                    <a:pt x="52959" y="2811843"/>
                  </a:moveTo>
                  <a:lnTo>
                    <a:pt x="46609" y="2811843"/>
                  </a:lnTo>
                  <a:lnTo>
                    <a:pt x="46253" y="2837243"/>
                  </a:lnTo>
                  <a:lnTo>
                    <a:pt x="52603" y="2837243"/>
                  </a:lnTo>
                  <a:lnTo>
                    <a:pt x="52959" y="2811843"/>
                  </a:lnTo>
                  <a:close/>
                </a:path>
                <a:path w="5801359" h="4222750" extrusionOk="0">
                  <a:moveTo>
                    <a:pt x="53594" y="2767393"/>
                  </a:moveTo>
                  <a:lnTo>
                    <a:pt x="47244" y="2767393"/>
                  </a:lnTo>
                  <a:lnTo>
                    <a:pt x="46875" y="2792793"/>
                  </a:lnTo>
                  <a:lnTo>
                    <a:pt x="53225" y="2792793"/>
                  </a:lnTo>
                  <a:lnTo>
                    <a:pt x="53594" y="2767393"/>
                  </a:lnTo>
                  <a:close/>
                </a:path>
                <a:path w="5801359" h="4222750" extrusionOk="0">
                  <a:moveTo>
                    <a:pt x="54216" y="2722956"/>
                  </a:moveTo>
                  <a:lnTo>
                    <a:pt x="47866" y="2722956"/>
                  </a:lnTo>
                  <a:lnTo>
                    <a:pt x="47510" y="2748356"/>
                  </a:lnTo>
                  <a:lnTo>
                    <a:pt x="53860" y="2748356"/>
                  </a:lnTo>
                  <a:lnTo>
                    <a:pt x="54216" y="2722956"/>
                  </a:lnTo>
                  <a:close/>
                </a:path>
                <a:path w="5801359" h="4222750" extrusionOk="0">
                  <a:moveTo>
                    <a:pt x="54838" y="2678506"/>
                  </a:moveTo>
                  <a:lnTo>
                    <a:pt x="48488" y="2678506"/>
                  </a:lnTo>
                  <a:lnTo>
                    <a:pt x="48133" y="2703906"/>
                  </a:lnTo>
                  <a:lnTo>
                    <a:pt x="54483" y="2703906"/>
                  </a:lnTo>
                  <a:lnTo>
                    <a:pt x="54838" y="2678506"/>
                  </a:lnTo>
                  <a:close/>
                </a:path>
                <a:path w="5801359" h="4222750" extrusionOk="0">
                  <a:moveTo>
                    <a:pt x="55460" y="2634056"/>
                  </a:moveTo>
                  <a:lnTo>
                    <a:pt x="49110" y="2634056"/>
                  </a:lnTo>
                  <a:lnTo>
                    <a:pt x="48755" y="2659456"/>
                  </a:lnTo>
                  <a:lnTo>
                    <a:pt x="55105" y="2659456"/>
                  </a:lnTo>
                  <a:lnTo>
                    <a:pt x="55460" y="2634056"/>
                  </a:lnTo>
                  <a:close/>
                </a:path>
                <a:path w="5801359" h="4222750" extrusionOk="0">
                  <a:moveTo>
                    <a:pt x="56095" y="2589619"/>
                  </a:moveTo>
                  <a:lnTo>
                    <a:pt x="49745" y="2589619"/>
                  </a:lnTo>
                  <a:lnTo>
                    <a:pt x="49377" y="2615019"/>
                  </a:lnTo>
                  <a:lnTo>
                    <a:pt x="55727" y="2615019"/>
                  </a:lnTo>
                  <a:lnTo>
                    <a:pt x="56095" y="2589619"/>
                  </a:lnTo>
                  <a:close/>
                </a:path>
                <a:path w="5801359" h="4222750" extrusionOk="0">
                  <a:moveTo>
                    <a:pt x="56718" y="2545169"/>
                  </a:moveTo>
                  <a:lnTo>
                    <a:pt x="50368" y="2545169"/>
                  </a:lnTo>
                  <a:lnTo>
                    <a:pt x="50012" y="2570569"/>
                  </a:lnTo>
                  <a:lnTo>
                    <a:pt x="56362" y="2570569"/>
                  </a:lnTo>
                  <a:lnTo>
                    <a:pt x="56718" y="2545169"/>
                  </a:lnTo>
                  <a:close/>
                </a:path>
                <a:path w="5801359" h="4222750" extrusionOk="0">
                  <a:moveTo>
                    <a:pt x="57340" y="2500719"/>
                  </a:moveTo>
                  <a:lnTo>
                    <a:pt x="50990" y="2500719"/>
                  </a:lnTo>
                  <a:lnTo>
                    <a:pt x="50634" y="2526119"/>
                  </a:lnTo>
                  <a:lnTo>
                    <a:pt x="56984" y="2526119"/>
                  </a:lnTo>
                  <a:lnTo>
                    <a:pt x="57340" y="2500719"/>
                  </a:lnTo>
                  <a:close/>
                </a:path>
                <a:path w="5801359" h="4222750" extrusionOk="0">
                  <a:moveTo>
                    <a:pt x="57962" y="2456281"/>
                  </a:moveTo>
                  <a:lnTo>
                    <a:pt x="51612" y="2456281"/>
                  </a:lnTo>
                  <a:lnTo>
                    <a:pt x="51257" y="2481681"/>
                  </a:lnTo>
                  <a:lnTo>
                    <a:pt x="57607" y="2481681"/>
                  </a:lnTo>
                  <a:lnTo>
                    <a:pt x="57962" y="2456281"/>
                  </a:lnTo>
                  <a:close/>
                </a:path>
                <a:path w="5801359" h="4222750" extrusionOk="0">
                  <a:moveTo>
                    <a:pt x="58597" y="2411831"/>
                  </a:moveTo>
                  <a:lnTo>
                    <a:pt x="52235" y="2411831"/>
                  </a:lnTo>
                  <a:lnTo>
                    <a:pt x="51879" y="2437231"/>
                  </a:lnTo>
                  <a:lnTo>
                    <a:pt x="58229" y="2437231"/>
                  </a:lnTo>
                  <a:lnTo>
                    <a:pt x="58597" y="2411831"/>
                  </a:lnTo>
                  <a:close/>
                </a:path>
                <a:path w="5801359" h="4222750" extrusionOk="0">
                  <a:moveTo>
                    <a:pt x="59220" y="2367381"/>
                  </a:moveTo>
                  <a:lnTo>
                    <a:pt x="52870" y="2367381"/>
                  </a:lnTo>
                  <a:lnTo>
                    <a:pt x="52514" y="2392781"/>
                  </a:lnTo>
                  <a:lnTo>
                    <a:pt x="58864" y="2392781"/>
                  </a:lnTo>
                  <a:lnTo>
                    <a:pt x="59220" y="2367381"/>
                  </a:lnTo>
                  <a:close/>
                </a:path>
                <a:path w="5801359" h="4222750" extrusionOk="0">
                  <a:moveTo>
                    <a:pt x="59842" y="2322944"/>
                  </a:moveTo>
                  <a:lnTo>
                    <a:pt x="53492" y="2322944"/>
                  </a:lnTo>
                  <a:lnTo>
                    <a:pt x="53136" y="2348344"/>
                  </a:lnTo>
                  <a:lnTo>
                    <a:pt x="59486" y="2348344"/>
                  </a:lnTo>
                  <a:lnTo>
                    <a:pt x="59842" y="2322944"/>
                  </a:lnTo>
                  <a:close/>
                </a:path>
                <a:path w="5801359" h="4222750" extrusionOk="0">
                  <a:moveTo>
                    <a:pt x="60464" y="2278494"/>
                  </a:moveTo>
                  <a:lnTo>
                    <a:pt x="54114" y="2278494"/>
                  </a:lnTo>
                  <a:lnTo>
                    <a:pt x="53759" y="2303894"/>
                  </a:lnTo>
                  <a:lnTo>
                    <a:pt x="60109" y="2303894"/>
                  </a:lnTo>
                  <a:lnTo>
                    <a:pt x="60464" y="2278494"/>
                  </a:lnTo>
                  <a:close/>
                </a:path>
                <a:path w="5801359" h="4222750" extrusionOk="0">
                  <a:moveTo>
                    <a:pt x="61099" y="2234057"/>
                  </a:moveTo>
                  <a:lnTo>
                    <a:pt x="54737" y="2234057"/>
                  </a:lnTo>
                  <a:lnTo>
                    <a:pt x="54381" y="2259444"/>
                  </a:lnTo>
                  <a:lnTo>
                    <a:pt x="60731" y="2259444"/>
                  </a:lnTo>
                  <a:lnTo>
                    <a:pt x="61099" y="2234057"/>
                  </a:lnTo>
                  <a:close/>
                </a:path>
                <a:path w="5801359" h="4222750" extrusionOk="0">
                  <a:moveTo>
                    <a:pt x="61722" y="2189607"/>
                  </a:moveTo>
                  <a:lnTo>
                    <a:pt x="55372" y="2189607"/>
                  </a:lnTo>
                  <a:lnTo>
                    <a:pt x="55016" y="2215007"/>
                  </a:lnTo>
                  <a:lnTo>
                    <a:pt x="61366" y="2215007"/>
                  </a:lnTo>
                  <a:lnTo>
                    <a:pt x="61722" y="2189607"/>
                  </a:lnTo>
                  <a:close/>
                </a:path>
                <a:path w="5801359" h="4222750" extrusionOk="0">
                  <a:moveTo>
                    <a:pt x="62344" y="2145157"/>
                  </a:moveTo>
                  <a:lnTo>
                    <a:pt x="55994" y="2145157"/>
                  </a:lnTo>
                  <a:lnTo>
                    <a:pt x="55638" y="2170557"/>
                  </a:lnTo>
                  <a:lnTo>
                    <a:pt x="61988" y="2170557"/>
                  </a:lnTo>
                  <a:lnTo>
                    <a:pt x="62344" y="2145157"/>
                  </a:lnTo>
                  <a:close/>
                </a:path>
                <a:path w="5801359" h="4222750" extrusionOk="0">
                  <a:moveTo>
                    <a:pt x="62966" y="2100719"/>
                  </a:moveTo>
                  <a:lnTo>
                    <a:pt x="56616" y="2100719"/>
                  </a:lnTo>
                  <a:lnTo>
                    <a:pt x="56261" y="2126107"/>
                  </a:lnTo>
                  <a:lnTo>
                    <a:pt x="62611" y="2126107"/>
                  </a:lnTo>
                  <a:lnTo>
                    <a:pt x="62966" y="2100719"/>
                  </a:lnTo>
                  <a:close/>
                </a:path>
                <a:path w="5801359" h="4222750" extrusionOk="0">
                  <a:moveTo>
                    <a:pt x="63588" y="2056269"/>
                  </a:moveTo>
                  <a:lnTo>
                    <a:pt x="57238" y="2056269"/>
                  </a:lnTo>
                  <a:lnTo>
                    <a:pt x="56883" y="2081669"/>
                  </a:lnTo>
                  <a:lnTo>
                    <a:pt x="63233" y="2081669"/>
                  </a:lnTo>
                  <a:lnTo>
                    <a:pt x="63588" y="2056269"/>
                  </a:lnTo>
                  <a:close/>
                </a:path>
                <a:path w="5801359" h="4222750" extrusionOk="0">
                  <a:moveTo>
                    <a:pt x="64223" y="2011819"/>
                  </a:moveTo>
                  <a:lnTo>
                    <a:pt x="57873" y="2011819"/>
                  </a:lnTo>
                  <a:lnTo>
                    <a:pt x="57518" y="2037219"/>
                  </a:lnTo>
                  <a:lnTo>
                    <a:pt x="63868" y="2037219"/>
                  </a:lnTo>
                  <a:lnTo>
                    <a:pt x="64223" y="2011819"/>
                  </a:lnTo>
                  <a:close/>
                </a:path>
                <a:path w="5801359" h="4222750" extrusionOk="0">
                  <a:moveTo>
                    <a:pt x="64846" y="1967382"/>
                  </a:moveTo>
                  <a:lnTo>
                    <a:pt x="58496" y="1967382"/>
                  </a:lnTo>
                  <a:lnTo>
                    <a:pt x="58140" y="1992769"/>
                  </a:lnTo>
                  <a:lnTo>
                    <a:pt x="64490" y="1992769"/>
                  </a:lnTo>
                  <a:lnTo>
                    <a:pt x="64846" y="1967382"/>
                  </a:lnTo>
                  <a:close/>
                </a:path>
                <a:path w="5801359" h="4222750" extrusionOk="0">
                  <a:moveTo>
                    <a:pt x="65468" y="1922932"/>
                  </a:moveTo>
                  <a:lnTo>
                    <a:pt x="59118" y="1922932"/>
                  </a:lnTo>
                  <a:lnTo>
                    <a:pt x="58762" y="1948332"/>
                  </a:lnTo>
                  <a:lnTo>
                    <a:pt x="65112" y="1948332"/>
                  </a:lnTo>
                  <a:lnTo>
                    <a:pt x="65468" y="1922932"/>
                  </a:lnTo>
                  <a:close/>
                </a:path>
                <a:path w="5801359" h="4222750" extrusionOk="0">
                  <a:moveTo>
                    <a:pt x="76187" y="3643503"/>
                  </a:moveTo>
                  <a:lnTo>
                    <a:pt x="0" y="3642423"/>
                  </a:lnTo>
                  <a:lnTo>
                    <a:pt x="37020" y="3719157"/>
                  </a:lnTo>
                  <a:lnTo>
                    <a:pt x="76187" y="3643503"/>
                  </a:lnTo>
                  <a:close/>
                </a:path>
                <a:path w="5801359" h="4222750" extrusionOk="0">
                  <a:moveTo>
                    <a:pt x="1944230" y="4184523"/>
                  </a:moveTo>
                  <a:lnTo>
                    <a:pt x="1937397" y="4181068"/>
                  </a:lnTo>
                  <a:lnTo>
                    <a:pt x="1880717" y="4152417"/>
                  </a:lnTo>
                  <a:lnTo>
                    <a:pt x="1880717" y="4187418"/>
                  </a:lnTo>
                  <a:lnTo>
                    <a:pt x="1868017" y="4187418"/>
                  </a:lnTo>
                  <a:lnTo>
                    <a:pt x="1880717" y="4187418"/>
                  </a:lnTo>
                  <a:lnTo>
                    <a:pt x="1880717" y="4152417"/>
                  </a:lnTo>
                  <a:lnTo>
                    <a:pt x="1868195" y="4146080"/>
                  </a:lnTo>
                  <a:lnTo>
                    <a:pt x="1868043" y="4181017"/>
                  </a:lnTo>
                  <a:lnTo>
                    <a:pt x="1104595" y="4177639"/>
                  </a:lnTo>
                  <a:lnTo>
                    <a:pt x="1104569" y="4183989"/>
                  </a:lnTo>
                  <a:lnTo>
                    <a:pt x="1868004" y="4187367"/>
                  </a:lnTo>
                  <a:lnTo>
                    <a:pt x="1867865" y="4222280"/>
                  </a:lnTo>
                  <a:lnTo>
                    <a:pt x="1938375" y="4187418"/>
                  </a:lnTo>
                  <a:lnTo>
                    <a:pt x="1944230" y="4184523"/>
                  </a:lnTo>
                  <a:close/>
                </a:path>
                <a:path w="5801359" h="4222750" extrusionOk="0">
                  <a:moveTo>
                    <a:pt x="3001556" y="75628"/>
                  </a:moveTo>
                  <a:lnTo>
                    <a:pt x="2995282" y="63550"/>
                  </a:lnTo>
                  <a:lnTo>
                    <a:pt x="2962313" y="0"/>
                  </a:lnTo>
                  <a:lnTo>
                    <a:pt x="2925356" y="76771"/>
                  </a:lnTo>
                  <a:lnTo>
                    <a:pt x="2960268" y="76263"/>
                  </a:lnTo>
                  <a:lnTo>
                    <a:pt x="2978264" y="1276604"/>
                  </a:lnTo>
                  <a:lnTo>
                    <a:pt x="2984614" y="1276604"/>
                  </a:lnTo>
                  <a:lnTo>
                    <a:pt x="2966618" y="76250"/>
                  </a:lnTo>
                  <a:lnTo>
                    <a:pt x="2960281" y="76250"/>
                  </a:lnTo>
                  <a:lnTo>
                    <a:pt x="2966618" y="76161"/>
                  </a:lnTo>
                  <a:lnTo>
                    <a:pt x="3001556" y="75628"/>
                  </a:lnTo>
                  <a:close/>
                </a:path>
                <a:path w="5801359" h="4222750" extrusionOk="0">
                  <a:moveTo>
                    <a:pt x="5801334" y="1662341"/>
                  </a:moveTo>
                  <a:lnTo>
                    <a:pt x="5796381" y="1658366"/>
                  </a:lnTo>
                  <a:lnTo>
                    <a:pt x="3818242" y="4123105"/>
                  </a:lnTo>
                  <a:lnTo>
                    <a:pt x="3791013" y="4101249"/>
                  </a:lnTo>
                  <a:lnTo>
                    <a:pt x="3773703" y="4181348"/>
                  </a:lnTo>
                  <a:lnTo>
                    <a:pt x="3773030" y="4181348"/>
                  </a:lnTo>
                  <a:lnTo>
                    <a:pt x="3773030" y="4184523"/>
                  </a:lnTo>
                  <a:lnTo>
                    <a:pt x="3773030" y="4187698"/>
                  </a:lnTo>
                  <a:lnTo>
                    <a:pt x="5276342" y="4187698"/>
                  </a:lnTo>
                  <a:lnTo>
                    <a:pt x="5276342" y="4222623"/>
                  </a:lnTo>
                  <a:lnTo>
                    <a:pt x="5346192" y="4187698"/>
                  </a:lnTo>
                  <a:lnTo>
                    <a:pt x="5352542" y="4184523"/>
                  </a:lnTo>
                  <a:lnTo>
                    <a:pt x="5346192" y="4181348"/>
                  </a:lnTo>
                  <a:lnTo>
                    <a:pt x="5276342" y="4146423"/>
                  </a:lnTo>
                  <a:lnTo>
                    <a:pt x="5276342" y="4181348"/>
                  </a:lnTo>
                  <a:lnTo>
                    <a:pt x="3779926" y="4181348"/>
                  </a:lnTo>
                  <a:lnTo>
                    <a:pt x="3850436" y="4148937"/>
                  </a:lnTo>
                  <a:lnTo>
                    <a:pt x="3835539" y="4136987"/>
                  </a:lnTo>
                  <a:lnTo>
                    <a:pt x="3823195" y="4127081"/>
                  </a:lnTo>
                  <a:lnTo>
                    <a:pt x="5801334" y="1662341"/>
                  </a:lnTo>
                  <a:close/>
                </a:path>
              </a:pathLst>
            </a:custGeom>
            <a:solidFill>
              <a:srgbClr val="1172B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560" name="Google Shape;560;p25"/>
            <p:cNvSpPr/>
            <p:nvPr/>
          </p:nvSpPr>
          <p:spPr>
            <a:xfrm>
              <a:off x="5992426" y="231427"/>
              <a:ext cx="2965450" cy="3018155"/>
            </a:xfrm>
            <a:custGeom>
              <a:avLst/>
              <a:gdLst/>
              <a:ahLst/>
              <a:cxnLst/>
              <a:rect l="l" t="t" r="r" b="b"/>
              <a:pathLst>
                <a:path w="2965450" h="3018155" extrusionOk="0">
                  <a:moveTo>
                    <a:pt x="0" y="0"/>
                  </a:moveTo>
                  <a:lnTo>
                    <a:pt x="2965142" y="0"/>
                  </a:lnTo>
                  <a:lnTo>
                    <a:pt x="2965142" y="3017800"/>
                  </a:lnTo>
                  <a:lnTo>
                    <a:pt x="0" y="3017800"/>
                  </a:lnTo>
                  <a:lnTo>
                    <a:pt x="0" y="0"/>
                  </a:lnTo>
                  <a:close/>
                </a:path>
              </a:pathLst>
            </a:custGeom>
            <a:noFill/>
            <a:ln w="12700" cap="flat" cmpd="sng">
              <a:solidFill>
                <a:srgbClr val="09528B"/>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561" name="Google Shape;561;p25" descr="$PPTXTitle"/>
          <p:cNvSpPr txBox="1">
            <a:spLocks noGrp="1"/>
          </p:cNvSpPr>
          <p:nvPr>
            <p:ph type="title"/>
          </p:nvPr>
        </p:nvSpPr>
        <p:spPr>
          <a:xfrm>
            <a:off x="6003025" y="176276"/>
            <a:ext cx="910590" cy="29972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rgbClr val="000000"/>
              </a:buClr>
              <a:buSzPts val="1400"/>
              <a:buFont typeface="Arial"/>
              <a:buNone/>
            </a:pPr>
            <a:r>
              <a:rPr lang="en-US" sz="1800">
                <a:solidFill>
                  <a:srgbClr val="000000"/>
                </a:solidFill>
              </a:rPr>
              <a:t>scrape.py</a:t>
            </a:r>
            <a:endParaRPr sz="1800"/>
          </a:p>
        </p:txBody>
      </p:sp>
      <p:sp>
        <p:nvSpPr>
          <p:cNvPr id="562" name="Google Shape;562;p25"/>
          <p:cNvSpPr txBox="1"/>
          <p:nvPr/>
        </p:nvSpPr>
        <p:spPr>
          <a:xfrm>
            <a:off x="8755092" y="2423159"/>
            <a:ext cx="321945" cy="1930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write</a:t>
            </a:r>
            <a:endParaRPr sz="1100" b="0" i="0" u="none" strike="noStrike" cap="none">
              <a:solidFill>
                <a:schemeClr val="dk1"/>
              </a:solidFill>
              <a:latin typeface="Arial"/>
              <a:ea typeface="Arial"/>
              <a:cs typeface="Arial"/>
              <a:sym typeface="Arial"/>
            </a:endParaRPr>
          </a:p>
        </p:txBody>
      </p:sp>
      <p:sp>
        <p:nvSpPr>
          <p:cNvPr id="563" name="Google Shape;563;p25"/>
          <p:cNvSpPr txBox="1"/>
          <p:nvPr/>
        </p:nvSpPr>
        <p:spPr>
          <a:xfrm rot="-3000000">
            <a:off x="9072634" y="3953629"/>
            <a:ext cx="296022" cy="139700"/>
          </a:xfrm>
          <a:prstGeom prst="rect">
            <a:avLst/>
          </a:prstGeom>
          <a:noFill/>
          <a:ln>
            <a:noFill/>
          </a:ln>
        </p:spPr>
        <p:txBody>
          <a:bodyPr spcFirstLastPara="1" wrap="square" lIns="0" tIns="0" rIns="0" bIns="0" anchor="t" anchorCtr="0">
            <a:spAutoFit/>
          </a:bodyPr>
          <a:lstStyle/>
          <a:p>
            <a:pPr marL="0" marR="0" lvl="0" indent="0" algn="l" rtl="0">
              <a:lnSpc>
                <a:spcPct val="99090"/>
              </a:lnSpc>
              <a:spcBef>
                <a:spcPts val="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read</a:t>
            </a:r>
            <a:endParaRPr sz="1100" b="0" i="0" u="none" strike="noStrike" cap="none">
              <a:solidFill>
                <a:schemeClr val="dk1"/>
              </a:solidFill>
              <a:latin typeface="Arial"/>
              <a:ea typeface="Arial"/>
              <a:cs typeface="Arial"/>
              <a:sym typeface="Arial"/>
            </a:endParaRPr>
          </a:p>
        </p:txBody>
      </p:sp>
      <p:sp>
        <p:nvSpPr>
          <p:cNvPr id="564" name="Google Shape;564;p25"/>
          <p:cNvSpPr txBox="1"/>
          <p:nvPr/>
        </p:nvSpPr>
        <p:spPr>
          <a:xfrm>
            <a:off x="5975173" y="3722716"/>
            <a:ext cx="2965450" cy="3018155"/>
          </a:xfrm>
          <a:prstGeom prst="rect">
            <a:avLst/>
          </a:prstGeom>
          <a:noFill/>
          <a:ln w="12700" cap="flat" cmpd="sng">
            <a:solidFill>
              <a:srgbClr val="09528B"/>
            </a:solidFill>
            <a:prstDash val="solid"/>
            <a:round/>
            <a:headEnd type="none" w="sm" len="sm"/>
            <a:tailEnd type="none" w="sm" len="sm"/>
          </a:ln>
        </p:spPr>
        <p:txBody>
          <a:bodyPr spcFirstLastPara="1" wrap="square" lIns="0" tIns="83800" rIns="0" bIns="0" anchor="t" anchorCtr="0">
            <a:spAutoFit/>
          </a:bodyPr>
          <a:lstStyle/>
          <a:p>
            <a:pPr marL="108585" marR="0" lvl="0" indent="0" algn="l"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email_jobs.py</a:t>
            </a:r>
            <a:endParaRPr sz="1800" b="0" i="0" u="none" strike="noStrike" cap="none">
              <a:solidFill>
                <a:schemeClr val="dk1"/>
              </a:solidFill>
              <a:latin typeface="Arial"/>
              <a:ea typeface="Arial"/>
              <a:cs typeface="Arial"/>
              <a:sym typeface="Arial"/>
            </a:endParaRPr>
          </a:p>
        </p:txBody>
      </p:sp>
      <p:pic>
        <p:nvPicPr>
          <p:cNvPr id="565" name="Google Shape;565;p25"/>
          <p:cNvPicPr preferRelativeResize="0"/>
          <p:nvPr/>
        </p:nvPicPr>
        <p:blipFill rotWithShape="1">
          <a:blip r:embed="rId7">
            <a:alphaModFix/>
          </a:blip>
          <a:srcRect/>
          <a:stretch/>
        </p:blipFill>
        <p:spPr>
          <a:xfrm>
            <a:off x="902430" y="2532657"/>
            <a:ext cx="947491" cy="947492"/>
          </a:xfrm>
          <a:prstGeom prst="rect">
            <a:avLst/>
          </a:prstGeom>
          <a:noFill/>
          <a:ln>
            <a:noFill/>
          </a:ln>
        </p:spPr>
      </p:pic>
      <p:sp>
        <p:nvSpPr>
          <p:cNvPr id="566" name="Google Shape;566;p25"/>
          <p:cNvSpPr txBox="1"/>
          <p:nvPr/>
        </p:nvSpPr>
        <p:spPr>
          <a:xfrm>
            <a:off x="8938231" y="5160264"/>
            <a:ext cx="337185" cy="19304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100"/>
              <a:buFont typeface="Arial"/>
              <a:buNone/>
            </a:pPr>
            <a:r>
              <a:rPr lang="en-US" sz="1100" b="0" i="0" u="none" strike="noStrike" cap="none">
                <a:solidFill>
                  <a:schemeClr val="dk1"/>
                </a:solidFill>
                <a:latin typeface="Arial"/>
                <a:ea typeface="Arial"/>
                <a:cs typeface="Arial"/>
                <a:sym typeface="Arial"/>
              </a:rPr>
              <a:t>email</a:t>
            </a:r>
            <a:endParaRPr sz="1100" b="0" i="0" u="none" strike="noStrike" cap="none">
              <a:solidFill>
                <a:schemeClr val="dk1"/>
              </a:solidFill>
              <a:latin typeface="Arial"/>
              <a:ea typeface="Arial"/>
              <a:cs typeface="Arial"/>
              <a:sym typeface="Arial"/>
            </a:endParaRPr>
          </a:p>
        </p:txBody>
      </p:sp>
      <p:sp>
        <p:nvSpPr>
          <p:cNvPr id="567" name="Google Shape;567;p25"/>
          <p:cNvSpPr txBox="1"/>
          <p:nvPr/>
        </p:nvSpPr>
        <p:spPr>
          <a:xfrm>
            <a:off x="614316" y="534924"/>
            <a:ext cx="3271520" cy="51308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3200"/>
              <a:buFont typeface="Arial"/>
              <a:buNone/>
            </a:pPr>
            <a:r>
              <a:rPr lang="en-US" sz="3200" b="0" i="0" u="none" strike="noStrike" cap="none">
                <a:solidFill>
                  <a:schemeClr val="dk1"/>
                </a:solidFill>
                <a:latin typeface="Arial"/>
                <a:ea typeface="Arial"/>
                <a:cs typeface="Arial"/>
                <a:sym typeface="Arial"/>
              </a:rPr>
              <a:t>Architecture Design</a:t>
            </a:r>
            <a:endParaRPr sz="3200" b="0" i="0" u="none" strike="noStrike" cap="none">
              <a:solidFill>
                <a:schemeClr val="dk1"/>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1"/>
        <p:cNvGrpSpPr/>
        <p:nvPr/>
      </p:nvGrpSpPr>
      <p:grpSpPr>
        <a:xfrm>
          <a:off x="0" y="0"/>
          <a:ext cx="0" cy="0"/>
          <a:chOff x="0" y="0"/>
          <a:chExt cx="0" cy="0"/>
        </a:xfrm>
      </p:grpSpPr>
      <p:sp>
        <p:nvSpPr>
          <p:cNvPr id="572" name="Google Shape;572;p26"/>
          <p:cNvSpPr/>
          <p:nvPr/>
        </p:nvSpPr>
        <p:spPr>
          <a:xfrm>
            <a:off x="0" y="-1"/>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3" name="Google Shape;573;p26"/>
          <p:cNvSpPr/>
          <p:nvPr/>
        </p:nvSpPr>
        <p:spPr>
          <a:xfrm>
            <a:off x="0" y="0"/>
            <a:ext cx="12188952" cy="6858000"/>
          </a:xfrm>
          <a:prstGeom prst="rect">
            <a:avLst/>
          </a:prstGeom>
          <a:solidFill>
            <a:schemeClr val="lt2">
              <a:alpha val="50196"/>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574" name="Google Shape;574;p26"/>
          <p:cNvPicPr preferRelativeResize="0"/>
          <p:nvPr/>
        </p:nvPicPr>
        <p:blipFill rotWithShape="1">
          <a:blip r:embed="rId3">
            <a:alphaModFix/>
          </a:blip>
          <a:srcRect/>
          <a:stretch/>
        </p:blipFill>
        <p:spPr>
          <a:xfrm>
            <a:off x="0" y="0"/>
            <a:ext cx="12188952" cy="6862380"/>
          </a:xfrm>
          <a:prstGeom prst="rect">
            <a:avLst/>
          </a:prstGeom>
          <a:noFill/>
          <a:ln>
            <a:noFill/>
          </a:ln>
        </p:spPr>
      </p:pic>
      <p:sp>
        <p:nvSpPr>
          <p:cNvPr id="575" name="Google Shape;575;p26"/>
          <p:cNvSpPr/>
          <p:nvPr/>
        </p:nvSpPr>
        <p:spPr>
          <a:xfrm>
            <a:off x="0" y="0"/>
            <a:ext cx="12188952" cy="6858000"/>
          </a:xfrm>
          <a:prstGeom prst="rect">
            <a:avLst/>
          </a:prstGeom>
          <a:solidFill>
            <a:schemeClr val="accent1">
              <a:alpha val="20000"/>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6" name="Google Shape;576;p26"/>
          <p:cNvSpPr/>
          <p:nvPr/>
        </p:nvSpPr>
        <p:spPr>
          <a:xfrm>
            <a:off x="538542" y="729175"/>
            <a:ext cx="11099352" cy="539965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1" i="0" u="none" strike="noStrike" cap="none">
              <a:solidFill>
                <a:srgbClr val="F6C5AB"/>
              </a:solidFill>
              <a:latin typeface="Arial"/>
              <a:ea typeface="Arial"/>
              <a:cs typeface="Arial"/>
              <a:sym typeface="Arial"/>
            </a:endParaRPr>
          </a:p>
        </p:txBody>
      </p:sp>
      <p:sp>
        <p:nvSpPr>
          <p:cNvPr id="577" name="Google Shape;577;p26" descr="$PPTXTitle"/>
          <p:cNvSpPr txBox="1">
            <a:spLocks noGrp="1"/>
          </p:cNvSpPr>
          <p:nvPr>
            <p:ph type="title"/>
          </p:nvPr>
        </p:nvSpPr>
        <p:spPr>
          <a:xfrm>
            <a:off x="6597016" y="905011"/>
            <a:ext cx="4589328" cy="1889135"/>
          </a:xfrm>
          <a:prstGeom prst="rect">
            <a:avLst/>
          </a:prstGeom>
          <a:noFill/>
          <a:ln>
            <a:noFill/>
          </a:ln>
        </p:spPr>
        <p:txBody>
          <a:bodyPr spcFirstLastPara="1" wrap="square" lIns="91425" tIns="45700" rIns="91425" bIns="45700" anchor="b" anchorCtr="0">
            <a:normAutofit/>
          </a:bodyPr>
          <a:lstStyle/>
          <a:p>
            <a:pPr marL="2233295" lvl="0" indent="0" algn="l" rtl="0">
              <a:lnSpc>
                <a:spcPct val="90000"/>
              </a:lnSpc>
              <a:spcBef>
                <a:spcPts val="0"/>
              </a:spcBef>
              <a:spcAft>
                <a:spcPts val="0"/>
              </a:spcAft>
              <a:buClr>
                <a:schemeClr val="dk1"/>
              </a:buClr>
              <a:buSzPts val="1400"/>
              <a:buFont typeface="Play"/>
              <a:buNone/>
            </a:pPr>
            <a:r>
              <a:rPr lang="en-US" sz="3700">
                <a:solidFill>
                  <a:schemeClr val="dk1"/>
                </a:solidFill>
                <a:latin typeface="Play"/>
                <a:ea typeface="Play"/>
                <a:cs typeface="Play"/>
                <a:sym typeface="Play"/>
              </a:rPr>
              <a:t>Scheduling</a:t>
            </a:r>
            <a:endParaRPr/>
          </a:p>
        </p:txBody>
      </p:sp>
      <p:sp>
        <p:nvSpPr>
          <p:cNvPr id="578" name="Google Shape;578;p26"/>
          <p:cNvSpPr txBox="1">
            <a:spLocks noGrp="1"/>
          </p:cNvSpPr>
          <p:nvPr>
            <p:ph type="sldNum" idx="12"/>
          </p:nvPr>
        </p:nvSpPr>
        <p:spPr>
          <a:xfrm>
            <a:off x="11722608" y="18288"/>
            <a:ext cx="475488" cy="475488"/>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600"/>
              </a:spcAft>
              <a:buClr>
                <a:schemeClr val="dk1"/>
              </a:buClr>
              <a:buSzPts val="900"/>
              <a:buFont typeface="Arial"/>
              <a:buNone/>
            </a:pPr>
            <a:r>
              <a:rPr lang="en-US" sz="900">
                <a:solidFill>
                  <a:schemeClr val="dk1"/>
                </a:solidFill>
                <a:latin typeface="Arial"/>
                <a:ea typeface="Arial"/>
                <a:cs typeface="Arial"/>
                <a:sym typeface="Arial"/>
              </a:rPr>
              <a:t>page </a:t>
            </a:r>
            <a:fld id="{00000000-1234-1234-1234-123412341234}" type="slidenum">
              <a:rPr lang="en-US" sz="900">
                <a:solidFill>
                  <a:schemeClr val="dk1"/>
                </a:solidFill>
                <a:latin typeface="Arial"/>
                <a:ea typeface="Arial"/>
                <a:cs typeface="Arial"/>
                <a:sym typeface="Arial"/>
              </a:rPr>
              <a:t>27</a:t>
            </a:fld>
            <a:endParaRPr sz="900">
              <a:solidFill>
                <a:schemeClr val="dk1"/>
              </a:solidFill>
              <a:latin typeface="Arial"/>
              <a:ea typeface="Arial"/>
              <a:cs typeface="Arial"/>
              <a:sym typeface="Arial"/>
            </a:endParaRPr>
          </a:p>
        </p:txBody>
      </p:sp>
      <p:pic>
        <p:nvPicPr>
          <p:cNvPr id="579" name="Google Shape;579;p26"/>
          <p:cNvPicPr preferRelativeResize="0"/>
          <p:nvPr/>
        </p:nvPicPr>
        <p:blipFill rotWithShape="1">
          <a:blip r:embed="rId4">
            <a:alphaModFix/>
          </a:blip>
          <a:srcRect/>
          <a:stretch/>
        </p:blipFill>
        <p:spPr>
          <a:xfrm>
            <a:off x="720807" y="1900318"/>
            <a:ext cx="5468347" cy="3048603"/>
          </a:xfrm>
          <a:prstGeom prst="rect">
            <a:avLst/>
          </a:prstGeom>
          <a:noFill/>
          <a:ln>
            <a:noFill/>
          </a:ln>
        </p:spPr>
      </p:pic>
      <p:sp>
        <p:nvSpPr>
          <p:cNvPr id="580" name="Google Shape;580;p26"/>
          <p:cNvSpPr txBox="1"/>
          <p:nvPr/>
        </p:nvSpPr>
        <p:spPr>
          <a:xfrm>
            <a:off x="6597016" y="2965592"/>
            <a:ext cx="4589328" cy="2987397"/>
          </a:xfrm>
          <a:prstGeom prst="rect">
            <a:avLst/>
          </a:prstGeom>
          <a:noFill/>
          <a:ln>
            <a:noFill/>
          </a:ln>
        </p:spPr>
        <p:txBody>
          <a:bodyPr spcFirstLastPara="1" wrap="square" lIns="91425" tIns="45700" rIns="91425" bIns="45700" anchor="t" anchorCtr="0">
            <a:normAutofit/>
          </a:bodyPr>
          <a:lstStyle/>
          <a:p>
            <a:pPr marL="240665" marR="0" lvl="0" indent="-228600" algn="l" rtl="0">
              <a:lnSpc>
                <a:spcPct val="90000"/>
              </a:lnSpc>
              <a:spcBef>
                <a:spcPts val="0"/>
              </a:spcBef>
              <a:spcAft>
                <a:spcPts val="0"/>
              </a:spcAft>
              <a:buClr>
                <a:schemeClr val="dk1"/>
              </a:buClr>
              <a:buSzPts val="2800"/>
              <a:buFont typeface="Arial"/>
              <a:buChar char="•"/>
            </a:pPr>
            <a:r>
              <a:rPr lang="en-US" sz="1800" b="0" i="0" u="none" strike="noStrike" cap="none">
                <a:solidFill>
                  <a:schemeClr val="dk1"/>
                </a:solidFill>
                <a:latin typeface="Arial"/>
                <a:ea typeface="Arial"/>
                <a:cs typeface="Arial"/>
                <a:sym typeface="Arial"/>
              </a:rPr>
              <a:t>Common Schedulers</a:t>
            </a:r>
            <a:endParaRPr sz="1400" b="0" i="0" u="none" strike="noStrike" cap="none">
              <a:solidFill>
                <a:srgbClr val="000000"/>
              </a:solidFill>
              <a:latin typeface="Arial"/>
              <a:ea typeface="Arial"/>
              <a:cs typeface="Arial"/>
              <a:sym typeface="Arial"/>
            </a:endParaRPr>
          </a:p>
          <a:p>
            <a:pPr marL="697230" marR="0" lvl="1" indent="-228600" algn="l" rtl="0">
              <a:lnSpc>
                <a:spcPct val="90000"/>
              </a:lnSpc>
              <a:spcBef>
                <a:spcPts val="229"/>
              </a:spcBef>
              <a:spcAft>
                <a:spcPts val="0"/>
              </a:spcAft>
              <a:buClr>
                <a:schemeClr val="dk1"/>
              </a:buClr>
              <a:buSzPts val="2400"/>
              <a:buFont typeface="Arial"/>
              <a:buChar char="•"/>
            </a:pPr>
            <a:r>
              <a:rPr lang="en-US" sz="1800" b="0" i="0" u="none" strike="noStrike" cap="none">
                <a:solidFill>
                  <a:schemeClr val="dk1"/>
                </a:solidFill>
                <a:latin typeface="Arial"/>
                <a:ea typeface="Arial"/>
                <a:cs typeface="Arial"/>
                <a:sym typeface="Arial"/>
              </a:rPr>
              <a:t>Airflow</a:t>
            </a:r>
            <a:endParaRPr sz="1400" b="0" i="0" u="none" strike="noStrike" cap="none">
              <a:solidFill>
                <a:srgbClr val="000000"/>
              </a:solidFill>
              <a:latin typeface="Arial"/>
              <a:ea typeface="Arial"/>
              <a:cs typeface="Arial"/>
              <a:sym typeface="Arial"/>
            </a:endParaRPr>
          </a:p>
          <a:p>
            <a:pPr marL="697230" marR="0" lvl="1" indent="-228600" algn="l" rtl="0">
              <a:lnSpc>
                <a:spcPct val="90000"/>
              </a:lnSpc>
              <a:spcBef>
                <a:spcPts val="215"/>
              </a:spcBef>
              <a:spcAft>
                <a:spcPts val="0"/>
              </a:spcAft>
              <a:buClr>
                <a:schemeClr val="dk1"/>
              </a:buClr>
              <a:buSzPts val="2400"/>
              <a:buFont typeface="Arial"/>
              <a:buChar char="•"/>
            </a:pPr>
            <a:r>
              <a:rPr lang="en-US" sz="1800" b="0" i="0" u="none" strike="noStrike" cap="none">
                <a:solidFill>
                  <a:schemeClr val="dk1"/>
                </a:solidFill>
                <a:latin typeface="Arial"/>
                <a:ea typeface="Arial"/>
                <a:cs typeface="Arial"/>
                <a:sym typeface="Arial"/>
              </a:rPr>
              <a:t>Luigi</a:t>
            </a:r>
            <a:endParaRPr sz="1400" b="0" i="0" u="none" strike="noStrike" cap="none">
              <a:solidFill>
                <a:srgbClr val="000000"/>
              </a:solidFill>
              <a:latin typeface="Arial"/>
              <a:ea typeface="Arial"/>
              <a:cs typeface="Arial"/>
              <a:sym typeface="Arial"/>
            </a:endParaRPr>
          </a:p>
          <a:p>
            <a:pPr marL="697230" marR="0" lvl="1" indent="-228600" algn="l" rtl="0">
              <a:lnSpc>
                <a:spcPct val="90000"/>
              </a:lnSpc>
              <a:spcBef>
                <a:spcPts val="219"/>
              </a:spcBef>
              <a:spcAft>
                <a:spcPts val="0"/>
              </a:spcAft>
              <a:buClr>
                <a:schemeClr val="dk1"/>
              </a:buClr>
              <a:buSzPts val="2400"/>
              <a:buFont typeface="Arial"/>
              <a:buChar char="•"/>
            </a:pPr>
            <a:r>
              <a:rPr lang="en-US" sz="1800" b="0" i="0" u="none" strike="noStrike" cap="none">
                <a:solidFill>
                  <a:schemeClr val="dk1"/>
                </a:solidFill>
                <a:latin typeface="Arial"/>
                <a:ea typeface="Arial"/>
                <a:cs typeface="Arial"/>
                <a:sym typeface="Arial"/>
              </a:rPr>
              <a:t>Jenkins</a:t>
            </a:r>
            <a:endParaRPr sz="1400" b="0" i="0" u="none" strike="noStrike" cap="none">
              <a:solidFill>
                <a:srgbClr val="000000"/>
              </a:solidFill>
              <a:latin typeface="Arial"/>
              <a:ea typeface="Arial"/>
              <a:cs typeface="Arial"/>
              <a:sym typeface="Arial"/>
            </a:endParaRPr>
          </a:p>
          <a:p>
            <a:pPr marL="697230" marR="0" lvl="1" indent="-228600" algn="l" rtl="0">
              <a:lnSpc>
                <a:spcPct val="90000"/>
              </a:lnSpc>
              <a:spcBef>
                <a:spcPts val="240"/>
              </a:spcBef>
              <a:spcAft>
                <a:spcPts val="0"/>
              </a:spcAft>
              <a:buClr>
                <a:schemeClr val="dk1"/>
              </a:buClr>
              <a:buSzPts val="2400"/>
              <a:buFont typeface="Arial"/>
              <a:buChar char="•"/>
            </a:pPr>
            <a:r>
              <a:rPr lang="en-US" sz="1800" b="0" i="0" u="none" strike="noStrike" cap="none">
                <a:solidFill>
                  <a:schemeClr val="dk1"/>
                </a:solidFill>
                <a:latin typeface="Arial"/>
                <a:ea typeface="Arial"/>
                <a:cs typeface="Arial"/>
                <a:sym typeface="Arial"/>
              </a:rPr>
              <a:t>Oozie</a:t>
            </a:r>
            <a:endParaRPr sz="1400" b="0" i="0" u="none" strike="noStrike" cap="none">
              <a:solidFill>
                <a:srgbClr val="000000"/>
              </a:solidFill>
              <a:latin typeface="Arial"/>
              <a:ea typeface="Arial"/>
              <a:cs typeface="Arial"/>
              <a:sym typeface="Arial"/>
            </a:endParaRPr>
          </a:p>
          <a:p>
            <a:pPr marL="697230" marR="0" lvl="1" indent="-228600" algn="l" rtl="0">
              <a:lnSpc>
                <a:spcPct val="90000"/>
              </a:lnSpc>
              <a:spcBef>
                <a:spcPts val="215"/>
              </a:spcBef>
              <a:spcAft>
                <a:spcPts val="0"/>
              </a:spcAft>
              <a:buClr>
                <a:schemeClr val="dk1"/>
              </a:buClr>
              <a:buSzPts val="2400"/>
              <a:buFont typeface="Arial"/>
              <a:buChar char="•"/>
            </a:pPr>
            <a:r>
              <a:rPr lang="en-US" sz="1800" b="0" i="0" u="none" strike="noStrike" cap="none">
                <a:solidFill>
                  <a:schemeClr val="dk1"/>
                </a:solidFill>
                <a:latin typeface="Arial"/>
                <a:ea typeface="Arial"/>
                <a:cs typeface="Arial"/>
                <a:sym typeface="Arial"/>
              </a:rPr>
              <a:t>Cron</a:t>
            </a:r>
            <a:endParaRPr sz="1400" b="0" i="0" u="none" strike="noStrike" cap="none">
              <a:solidFill>
                <a:srgbClr val="000000"/>
              </a:solidFill>
              <a:latin typeface="Arial"/>
              <a:ea typeface="Arial"/>
              <a:cs typeface="Arial"/>
              <a:sym typeface="Arial"/>
            </a:endParaRPr>
          </a:p>
          <a:p>
            <a:pPr marL="697230" marR="0" lvl="1" indent="-228600" algn="l" rtl="0">
              <a:lnSpc>
                <a:spcPct val="90000"/>
              </a:lnSpc>
              <a:spcBef>
                <a:spcPts val="120"/>
              </a:spcBef>
              <a:spcAft>
                <a:spcPts val="0"/>
              </a:spcAft>
              <a:buClr>
                <a:schemeClr val="dk1"/>
              </a:buClr>
              <a:buSzPts val="2400"/>
              <a:buFont typeface="Arial"/>
              <a:buChar char="•"/>
            </a:pPr>
            <a:r>
              <a:rPr lang="en-US" sz="1800" b="0" i="0" u="none" strike="noStrike" cap="none">
                <a:solidFill>
                  <a:schemeClr val="dk1"/>
                </a:solidFill>
                <a:latin typeface="Arial"/>
                <a:ea typeface="Arial"/>
                <a:cs typeface="Arial"/>
                <a:sym typeface="Arial"/>
              </a:rPr>
              <a:t>Celery</a:t>
            </a:r>
            <a:endParaRPr sz="1400" b="0" i="0" u="none" strike="noStrike" cap="none">
              <a:solidFill>
                <a:srgbClr val="000000"/>
              </a:solidFill>
              <a:latin typeface="Arial"/>
              <a:ea typeface="Arial"/>
              <a:cs typeface="Arial"/>
              <a:sym typeface="Arial"/>
            </a:endParaRPr>
          </a:p>
          <a:p>
            <a:pPr marL="240665" marR="0" lvl="0" indent="-228600" algn="l" rtl="0">
              <a:lnSpc>
                <a:spcPct val="90000"/>
              </a:lnSpc>
              <a:spcBef>
                <a:spcPts val="705"/>
              </a:spcBef>
              <a:spcAft>
                <a:spcPts val="0"/>
              </a:spcAft>
              <a:buClr>
                <a:srgbClr val="000000"/>
              </a:buClr>
              <a:buSzPts val="2800"/>
              <a:buFont typeface="Arial"/>
              <a:buChar char="•"/>
            </a:pPr>
            <a:r>
              <a:rPr lang="en-US" sz="1800" b="0" i="0" u="sng" strike="noStrike" cap="none">
                <a:solidFill>
                  <a:schemeClr val="dk1"/>
                </a:solidFill>
                <a:latin typeface="Arial"/>
                <a:ea typeface="Arial"/>
                <a:cs typeface="Arial"/>
                <a:sym typeface="Arial"/>
                <a:hlinkClick r:id="rId5">
                  <a:extLst>
                    <a:ext uri="{A12FA001-AC4F-418D-AE19-62706E023703}">
                      <ahyp:hlinkClr xmlns:ahyp="http://schemas.microsoft.com/office/drawing/2018/hyperlinkcolor" val="tx"/>
                    </a:ext>
                  </a:extLst>
                </a:hlinkClick>
              </a:rPr>
              <a:t>https://crontab.guru/</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84"/>
        <p:cNvGrpSpPr/>
        <p:nvPr/>
      </p:nvGrpSpPr>
      <p:grpSpPr>
        <a:xfrm>
          <a:off x="0" y="0"/>
          <a:ext cx="0" cy="0"/>
          <a:chOff x="0" y="0"/>
          <a:chExt cx="0" cy="0"/>
        </a:xfrm>
      </p:grpSpPr>
      <p:sp>
        <p:nvSpPr>
          <p:cNvPr id="585" name="Google Shape;585;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a:t>ETF Airflow - Weather Dag </a:t>
            </a:r>
            <a:endParaRPr/>
          </a:p>
        </p:txBody>
      </p:sp>
      <p:sp>
        <p:nvSpPr>
          <p:cNvPr id="586" name="Google Shape;586;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a:bodyPr>
          <a:lstStyle/>
          <a:p>
            <a:pPr marL="228600" lvl="0" indent="-228600" algn="l" rtl="0">
              <a:lnSpc>
                <a:spcPct val="90000"/>
              </a:lnSpc>
              <a:spcBef>
                <a:spcPts val="0"/>
              </a:spcBef>
              <a:spcAft>
                <a:spcPts val="0"/>
              </a:spcAft>
              <a:buClr>
                <a:schemeClr val="dk1"/>
              </a:buClr>
              <a:buSzPct val="100000"/>
              <a:buChar char="•"/>
            </a:pPr>
            <a:r>
              <a:rPr lang="en-US" u="sng" dirty="0">
                <a:solidFill>
                  <a:schemeClr val="hlink"/>
                </a:solidFill>
                <a:hlinkClick r:id="rId3"/>
              </a:rPr>
              <a:t>https://github.com/krishnaik06/ETLWeather/blob/main/README.md</a:t>
            </a:r>
            <a:endParaRPr dirty="0"/>
          </a:p>
          <a:p>
            <a:pPr marL="228600" lvl="0" indent="-228600" algn="l" rtl="0">
              <a:lnSpc>
                <a:spcPct val="90000"/>
              </a:lnSpc>
              <a:spcBef>
                <a:spcPts val="1000"/>
              </a:spcBef>
              <a:spcAft>
                <a:spcPts val="0"/>
              </a:spcAft>
              <a:buClr>
                <a:schemeClr val="dk1"/>
              </a:buClr>
              <a:buSzPct val="100000"/>
              <a:buChar char="•"/>
            </a:pPr>
            <a:r>
              <a:rPr lang="en-US" dirty="0"/>
              <a:t>Open the docker</a:t>
            </a:r>
            <a:endParaRPr dirty="0"/>
          </a:p>
          <a:p>
            <a:pPr marL="228600" lvl="0" indent="-228600" algn="l" rtl="0">
              <a:lnSpc>
                <a:spcPct val="90000"/>
              </a:lnSpc>
              <a:spcBef>
                <a:spcPts val="1000"/>
              </a:spcBef>
              <a:spcAft>
                <a:spcPts val="0"/>
              </a:spcAft>
              <a:buClr>
                <a:schemeClr val="dk1"/>
              </a:buClr>
              <a:buSzPct val="100000"/>
              <a:buChar char="•"/>
            </a:pPr>
            <a:r>
              <a:rPr lang="en-US" dirty="0"/>
              <a:t>brew upgrade astro</a:t>
            </a:r>
            <a:endParaRPr dirty="0"/>
          </a:p>
          <a:p>
            <a:pPr marL="228600" lvl="0" indent="-228600" algn="l" rtl="0">
              <a:lnSpc>
                <a:spcPct val="90000"/>
              </a:lnSpc>
              <a:spcBef>
                <a:spcPts val="1000"/>
              </a:spcBef>
              <a:spcAft>
                <a:spcPts val="0"/>
              </a:spcAft>
              <a:buClr>
                <a:schemeClr val="dk1"/>
              </a:buClr>
              <a:buSzPct val="100000"/>
              <a:buChar char="•"/>
            </a:pPr>
            <a:r>
              <a:rPr lang="en-US" dirty="0"/>
              <a:t> docker </a:t>
            </a:r>
            <a:r>
              <a:rPr lang="en-US" dirty="0" err="1"/>
              <a:t>ps</a:t>
            </a:r>
            <a:endParaRPr dirty="0"/>
          </a:p>
          <a:p>
            <a:pPr marL="228600" lvl="0" indent="-228600" algn="l" rtl="0">
              <a:lnSpc>
                <a:spcPct val="90000"/>
              </a:lnSpc>
              <a:spcBef>
                <a:spcPts val="1000"/>
              </a:spcBef>
              <a:spcAft>
                <a:spcPts val="0"/>
              </a:spcAft>
              <a:buClr>
                <a:schemeClr val="dk1"/>
              </a:buClr>
              <a:buSzPct val="100000"/>
              <a:buChar char="•"/>
            </a:pPr>
            <a:r>
              <a:rPr lang="en-US" dirty="0"/>
              <a:t>CONTAINER ID   IMAGE     COMMAND   CREATED   STATUS    PORTS     NAMES</a:t>
            </a:r>
            <a:endParaRPr dirty="0"/>
          </a:p>
          <a:p>
            <a:pPr marL="228600" lvl="0" indent="-228600" algn="l" rtl="0">
              <a:lnSpc>
                <a:spcPct val="90000"/>
              </a:lnSpc>
              <a:spcBef>
                <a:spcPts val="1000"/>
              </a:spcBef>
              <a:spcAft>
                <a:spcPts val="0"/>
              </a:spcAft>
              <a:buClr>
                <a:srgbClr val="FF0000"/>
              </a:buClr>
              <a:buSzPct val="100000"/>
              <a:buChar char="•"/>
            </a:pPr>
            <a:r>
              <a:rPr lang="en-US" dirty="0">
                <a:solidFill>
                  <a:srgbClr val="FF0000"/>
                </a:solidFill>
              </a:rPr>
              <a:t>astro dev start</a:t>
            </a:r>
            <a:endParaRPr dirty="0"/>
          </a:p>
          <a:p>
            <a:pPr marL="228600" lvl="0" indent="-228600" algn="l" rtl="0">
              <a:lnSpc>
                <a:spcPct val="90000"/>
              </a:lnSpc>
              <a:spcBef>
                <a:spcPts val="1000"/>
              </a:spcBef>
              <a:spcAft>
                <a:spcPts val="0"/>
              </a:spcAft>
              <a:buClr>
                <a:schemeClr val="dk1"/>
              </a:buClr>
              <a:buSzPct val="100000"/>
              <a:buChar char="•"/>
            </a:pPr>
            <a:r>
              <a:rPr lang="en-US" dirty="0"/>
              <a:t>✔ Project image has been updated</a:t>
            </a:r>
            <a:endParaRPr dirty="0"/>
          </a:p>
          <a:p>
            <a:pPr marL="228600" lvl="0" indent="-228600" algn="l" rtl="0">
              <a:lnSpc>
                <a:spcPct val="90000"/>
              </a:lnSpc>
              <a:spcBef>
                <a:spcPts val="1000"/>
              </a:spcBef>
              <a:spcAft>
                <a:spcPts val="0"/>
              </a:spcAft>
              <a:buClr>
                <a:schemeClr val="dk1"/>
              </a:buClr>
              <a:buSzPct val="100000"/>
              <a:buChar char="•"/>
            </a:pPr>
            <a:r>
              <a:rPr lang="en-US" dirty="0"/>
              <a:t>⠇ Project is starting up…</a:t>
            </a:r>
            <a:endParaRPr dirty="0"/>
          </a:p>
          <a:p>
            <a:pPr marL="228600" lvl="0" indent="-64135" algn="l" rtl="0">
              <a:lnSpc>
                <a:spcPct val="90000"/>
              </a:lnSpc>
              <a:spcBef>
                <a:spcPts val="1000"/>
              </a:spcBef>
              <a:spcAft>
                <a:spcPts val="0"/>
              </a:spcAft>
              <a:buClr>
                <a:schemeClr val="dk1"/>
              </a:buClr>
              <a:buSzPct val="100000"/>
              <a:buNone/>
            </a:pPr>
            <a:endParaRPr dirty="0"/>
          </a:p>
          <a:p>
            <a:pPr marL="228600" lvl="0" indent="-64135" algn="l" rtl="0">
              <a:lnSpc>
                <a:spcPct val="90000"/>
              </a:lnSpc>
              <a:spcBef>
                <a:spcPts val="1000"/>
              </a:spcBef>
              <a:spcAft>
                <a:spcPts val="0"/>
              </a:spcAft>
              <a:buClr>
                <a:schemeClr val="dk1"/>
              </a:buClr>
              <a:buSzPct val="100000"/>
              <a:buNone/>
            </a:pP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0"/>
        <p:cNvGrpSpPr/>
        <p:nvPr/>
      </p:nvGrpSpPr>
      <p:grpSpPr>
        <a:xfrm>
          <a:off x="0" y="0"/>
          <a:ext cx="0" cy="0"/>
          <a:chOff x="0" y="0"/>
          <a:chExt cx="0" cy="0"/>
        </a:xfrm>
      </p:grpSpPr>
      <p:sp>
        <p:nvSpPr>
          <p:cNvPr id="591" name="Google Shape;591;p46"/>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92" name="Google Shape;592;p46"/>
          <p:cNvSpPr txBox="1">
            <a:spLocks noGrp="1"/>
          </p:cNvSpPr>
          <p:nvPr>
            <p:ph type="title"/>
          </p:nvPr>
        </p:nvSpPr>
        <p:spPr>
          <a:xfrm>
            <a:off x="1001684" y="170412"/>
            <a:ext cx="10178934" cy="132873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5200"/>
              <a:buFont typeface="Play"/>
              <a:buNone/>
            </a:pPr>
            <a:r>
              <a:rPr lang="en-US" sz="5200">
                <a:solidFill>
                  <a:schemeClr val="dk1"/>
                </a:solidFill>
                <a:latin typeface="Play"/>
                <a:ea typeface="Play"/>
                <a:cs typeface="Play"/>
                <a:sym typeface="Play"/>
              </a:rPr>
              <a:t>ETF Airflow - Weather Dag </a:t>
            </a:r>
            <a:endParaRPr/>
          </a:p>
        </p:txBody>
      </p:sp>
      <p:pic>
        <p:nvPicPr>
          <p:cNvPr id="593" name="Google Shape;593;p46"/>
          <p:cNvPicPr preferRelativeResize="0"/>
          <p:nvPr/>
        </p:nvPicPr>
        <p:blipFill rotWithShape="1">
          <a:blip r:embed="rId3">
            <a:alphaModFix/>
          </a:blip>
          <a:srcRect t="2901" r="-2" b="6812"/>
          <a:stretch/>
        </p:blipFill>
        <p:spPr>
          <a:xfrm>
            <a:off x="198741" y="2410448"/>
            <a:ext cx="5803323" cy="3890357"/>
          </a:xfrm>
          <a:prstGeom prst="rect">
            <a:avLst/>
          </a:prstGeom>
          <a:noFill/>
          <a:ln>
            <a:noFill/>
          </a:ln>
        </p:spPr>
      </p:pic>
      <p:pic>
        <p:nvPicPr>
          <p:cNvPr id="594" name="Google Shape;594;p46"/>
          <p:cNvPicPr preferRelativeResize="0">
            <a:picLocks noGrp="1"/>
          </p:cNvPicPr>
          <p:nvPr>
            <p:ph type="body" idx="1"/>
          </p:nvPr>
        </p:nvPicPr>
        <p:blipFill rotWithShape="1">
          <a:blip r:embed="rId4">
            <a:alphaModFix/>
          </a:blip>
          <a:srcRect l="11988" r="3" b="3"/>
          <a:stretch/>
        </p:blipFill>
        <p:spPr>
          <a:xfrm>
            <a:off x="6189934" y="2410448"/>
            <a:ext cx="5803323" cy="389035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98"/>
        <p:cNvGrpSpPr/>
        <p:nvPr/>
      </p:nvGrpSpPr>
      <p:grpSpPr>
        <a:xfrm>
          <a:off x="0" y="0"/>
          <a:ext cx="0" cy="0"/>
          <a:chOff x="0" y="0"/>
          <a:chExt cx="0" cy="0"/>
        </a:xfrm>
      </p:grpSpPr>
      <p:sp>
        <p:nvSpPr>
          <p:cNvPr id="599" name="Google Shape;599;p2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0" name="Google Shape;600;p27"/>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1" name="Google Shape;601;p27"/>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2" name="Google Shape;602;p27"/>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3" name="Google Shape;603;p27"/>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4" name="Google Shape;604;p27"/>
          <p:cNvSpPr/>
          <p:nvPr/>
        </p:nvSpPr>
        <p:spPr>
          <a:xfrm rot="5400000" flipH="1">
            <a:off x="-1410095" y="1410079"/>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05" name="Google Shape;605;p27" descr="$PPTXTitle"/>
          <p:cNvSpPr txBox="1">
            <a:spLocks noGrp="1"/>
          </p:cNvSpPr>
          <p:nvPr>
            <p:ph type="title"/>
          </p:nvPr>
        </p:nvSpPr>
        <p:spPr>
          <a:xfrm>
            <a:off x="586478" y="1683756"/>
            <a:ext cx="3115265" cy="2396359"/>
          </a:xfrm>
          <a:prstGeom prst="rect">
            <a:avLst/>
          </a:prstGeom>
          <a:noFill/>
          <a:ln>
            <a:noFill/>
          </a:ln>
        </p:spPr>
        <p:txBody>
          <a:bodyPr spcFirstLastPara="1" wrap="square" lIns="91425" tIns="45700" rIns="91425" bIns="45700" anchor="b" anchorCtr="0">
            <a:normAutofit/>
          </a:bodyPr>
          <a:lstStyle/>
          <a:p>
            <a:pPr marL="247015" lvl="0" indent="0" algn="r" rtl="0">
              <a:lnSpc>
                <a:spcPct val="90000"/>
              </a:lnSpc>
              <a:spcBef>
                <a:spcPts val="0"/>
              </a:spcBef>
              <a:spcAft>
                <a:spcPts val="0"/>
              </a:spcAft>
              <a:buClr>
                <a:srgbClr val="FFFFFF"/>
              </a:buClr>
              <a:buSzPts val="1400"/>
              <a:buFont typeface="Play"/>
              <a:buNone/>
            </a:pPr>
            <a:r>
              <a:rPr lang="en-US" sz="4000">
                <a:solidFill>
                  <a:srgbClr val="FFFFFF"/>
                </a:solidFill>
                <a:latin typeface="Play"/>
                <a:ea typeface="Play"/>
                <a:cs typeface="Play"/>
                <a:sym typeface="Play"/>
              </a:rPr>
              <a:t>Full Load vs Incremental Load</a:t>
            </a:r>
            <a:endParaRPr/>
          </a:p>
        </p:txBody>
      </p:sp>
      <p:sp>
        <p:nvSpPr>
          <p:cNvPr id="606" name="Google Shape;606;p27"/>
          <p:cNvSpPr txBox="1"/>
          <p:nvPr/>
        </p:nvSpPr>
        <p:spPr>
          <a:xfrm>
            <a:off x="6156675" y="1139047"/>
            <a:ext cx="5057100" cy="3816600"/>
          </a:xfrm>
          <a:prstGeom prst="rect">
            <a:avLst/>
          </a:prstGeom>
          <a:noFill/>
          <a:ln>
            <a:noFill/>
          </a:ln>
        </p:spPr>
        <p:txBody>
          <a:bodyPr spcFirstLastPara="1" wrap="square" lIns="0" tIns="47625" rIns="0" bIns="0" anchor="t" anchorCtr="0">
            <a:spAutoFit/>
          </a:bodyPr>
          <a:lstStyle/>
          <a:p>
            <a:pPr marL="12700" marR="0" lvl="0" indent="0" algn="l" rtl="0">
              <a:lnSpc>
                <a:spcPct val="100000"/>
              </a:lnSpc>
              <a:spcBef>
                <a:spcPts val="0"/>
              </a:spcBef>
              <a:spcAft>
                <a:spcPts val="0"/>
              </a:spcAft>
              <a:buClr>
                <a:schemeClr val="dk1"/>
              </a:buClr>
              <a:buSzPts val="2400"/>
              <a:buFont typeface="Arial"/>
              <a:buNone/>
            </a:pPr>
            <a:r>
              <a:rPr lang="en-US" sz="2400" b="1" i="0" u="none" strike="noStrike" cap="none">
                <a:solidFill>
                  <a:schemeClr val="dk1"/>
                </a:solidFill>
                <a:latin typeface="Arial"/>
                <a:ea typeface="Arial"/>
                <a:cs typeface="Arial"/>
                <a:sym typeface="Arial"/>
              </a:rPr>
              <a:t>Incremental Load</a:t>
            </a:r>
            <a:endParaRPr sz="2400" b="0" i="0" u="none" strike="noStrike" cap="none">
              <a:solidFill>
                <a:schemeClr val="dk1"/>
              </a:solidFill>
              <a:latin typeface="Arial"/>
              <a:ea typeface="Arial"/>
              <a:cs typeface="Arial"/>
              <a:sym typeface="Arial"/>
            </a:endParaRPr>
          </a:p>
          <a:p>
            <a:pPr marL="240665" marR="0" lvl="0" indent="-227965" algn="l" rtl="0">
              <a:lnSpc>
                <a:spcPct val="100000"/>
              </a:lnSpc>
              <a:spcBef>
                <a:spcPts val="320"/>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New and updated records only</a:t>
            </a:r>
            <a:endParaRPr sz="1400" b="0" i="0" u="none" strike="noStrike" cap="none">
              <a:solidFill>
                <a:srgbClr val="000000"/>
              </a:solidFill>
              <a:latin typeface="Arial"/>
              <a:ea typeface="Arial"/>
              <a:cs typeface="Arial"/>
              <a:sym typeface="Arial"/>
            </a:endParaRPr>
          </a:p>
          <a:p>
            <a:pPr marL="240665" marR="0" lvl="0" indent="-227965" algn="l" rtl="0">
              <a:lnSpc>
                <a:spcPct val="100000"/>
              </a:lnSpc>
              <a:spcBef>
                <a:spcPts val="645"/>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Used for BAU load</a:t>
            </a:r>
            <a:endParaRPr sz="1400" b="0" i="0" u="none" strike="noStrike" cap="none">
              <a:solidFill>
                <a:srgbClr val="000000"/>
              </a:solidFill>
              <a:latin typeface="Arial"/>
              <a:ea typeface="Arial"/>
              <a:cs typeface="Arial"/>
              <a:sym typeface="Arial"/>
            </a:endParaRPr>
          </a:p>
          <a:p>
            <a:pPr marL="240665" marR="0" lvl="0" indent="-227965" algn="l" rtl="0">
              <a:lnSpc>
                <a:spcPct val="100000"/>
              </a:lnSpc>
              <a:spcBef>
                <a:spcPts val="625"/>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Batch vs Stream load</a:t>
            </a:r>
            <a:endParaRPr sz="1400" b="0" i="0" u="none" strike="noStrike" cap="none">
              <a:solidFill>
                <a:srgbClr val="000000"/>
              </a:solidFill>
              <a:latin typeface="Arial"/>
              <a:ea typeface="Arial"/>
              <a:cs typeface="Arial"/>
              <a:sym typeface="Arial"/>
            </a:endParaRPr>
          </a:p>
          <a:p>
            <a:pPr marL="240665" marR="0" lvl="0" indent="-227965" algn="l" rtl="0">
              <a:lnSpc>
                <a:spcPct val="100000"/>
              </a:lnSpc>
              <a:spcBef>
                <a:spcPts val="745"/>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Schema evolution</a:t>
            </a:r>
            <a:endParaRPr sz="1400" b="0" i="0" u="none" strike="noStrike" cap="none">
              <a:solidFill>
                <a:srgbClr val="000000"/>
              </a:solidFill>
              <a:latin typeface="Arial"/>
              <a:ea typeface="Arial"/>
              <a:cs typeface="Arial"/>
              <a:sym typeface="Arial"/>
            </a:endParaRPr>
          </a:p>
          <a:p>
            <a:pPr marL="240665" marR="0" lvl="0" indent="-227965" algn="l" rtl="0">
              <a:lnSpc>
                <a:spcPct val="100000"/>
              </a:lnSpc>
              <a:spcBef>
                <a:spcPts val="645"/>
              </a:spcBef>
              <a:spcAft>
                <a:spcPts val="0"/>
              </a:spcAft>
              <a:buClr>
                <a:schemeClr val="dk1"/>
              </a:buClr>
              <a:buSzPts val="2800"/>
              <a:buFont typeface="Arial"/>
              <a:buChar char="•"/>
            </a:pPr>
            <a:r>
              <a:rPr lang="en-US" sz="2800" b="0" i="0" u="none" strike="noStrike" cap="none">
                <a:solidFill>
                  <a:schemeClr val="dk1"/>
                </a:solidFill>
                <a:latin typeface="Arial"/>
                <a:ea typeface="Arial"/>
                <a:cs typeface="Arial"/>
                <a:sym typeface="Arial"/>
              </a:rPr>
              <a:t>Requires continuous monitoring</a:t>
            </a:r>
            <a:endParaRPr sz="1400" b="0" i="0" u="none" strike="noStrike" cap="none">
              <a:solidFill>
                <a:srgbClr val="000000"/>
              </a:solidFill>
              <a:latin typeface="Arial"/>
              <a:ea typeface="Arial"/>
              <a:cs typeface="Arial"/>
              <a:sym typeface="Arial"/>
            </a:endParaRPr>
          </a:p>
        </p:txBody>
      </p:sp>
      <p:grpSp>
        <p:nvGrpSpPr>
          <p:cNvPr id="607" name="Google Shape;607;p27"/>
          <p:cNvGrpSpPr/>
          <p:nvPr/>
        </p:nvGrpSpPr>
        <p:grpSpPr>
          <a:xfrm>
            <a:off x="4905052" y="851604"/>
            <a:ext cx="6666833" cy="5251591"/>
            <a:chOff x="0" y="101164"/>
            <a:chExt cx="6666833" cy="5251591"/>
          </a:xfrm>
        </p:grpSpPr>
        <p:sp>
          <p:nvSpPr>
            <p:cNvPr id="608" name="Google Shape;608;p27"/>
            <p:cNvSpPr/>
            <p:nvPr/>
          </p:nvSpPr>
          <p:spPr>
            <a:xfrm>
              <a:off x="0" y="440645"/>
              <a:ext cx="6666833" cy="2064825"/>
            </a:xfrm>
            <a:prstGeom prst="rect">
              <a:avLst/>
            </a:prstGeom>
            <a:solidFill>
              <a:schemeClr val="lt1">
                <a:alpha val="90196"/>
              </a:schemeClr>
            </a:solidFill>
            <a:ln w="12700" cap="flat" cmpd="sng">
              <a:solidFill>
                <a:srgbClr val="E9713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9" name="Google Shape;609;p27"/>
            <p:cNvSpPr txBox="1"/>
            <p:nvPr/>
          </p:nvSpPr>
          <p:spPr>
            <a:xfrm>
              <a:off x="0" y="440645"/>
              <a:ext cx="6666833" cy="2064825"/>
            </a:xfrm>
            <a:prstGeom prst="rect">
              <a:avLst/>
            </a:prstGeom>
            <a:noFill/>
            <a:ln>
              <a:noFill/>
            </a:ln>
          </p:spPr>
          <p:txBody>
            <a:bodyPr spcFirstLastPara="1" wrap="square" lIns="517400" tIns="479025" rIns="517400" bIns="163575" anchor="t" anchorCtr="0">
              <a:noAutofit/>
            </a:bodyPr>
            <a:lstStyle/>
            <a:p>
              <a:pPr marL="228600" marR="0" lvl="1" indent="-228600" algn="l" rtl="0">
                <a:lnSpc>
                  <a:spcPct val="90000"/>
                </a:lnSpc>
                <a:spcBef>
                  <a:spcPts val="0"/>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All rows in source data</a:t>
              </a:r>
              <a:endParaRPr sz="2300" b="0" i="0" u="none" strike="noStrike" cap="none">
                <a:solidFill>
                  <a:schemeClr val="dk1"/>
                </a:solidFill>
                <a:latin typeface="Arial"/>
                <a:ea typeface="Arial"/>
                <a:cs typeface="Arial"/>
                <a:sym typeface="Arial"/>
              </a:endParaRPr>
            </a:p>
            <a:p>
              <a:pPr marL="228600" marR="0" lvl="1" indent="-228600" algn="l" rtl="0">
                <a:lnSpc>
                  <a:spcPct val="90000"/>
                </a:lnSpc>
                <a:spcBef>
                  <a:spcPts val="345"/>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Often used for historical/onetime load</a:t>
              </a:r>
              <a:endParaRPr sz="2300" b="0" i="0" u="none" strike="noStrike" cap="none">
                <a:solidFill>
                  <a:schemeClr val="dk1"/>
                </a:solidFill>
                <a:latin typeface="Arial"/>
                <a:ea typeface="Arial"/>
                <a:cs typeface="Arial"/>
                <a:sym typeface="Arial"/>
              </a:endParaRPr>
            </a:p>
            <a:p>
              <a:pPr marL="228600" marR="0" lvl="1" indent="-228600" algn="l" rtl="0">
                <a:lnSpc>
                  <a:spcPct val="90000"/>
                </a:lnSpc>
                <a:spcBef>
                  <a:spcPts val="345"/>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Can be used for BAU load sometimes such like snapshots</a:t>
              </a:r>
              <a:endParaRPr sz="2300" b="0" i="0" u="none" strike="noStrike" cap="none">
                <a:solidFill>
                  <a:schemeClr val="dk1"/>
                </a:solidFill>
                <a:latin typeface="Arial"/>
                <a:ea typeface="Arial"/>
                <a:cs typeface="Arial"/>
                <a:sym typeface="Arial"/>
              </a:endParaRPr>
            </a:p>
          </p:txBody>
        </p:sp>
        <p:sp>
          <p:nvSpPr>
            <p:cNvPr id="610" name="Google Shape;610;p27"/>
            <p:cNvSpPr/>
            <p:nvPr/>
          </p:nvSpPr>
          <p:spPr>
            <a:xfrm>
              <a:off x="333341" y="101164"/>
              <a:ext cx="4666783" cy="678960"/>
            </a:xfrm>
            <a:prstGeom prst="roundRect">
              <a:avLst>
                <a:gd name="adj" fmla="val 16667"/>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1" name="Google Shape;611;p27"/>
            <p:cNvSpPr txBox="1"/>
            <p:nvPr/>
          </p:nvSpPr>
          <p:spPr>
            <a:xfrm>
              <a:off x="366485" y="134308"/>
              <a:ext cx="4600495" cy="612672"/>
            </a:xfrm>
            <a:prstGeom prst="rect">
              <a:avLst/>
            </a:prstGeom>
            <a:noFill/>
            <a:ln>
              <a:noFill/>
            </a:ln>
          </p:spPr>
          <p:txBody>
            <a:bodyPr spcFirstLastPara="1" wrap="square" lIns="176375" tIns="0" rIns="176375" bIns="0" anchor="ctr" anchorCtr="0">
              <a:noAutofit/>
            </a:bodyPr>
            <a:lstStyle/>
            <a:p>
              <a:pPr marL="0" marR="0" lvl="0" indent="0" algn="l" rtl="0">
                <a:lnSpc>
                  <a:spcPct val="90000"/>
                </a:lnSpc>
                <a:spcBef>
                  <a:spcPts val="0"/>
                </a:spcBef>
                <a:spcAft>
                  <a:spcPts val="0"/>
                </a:spcAft>
                <a:buClr>
                  <a:schemeClr val="lt1"/>
                </a:buClr>
                <a:buSzPts val="2300"/>
                <a:buFont typeface="Arial"/>
                <a:buNone/>
              </a:pPr>
              <a:r>
                <a:rPr lang="en-US" sz="2300" b="1" i="0" u="none" strike="noStrike" cap="none">
                  <a:solidFill>
                    <a:schemeClr val="lt1"/>
                  </a:solidFill>
                  <a:latin typeface="Arial"/>
                  <a:ea typeface="Arial"/>
                  <a:cs typeface="Arial"/>
                  <a:sym typeface="Arial"/>
                </a:rPr>
                <a:t>Full Load</a:t>
              </a:r>
              <a:endParaRPr sz="2300" b="0" i="0" u="none" strike="noStrike" cap="none">
                <a:solidFill>
                  <a:schemeClr val="lt1"/>
                </a:solidFill>
                <a:latin typeface="Arial"/>
                <a:ea typeface="Arial"/>
                <a:cs typeface="Arial"/>
                <a:sym typeface="Arial"/>
              </a:endParaRPr>
            </a:p>
          </p:txBody>
        </p:sp>
        <p:sp>
          <p:nvSpPr>
            <p:cNvPr id="612" name="Google Shape;612;p27"/>
            <p:cNvSpPr/>
            <p:nvPr/>
          </p:nvSpPr>
          <p:spPr>
            <a:xfrm>
              <a:off x="0" y="2969150"/>
              <a:ext cx="6666833" cy="579600"/>
            </a:xfrm>
            <a:prstGeom prst="rect">
              <a:avLst/>
            </a:prstGeom>
            <a:solidFill>
              <a:schemeClr val="lt1">
                <a:alpha val="90196"/>
              </a:schemeClr>
            </a:solidFill>
            <a:ln w="12700" cap="flat" cmpd="sng">
              <a:solidFill>
                <a:srgbClr val="8CAF1D"/>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3" name="Google Shape;613;p27"/>
            <p:cNvSpPr/>
            <p:nvPr/>
          </p:nvSpPr>
          <p:spPr>
            <a:xfrm>
              <a:off x="333341" y="2629670"/>
              <a:ext cx="4666783" cy="678960"/>
            </a:xfrm>
            <a:prstGeom prst="roundRect">
              <a:avLst>
                <a:gd name="adj" fmla="val 16667"/>
              </a:avLst>
            </a:prstGeom>
            <a:gradFill>
              <a:gsLst>
                <a:gs pos="0">
                  <a:srgbClr val="99BA4A"/>
                </a:gs>
                <a:gs pos="50000">
                  <a:srgbClr val="8FB614"/>
                </a:gs>
                <a:gs pos="100000">
                  <a:srgbClr val="81A70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4" name="Google Shape;614;p27"/>
            <p:cNvSpPr txBox="1"/>
            <p:nvPr/>
          </p:nvSpPr>
          <p:spPr>
            <a:xfrm>
              <a:off x="366485" y="2662814"/>
              <a:ext cx="4600495" cy="612672"/>
            </a:xfrm>
            <a:prstGeom prst="rect">
              <a:avLst/>
            </a:prstGeom>
            <a:noFill/>
            <a:ln>
              <a:noFill/>
            </a:ln>
          </p:spPr>
          <p:txBody>
            <a:bodyPr spcFirstLastPara="1" wrap="square" lIns="176375" tIns="0" rIns="176375" bIns="0" anchor="ctr" anchorCtr="0">
              <a:noAutofit/>
            </a:bodyPr>
            <a:lstStyle/>
            <a:p>
              <a:pPr marL="0" marR="0" lvl="0" indent="0" algn="l" rtl="0">
                <a:lnSpc>
                  <a:spcPct val="90000"/>
                </a:lnSpc>
                <a:spcBef>
                  <a:spcPts val="0"/>
                </a:spcBef>
                <a:spcAft>
                  <a:spcPts val="0"/>
                </a:spcAft>
                <a:buClr>
                  <a:schemeClr val="lt1"/>
                </a:buClr>
                <a:buSzPts val="2300"/>
                <a:buFont typeface="Arial"/>
                <a:buNone/>
              </a:pPr>
              <a:r>
                <a:rPr lang="en-US" sz="2300" b="0" i="0" u="none" strike="noStrike" cap="none">
                  <a:solidFill>
                    <a:schemeClr val="lt1"/>
                  </a:solidFill>
                  <a:latin typeface="Arial"/>
                  <a:ea typeface="Arial"/>
                  <a:cs typeface="Arial"/>
                  <a:sym typeface="Arial"/>
                </a:rPr>
                <a:t>T-1 load strategy:</a:t>
              </a:r>
              <a:endParaRPr sz="2300" b="0" i="0" u="none" strike="noStrike" cap="none">
                <a:solidFill>
                  <a:schemeClr val="lt1"/>
                </a:solidFill>
                <a:latin typeface="Arial"/>
                <a:ea typeface="Arial"/>
                <a:cs typeface="Arial"/>
                <a:sym typeface="Arial"/>
              </a:endParaRPr>
            </a:p>
          </p:txBody>
        </p:sp>
        <p:sp>
          <p:nvSpPr>
            <p:cNvPr id="615" name="Google Shape;615;p27"/>
            <p:cNvSpPr/>
            <p:nvPr/>
          </p:nvSpPr>
          <p:spPr>
            <a:xfrm>
              <a:off x="0" y="4012430"/>
              <a:ext cx="6666833" cy="1340325"/>
            </a:xfrm>
            <a:prstGeom prst="rect">
              <a:avLst/>
            </a:prstGeom>
            <a:solidFill>
              <a:schemeClr val="lt1">
                <a:alpha val="90196"/>
              </a:schemeClr>
            </a:solidFill>
            <a:ln w="12700" cap="flat" cmpd="sng">
              <a:solidFill>
                <a:srgbClr val="186923"/>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6" name="Google Shape;616;p27"/>
            <p:cNvSpPr txBox="1"/>
            <p:nvPr/>
          </p:nvSpPr>
          <p:spPr>
            <a:xfrm>
              <a:off x="0" y="4012430"/>
              <a:ext cx="6666833" cy="1340325"/>
            </a:xfrm>
            <a:prstGeom prst="rect">
              <a:avLst/>
            </a:prstGeom>
            <a:noFill/>
            <a:ln>
              <a:noFill/>
            </a:ln>
          </p:spPr>
          <p:txBody>
            <a:bodyPr spcFirstLastPara="1" wrap="square" lIns="517400" tIns="479025" rIns="517400" bIns="163575" anchor="t" anchorCtr="0">
              <a:noAutofit/>
            </a:bodyPr>
            <a:lstStyle/>
            <a:p>
              <a:pPr marL="228600" marR="0" lvl="1" indent="-228600" algn="l" rtl="0">
                <a:lnSpc>
                  <a:spcPct val="90000"/>
                </a:lnSpc>
                <a:spcBef>
                  <a:spcPts val="0"/>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Snapshot or full changes</a:t>
              </a:r>
              <a:endParaRPr sz="1400" b="0" i="0" u="none" strike="noStrike" cap="none">
                <a:solidFill>
                  <a:srgbClr val="000000"/>
                </a:solidFill>
                <a:latin typeface="Arial"/>
                <a:ea typeface="Arial"/>
                <a:cs typeface="Arial"/>
                <a:sym typeface="Arial"/>
              </a:endParaRPr>
            </a:p>
            <a:p>
              <a:pPr marL="228600" marR="0" lvl="1" indent="-228600" algn="l" rtl="0">
                <a:lnSpc>
                  <a:spcPct val="90000"/>
                </a:lnSpc>
                <a:spcBef>
                  <a:spcPts val="345"/>
                </a:spcBef>
                <a:spcAft>
                  <a:spcPts val="0"/>
                </a:spcAft>
                <a:buClr>
                  <a:schemeClr val="dk1"/>
                </a:buClr>
                <a:buSzPts val="2300"/>
                <a:buFont typeface="Arial"/>
                <a:buChar char="•"/>
              </a:pPr>
              <a:r>
                <a:rPr lang="en-US" sz="2300" b="0" i="0" u="none" strike="noStrike" cap="none">
                  <a:solidFill>
                    <a:schemeClr val="dk1"/>
                  </a:solidFill>
                  <a:latin typeface="Arial"/>
                  <a:ea typeface="Arial"/>
                  <a:cs typeface="Arial"/>
                  <a:sym typeface="Arial"/>
                </a:rPr>
                <a:t>One time validation</a:t>
              </a:r>
              <a:endParaRPr sz="1400" b="0" i="0" u="none" strike="noStrike" cap="none">
                <a:solidFill>
                  <a:srgbClr val="000000"/>
                </a:solidFill>
                <a:latin typeface="Arial"/>
                <a:ea typeface="Arial"/>
                <a:cs typeface="Arial"/>
                <a:sym typeface="Arial"/>
              </a:endParaRPr>
            </a:p>
          </p:txBody>
        </p:sp>
        <p:sp>
          <p:nvSpPr>
            <p:cNvPr id="617" name="Google Shape;617;p27"/>
            <p:cNvSpPr/>
            <p:nvPr/>
          </p:nvSpPr>
          <p:spPr>
            <a:xfrm>
              <a:off x="333341" y="3672950"/>
              <a:ext cx="4666783" cy="678960"/>
            </a:xfrm>
            <a:prstGeom prst="roundRect">
              <a:avLst>
                <a:gd name="adj" fmla="val 16667"/>
              </a:avLst>
            </a:prstGeom>
            <a:gradFill>
              <a:gsLst>
                <a:gs pos="0">
                  <a:srgbClr val="497B4D"/>
                </a:gs>
                <a:gs pos="50000">
                  <a:srgbClr val="126D20"/>
                </a:gs>
                <a:gs pos="100000">
                  <a:srgbClr val="0C6319"/>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18" name="Google Shape;618;p27"/>
            <p:cNvSpPr txBox="1"/>
            <p:nvPr/>
          </p:nvSpPr>
          <p:spPr>
            <a:xfrm>
              <a:off x="366485" y="3706094"/>
              <a:ext cx="4600495" cy="612672"/>
            </a:xfrm>
            <a:prstGeom prst="rect">
              <a:avLst/>
            </a:prstGeom>
            <a:noFill/>
            <a:ln>
              <a:noFill/>
            </a:ln>
          </p:spPr>
          <p:txBody>
            <a:bodyPr spcFirstLastPara="1" wrap="square" lIns="176375" tIns="0" rIns="176375" bIns="0" anchor="ctr" anchorCtr="0">
              <a:noAutofit/>
            </a:bodyPr>
            <a:lstStyle/>
            <a:p>
              <a:pPr marL="0" marR="0" lvl="0" indent="0" algn="l" rtl="0">
                <a:lnSpc>
                  <a:spcPct val="90000"/>
                </a:lnSpc>
                <a:spcBef>
                  <a:spcPts val="0"/>
                </a:spcBef>
                <a:spcAft>
                  <a:spcPts val="0"/>
                </a:spcAft>
                <a:buClr>
                  <a:schemeClr val="lt1"/>
                </a:buClr>
                <a:buSzPts val="2300"/>
                <a:buFont typeface="Arial"/>
                <a:buNone/>
              </a:pPr>
              <a:r>
                <a:rPr lang="en-US" sz="2300" b="0" i="0" u="none" strike="noStrike" cap="none">
                  <a:solidFill>
                    <a:schemeClr val="lt1"/>
                  </a:solidFill>
                  <a:latin typeface="Arial"/>
                  <a:ea typeface="Arial"/>
                  <a:cs typeface="Arial"/>
                  <a:sym typeface="Arial"/>
                </a:rPr>
                <a:t>History in-depth</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22"/>
        <p:cNvGrpSpPr/>
        <p:nvPr/>
      </p:nvGrpSpPr>
      <p:grpSpPr>
        <a:xfrm>
          <a:off x="0" y="0"/>
          <a:ext cx="0" cy="0"/>
          <a:chOff x="0" y="0"/>
          <a:chExt cx="0" cy="0"/>
        </a:xfrm>
      </p:grpSpPr>
      <p:sp>
        <p:nvSpPr>
          <p:cNvPr id="623" name="Google Shape;623;p28"/>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24" name="Google Shape;624;p28" descr="Box Packages"/>
          <p:cNvPicPr preferRelativeResize="0"/>
          <p:nvPr/>
        </p:nvPicPr>
        <p:blipFill rotWithShape="1">
          <a:blip r:embed="rId3">
            <a:alphaModFix/>
          </a:blip>
          <a:srcRect r="-1" b="283"/>
          <a:stretch/>
        </p:blipFill>
        <p:spPr>
          <a:xfrm>
            <a:off x="20" y="-22"/>
            <a:ext cx="12191977" cy="6858022"/>
          </a:xfrm>
          <a:prstGeom prst="rect">
            <a:avLst/>
          </a:prstGeom>
          <a:noFill/>
          <a:ln>
            <a:noFill/>
          </a:ln>
        </p:spPr>
      </p:pic>
      <p:sp>
        <p:nvSpPr>
          <p:cNvPr id="625" name="Google Shape;625;p28"/>
          <p:cNvSpPr/>
          <p:nvPr/>
        </p:nvSpPr>
        <p:spPr>
          <a:xfrm rot="-5400000">
            <a:off x="-1103377" y="1100316"/>
            <a:ext cx="6858003" cy="4657347"/>
          </a:xfrm>
          <a:prstGeom prst="rect">
            <a:avLst/>
          </a:prstGeom>
          <a:gradFill>
            <a:gsLst>
              <a:gs pos="0">
                <a:srgbClr val="000000">
                  <a:alpha val="0"/>
                </a:srgbClr>
              </a:gs>
              <a:gs pos="48000">
                <a:srgbClr val="000000">
                  <a:alpha val="23921"/>
                </a:srgbClr>
              </a:gs>
              <a:gs pos="85000">
                <a:srgbClr val="000000">
                  <a:alpha val="45098"/>
                </a:srgbClr>
              </a:gs>
              <a:gs pos="100000">
                <a:srgbClr val="000000">
                  <a:alpha val="45098"/>
                </a:srgbClr>
              </a:gs>
            </a:gsLst>
            <a:lin ang="16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6" name="Google Shape;626;p28" descr="$PPTXTitle"/>
          <p:cNvSpPr txBox="1">
            <a:spLocks noGrp="1"/>
          </p:cNvSpPr>
          <p:nvPr>
            <p:ph type="ctrTitle"/>
          </p:nvPr>
        </p:nvSpPr>
        <p:spPr>
          <a:xfrm>
            <a:off x="643466" y="643467"/>
            <a:ext cx="5452529" cy="3569242"/>
          </a:xfrm>
          <a:prstGeom prst="rect">
            <a:avLst/>
          </a:prstGeom>
          <a:noFill/>
          <a:ln>
            <a:noFill/>
          </a:ln>
        </p:spPr>
        <p:txBody>
          <a:bodyPr spcFirstLastPara="1" wrap="square" lIns="91425" tIns="45700" rIns="91425" bIns="45700" anchor="t" anchorCtr="0">
            <a:normAutofit/>
          </a:bodyPr>
          <a:lstStyle/>
          <a:p>
            <a:pPr marL="181610" lvl="0" indent="0" algn="l" rtl="0">
              <a:lnSpc>
                <a:spcPct val="90000"/>
              </a:lnSpc>
              <a:spcBef>
                <a:spcPts val="0"/>
              </a:spcBef>
              <a:spcAft>
                <a:spcPts val="0"/>
              </a:spcAft>
              <a:buClr>
                <a:srgbClr val="FFFFFF"/>
              </a:buClr>
              <a:buSzPts val="1400"/>
              <a:buFont typeface="Play"/>
              <a:buNone/>
            </a:pPr>
            <a:r>
              <a:rPr lang="en-US" sz="5200">
                <a:solidFill>
                  <a:srgbClr val="FFFFFF"/>
                </a:solidFill>
                <a:latin typeface="Play"/>
                <a:ea typeface="Play"/>
                <a:cs typeface="Play"/>
                <a:sym typeface="Play"/>
              </a:rPr>
              <a:t>Batch Data Processing</a:t>
            </a:r>
            <a:endParaRPr/>
          </a:p>
        </p:txBody>
      </p:sp>
      <p:sp>
        <p:nvSpPr>
          <p:cNvPr id="627" name="Google Shape;627;p28"/>
          <p:cNvSpPr txBox="1"/>
          <p:nvPr/>
        </p:nvSpPr>
        <p:spPr>
          <a:xfrm>
            <a:off x="643466" y="4551037"/>
            <a:ext cx="5449479" cy="1578054"/>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1000"/>
              </a:spcBef>
              <a:spcAft>
                <a:spcPts val="0"/>
              </a:spcAft>
              <a:buClr>
                <a:srgbClr val="000000"/>
              </a:buClr>
              <a:buSzPts val="2400"/>
              <a:buFont typeface="Arial"/>
              <a:buNone/>
            </a:pPr>
            <a:r>
              <a:rPr lang="en-US" sz="2400" b="0" i="0" u="none" strike="noStrike" cap="none">
                <a:solidFill>
                  <a:srgbClr val="FFFFFF"/>
                </a:solidFill>
                <a:latin typeface="Arial"/>
                <a:ea typeface="Arial"/>
                <a:cs typeface="Arial"/>
                <a:sym typeface="Arial"/>
              </a:rPr>
              <a:t>2</a:t>
            </a:r>
            <a:endParaRPr sz="1400" b="0" i="0" u="none" strike="noStrike" cap="none">
              <a:solidFill>
                <a:srgbClr val="000000"/>
              </a:solidFill>
              <a:latin typeface="Arial"/>
              <a:ea typeface="Arial"/>
              <a:cs typeface="Arial"/>
              <a:sym typeface="Arial"/>
            </a:endParaRPr>
          </a:p>
        </p:txBody>
      </p:sp>
      <p:sp>
        <p:nvSpPr>
          <p:cNvPr id="628" name="Google Shape;628;p28"/>
          <p:cNvSpPr/>
          <p:nvPr/>
        </p:nvSpPr>
        <p:spPr>
          <a:xfrm rot="5400000">
            <a:off x="7540187" y="2206184"/>
            <a:ext cx="6858003" cy="2445624"/>
          </a:xfrm>
          <a:prstGeom prst="rect">
            <a:avLst/>
          </a:prstGeom>
          <a:gradFill>
            <a:gsLst>
              <a:gs pos="0">
                <a:srgbClr val="000000">
                  <a:alpha val="0"/>
                </a:srgbClr>
              </a:gs>
              <a:gs pos="48000">
                <a:srgbClr val="000000">
                  <a:alpha val="23921"/>
                </a:srgbClr>
              </a:gs>
              <a:gs pos="85000">
                <a:srgbClr val="000000">
                  <a:alpha val="45098"/>
                </a:srgbClr>
              </a:gs>
              <a:gs pos="100000">
                <a:srgbClr val="000000">
                  <a:alpha val="45098"/>
                </a:srgbClr>
              </a:gs>
            </a:gsLst>
            <a:lin ang="16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Shape 632"/>
        <p:cNvGrpSpPr/>
        <p:nvPr/>
      </p:nvGrpSpPr>
      <p:grpSpPr>
        <a:xfrm>
          <a:off x="0" y="0"/>
          <a:ext cx="0" cy="0"/>
          <a:chOff x="0" y="0"/>
          <a:chExt cx="0" cy="0"/>
        </a:xfrm>
      </p:grpSpPr>
      <p:sp>
        <p:nvSpPr>
          <p:cNvPr id="633" name="Google Shape;633;p29" descr="$PPTXTitle"/>
          <p:cNvSpPr txBox="1">
            <a:spLocks noGrp="1"/>
          </p:cNvSpPr>
          <p:nvPr>
            <p:ph type="title"/>
          </p:nvPr>
        </p:nvSpPr>
        <p:spPr>
          <a:xfrm>
            <a:off x="1138948" y="429127"/>
            <a:ext cx="10223100" cy="690000"/>
          </a:xfrm>
          <a:prstGeom prst="rect">
            <a:avLst/>
          </a:prstGeom>
          <a:noFill/>
          <a:ln>
            <a:noFill/>
          </a:ln>
        </p:spPr>
        <p:txBody>
          <a:bodyPr spcFirstLastPara="1" wrap="square" lIns="0" tIns="12700" rIns="0" bIns="0" anchor="t" anchorCtr="0">
            <a:spAutoFit/>
          </a:bodyPr>
          <a:lstStyle/>
          <a:p>
            <a:pPr marL="1261110" lvl="0" indent="0" algn="l" rtl="0">
              <a:lnSpc>
                <a:spcPct val="100000"/>
              </a:lnSpc>
              <a:spcBef>
                <a:spcPts val="0"/>
              </a:spcBef>
              <a:spcAft>
                <a:spcPts val="0"/>
              </a:spcAft>
              <a:buClr>
                <a:srgbClr val="1172BE"/>
              </a:buClr>
              <a:buSzPts val="1400"/>
              <a:buFont typeface="Arial"/>
              <a:buNone/>
            </a:pPr>
            <a:r>
              <a:rPr lang="en-US"/>
              <a:t>ETL Data Pipeline Design</a:t>
            </a:r>
            <a:endParaRPr/>
          </a:p>
        </p:txBody>
      </p:sp>
      <p:grpSp>
        <p:nvGrpSpPr>
          <p:cNvPr id="634" name="Google Shape;634;p29"/>
          <p:cNvGrpSpPr/>
          <p:nvPr/>
        </p:nvGrpSpPr>
        <p:grpSpPr>
          <a:xfrm>
            <a:off x="2392234" y="1444108"/>
            <a:ext cx="7922259" cy="4237990"/>
            <a:chOff x="2392234" y="1444108"/>
            <a:chExt cx="7922259" cy="4237990"/>
          </a:xfrm>
        </p:grpSpPr>
        <p:sp>
          <p:nvSpPr>
            <p:cNvPr id="635" name="Google Shape;635;p29"/>
            <p:cNvSpPr/>
            <p:nvPr/>
          </p:nvSpPr>
          <p:spPr>
            <a:xfrm>
              <a:off x="2392234" y="1444108"/>
              <a:ext cx="7922259" cy="4237990"/>
            </a:xfrm>
            <a:custGeom>
              <a:avLst/>
              <a:gdLst/>
              <a:ahLst/>
              <a:cxnLst/>
              <a:rect l="l" t="t" r="r" b="b"/>
              <a:pathLst>
                <a:path w="7922259" h="4237990" extrusionOk="0">
                  <a:moveTo>
                    <a:pt x="0" y="0"/>
                  </a:moveTo>
                  <a:lnTo>
                    <a:pt x="7921896" y="0"/>
                  </a:lnTo>
                  <a:lnTo>
                    <a:pt x="7921896" y="4237556"/>
                  </a:lnTo>
                  <a:lnTo>
                    <a:pt x="0" y="4237556"/>
                  </a:lnTo>
                  <a:lnTo>
                    <a:pt x="0" y="0"/>
                  </a:lnTo>
                  <a:close/>
                </a:path>
              </a:pathLst>
            </a:custGeom>
            <a:noFill/>
            <a:ln w="12675" cap="flat" cmpd="sng">
              <a:solidFill>
                <a:srgbClr val="09528B"/>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36" name="Google Shape;636;p29"/>
            <p:cNvSpPr/>
            <p:nvPr/>
          </p:nvSpPr>
          <p:spPr>
            <a:xfrm>
              <a:off x="8389628" y="2081336"/>
              <a:ext cx="1623695" cy="2844800"/>
            </a:xfrm>
            <a:custGeom>
              <a:avLst/>
              <a:gdLst/>
              <a:ahLst/>
              <a:cxnLst/>
              <a:rect l="l" t="t" r="r" b="b"/>
              <a:pathLst>
                <a:path w="1623695" h="2844800" extrusionOk="0">
                  <a:moveTo>
                    <a:pt x="1623682" y="0"/>
                  </a:moveTo>
                  <a:lnTo>
                    <a:pt x="0" y="0"/>
                  </a:lnTo>
                  <a:lnTo>
                    <a:pt x="0" y="2844380"/>
                  </a:lnTo>
                  <a:lnTo>
                    <a:pt x="1623682" y="2844380"/>
                  </a:lnTo>
                  <a:lnTo>
                    <a:pt x="1623682" y="0"/>
                  </a:lnTo>
                  <a:close/>
                </a:path>
              </a:pathLst>
            </a:custGeom>
            <a:solidFill>
              <a:srgbClr val="00B0F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637" name="Google Shape;637;p29"/>
          <p:cNvSpPr txBox="1"/>
          <p:nvPr/>
        </p:nvSpPr>
        <p:spPr>
          <a:xfrm>
            <a:off x="8636135" y="3829716"/>
            <a:ext cx="1154430" cy="461645"/>
          </a:xfrm>
          <a:prstGeom prst="rect">
            <a:avLst/>
          </a:prstGeom>
          <a:solidFill>
            <a:srgbClr val="00B0F0"/>
          </a:solidFill>
          <a:ln w="9525" cap="flat" cmpd="sng">
            <a:solidFill>
              <a:srgbClr val="FFFFFF"/>
            </a:solidFill>
            <a:prstDash val="solid"/>
            <a:round/>
            <a:headEnd type="none" w="sm" len="sm"/>
            <a:tailEnd type="none" w="sm" len="sm"/>
          </a:ln>
        </p:spPr>
        <p:txBody>
          <a:bodyPr spcFirstLastPara="1" wrap="square" lIns="0" tIns="31750" rIns="0" bIns="0" anchor="t" anchorCtr="0">
            <a:spAutoFit/>
          </a:bodyPr>
          <a:lstStyle/>
          <a:p>
            <a:pPr marL="90805"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PL_MTH_SALES</a:t>
            </a:r>
            <a:endParaRPr sz="1200" b="0" i="0" u="none" strike="noStrike" cap="none">
              <a:solidFill>
                <a:schemeClr val="dk1"/>
              </a:solidFill>
              <a:latin typeface="Arial"/>
              <a:ea typeface="Arial"/>
              <a:cs typeface="Arial"/>
              <a:sym typeface="Arial"/>
            </a:endParaRPr>
          </a:p>
          <a:p>
            <a:pPr marL="90805" marR="0" lvl="0" indent="0" algn="l" rtl="0">
              <a:lnSpc>
                <a:spcPct val="100000"/>
              </a:lnSpc>
              <a:spcBef>
                <a:spcPts val="75"/>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_PROD_CUST</a:t>
            </a:r>
            <a:endParaRPr sz="1200" b="0" i="0" u="none" strike="noStrike" cap="none">
              <a:solidFill>
                <a:schemeClr val="dk1"/>
              </a:solidFill>
              <a:latin typeface="Arial"/>
              <a:ea typeface="Arial"/>
              <a:cs typeface="Arial"/>
              <a:sym typeface="Arial"/>
            </a:endParaRPr>
          </a:p>
        </p:txBody>
      </p:sp>
      <p:sp>
        <p:nvSpPr>
          <p:cNvPr id="638" name="Google Shape;638;p29"/>
          <p:cNvSpPr txBox="1"/>
          <p:nvPr/>
        </p:nvSpPr>
        <p:spPr>
          <a:xfrm>
            <a:off x="8389628" y="2081336"/>
            <a:ext cx="1623695" cy="2844800"/>
          </a:xfrm>
          <a:prstGeom prst="rect">
            <a:avLst/>
          </a:prstGeom>
          <a:noFill/>
          <a:ln>
            <a:noFill/>
          </a:ln>
        </p:spPr>
        <p:txBody>
          <a:bodyPr spcFirstLastPara="1" wrap="square" lIns="0" tIns="97775" rIns="0" bIns="0" anchor="t" anchorCtr="0">
            <a:spAutoFit/>
          </a:bodyPr>
          <a:lstStyle/>
          <a:p>
            <a:pPr marL="180975"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PL</a:t>
            </a:r>
            <a:endParaRPr sz="1200" b="0" i="0" u="none" strike="noStrike" cap="none">
              <a:solidFill>
                <a:schemeClr val="dk1"/>
              </a:solidFill>
              <a:latin typeface="Arial"/>
              <a:ea typeface="Arial"/>
              <a:cs typeface="Arial"/>
              <a:sym typeface="Arial"/>
            </a:endParaRPr>
          </a:p>
        </p:txBody>
      </p:sp>
      <p:sp>
        <p:nvSpPr>
          <p:cNvPr id="639" name="Google Shape;639;p29"/>
          <p:cNvSpPr/>
          <p:nvPr/>
        </p:nvSpPr>
        <p:spPr>
          <a:xfrm>
            <a:off x="443470" y="2076292"/>
            <a:ext cx="1322070" cy="2844800"/>
          </a:xfrm>
          <a:custGeom>
            <a:avLst/>
            <a:gdLst/>
            <a:ahLst/>
            <a:cxnLst/>
            <a:rect l="l" t="t" r="r" b="b"/>
            <a:pathLst>
              <a:path w="1322070" h="2844800" extrusionOk="0">
                <a:moveTo>
                  <a:pt x="1321650" y="0"/>
                </a:moveTo>
                <a:lnTo>
                  <a:pt x="0" y="0"/>
                </a:lnTo>
                <a:lnTo>
                  <a:pt x="0" y="2844380"/>
                </a:lnTo>
                <a:lnTo>
                  <a:pt x="1321650" y="2844380"/>
                </a:lnTo>
                <a:lnTo>
                  <a:pt x="1321650" y="0"/>
                </a:lnTo>
                <a:close/>
              </a:path>
            </a:pathLst>
          </a:custGeom>
          <a:solidFill>
            <a:srgbClr val="0070C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0" name="Google Shape;640;p29"/>
          <p:cNvSpPr txBox="1"/>
          <p:nvPr/>
        </p:nvSpPr>
        <p:spPr>
          <a:xfrm>
            <a:off x="638836" y="2218435"/>
            <a:ext cx="826135" cy="208279"/>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SUPERSTORE</a:t>
            </a:r>
            <a:endParaRPr sz="1200" b="0" i="0" u="none" strike="noStrike" cap="none">
              <a:solidFill>
                <a:schemeClr val="dk1"/>
              </a:solidFill>
              <a:latin typeface="Arial"/>
              <a:ea typeface="Arial"/>
              <a:cs typeface="Arial"/>
              <a:sym typeface="Arial"/>
            </a:endParaRPr>
          </a:p>
        </p:txBody>
      </p:sp>
      <p:sp>
        <p:nvSpPr>
          <p:cNvPr id="641" name="Google Shape;641;p29"/>
          <p:cNvSpPr txBox="1"/>
          <p:nvPr/>
        </p:nvSpPr>
        <p:spPr>
          <a:xfrm>
            <a:off x="719593" y="2900914"/>
            <a:ext cx="769620" cy="276860"/>
          </a:xfrm>
          <a:prstGeom prst="rect">
            <a:avLst/>
          </a:prstGeom>
          <a:solidFill>
            <a:srgbClr val="0070C0"/>
          </a:solidFill>
          <a:ln w="9525" cap="flat" cmpd="sng">
            <a:solidFill>
              <a:srgbClr val="FFFFFF"/>
            </a:solidFill>
            <a:prstDash val="solid"/>
            <a:round/>
            <a:headEnd type="none" w="sm" len="sm"/>
            <a:tailEnd type="none" w="sm" len="sm"/>
          </a:ln>
        </p:spPr>
        <p:txBody>
          <a:bodyPr spcFirstLastPara="1" wrap="square" lIns="0" tIns="34275" rIns="0" bIns="0" anchor="t" anchorCtr="0">
            <a:spAutoFit/>
          </a:bodyPr>
          <a:lstStyle/>
          <a:p>
            <a:pPr marL="202565"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SALES</a:t>
            </a:r>
            <a:endParaRPr sz="1200" b="0" i="0" u="none" strike="noStrike" cap="none">
              <a:solidFill>
                <a:schemeClr val="dk1"/>
              </a:solidFill>
              <a:latin typeface="Arial"/>
              <a:ea typeface="Arial"/>
              <a:cs typeface="Arial"/>
              <a:sym typeface="Arial"/>
            </a:endParaRPr>
          </a:p>
        </p:txBody>
      </p:sp>
      <p:sp>
        <p:nvSpPr>
          <p:cNvPr id="642" name="Google Shape;642;p29"/>
          <p:cNvSpPr txBox="1"/>
          <p:nvPr/>
        </p:nvSpPr>
        <p:spPr>
          <a:xfrm>
            <a:off x="719593" y="3821160"/>
            <a:ext cx="769620" cy="276860"/>
          </a:xfrm>
          <a:prstGeom prst="rect">
            <a:avLst/>
          </a:prstGeom>
          <a:solidFill>
            <a:srgbClr val="0070C0"/>
          </a:solidFill>
          <a:ln w="9525" cap="flat" cmpd="sng">
            <a:solidFill>
              <a:srgbClr val="FFFFFF"/>
            </a:solidFill>
            <a:prstDash val="solid"/>
            <a:round/>
            <a:headEnd type="none" w="sm" len="sm"/>
            <a:tailEnd type="none" w="sm" len="sm"/>
          </a:ln>
        </p:spPr>
        <p:txBody>
          <a:bodyPr spcFirstLastPara="1" wrap="square" lIns="0" tIns="31100" rIns="0" bIns="0" anchor="t" anchorCtr="0">
            <a:spAutoFit/>
          </a:bodyPr>
          <a:lstStyle/>
          <a:p>
            <a:pPr marL="9144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RETURNS</a:t>
            </a:r>
            <a:endParaRPr sz="1200" b="0" i="0" u="none" strike="noStrike" cap="none">
              <a:solidFill>
                <a:schemeClr val="dk1"/>
              </a:solidFill>
              <a:latin typeface="Arial"/>
              <a:ea typeface="Arial"/>
              <a:cs typeface="Arial"/>
              <a:sym typeface="Arial"/>
            </a:endParaRPr>
          </a:p>
        </p:txBody>
      </p:sp>
      <p:sp>
        <p:nvSpPr>
          <p:cNvPr id="643" name="Google Shape;643;p29"/>
          <p:cNvSpPr/>
          <p:nvPr/>
        </p:nvSpPr>
        <p:spPr>
          <a:xfrm>
            <a:off x="2850037" y="2076292"/>
            <a:ext cx="1515745" cy="2844800"/>
          </a:xfrm>
          <a:custGeom>
            <a:avLst/>
            <a:gdLst/>
            <a:ahLst/>
            <a:cxnLst/>
            <a:rect l="l" t="t" r="r" b="b"/>
            <a:pathLst>
              <a:path w="1515745" h="2844800" extrusionOk="0">
                <a:moveTo>
                  <a:pt x="1515389" y="0"/>
                </a:moveTo>
                <a:lnTo>
                  <a:pt x="0" y="0"/>
                </a:lnTo>
                <a:lnTo>
                  <a:pt x="0" y="2844380"/>
                </a:lnTo>
                <a:lnTo>
                  <a:pt x="1515389" y="2844380"/>
                </a:lnTo>
                <a:lnTo>
                  <a:pt x="1515389" y="0"/>
                </a:lnTo>
                <a:close/>
              </a:path>
            </a:pathLst>
          </a:custGeom>
          <a:solidFill>
            <a:srgbClr val="FFC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4" name="Google Shape;644;p29"/>
          <p:cNvSpPr txBox="1"/>
          <p:nvPr/>
        </p:nvSpPr>
        <p:spPr>
          <a:xfrm>
            <a:off x="2928773" y="2178795"/>
            <a:ext cx="11544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STAGING</a:t>
            </a:r>
            <a:endParaRPr sz="1200" b="0" i="0" u="none" strike="noStrike" cap="none">
              <a:solidFill>
                <a:schemeClr val="dk1"/>
              </a:solidFill>
              <a:latin typeface="Arial"/>
              <a:ea typeface="Arial"/>
              <a:cs typeface="Arial"/>
              <a:sym typeface="Arial"/>
            </a:endParaRPr>
          </a:p>
        </p:txBody>
      </p:sp>
      <p:sp>
        <p:nvSpPr>
          <p:cNvPr id="645" name="Google Shape;645;p29"/>
          <p:cNvSpPr txBox="1"/>
          <p:nvPr/>
        </p:nvSpPr>
        <p:spPr>
          <a:xfrm>
            <a:off x="3109351" y="2886848"/>
            <a:ext cx="1064260" cy="276860"/>
          </a:xfrm>
          <a:prstGeom prst="rect">
            <a:avLst/>
          </a:prstGeom>
          <a:solidFill>
            <a:srgbClr val="FFC000"/>
          </a:solidFill>
          <a:ln w="9525" cap="flat" cmpd="sng">
            <a:solidFill>
              <a:srgbClr val="FFFFFF"/>
            </a:solidFill>
            <a:prstDash val="solid"/>
            <a:round/>
            <a:headEnd type="none" w="sm" len="sm"/>
            <a:tailEnd type="none" w="sm" len="sm"/>
          </a:ln>
        </p:spPr>
        <p:txBody>
          <a:bodyPr spcFirstLastPara="1" wrap="square" lIns="0" tIns="33000" rIns="0" bIns="0" anchor="t" anchorCtr="0">
            <a:spAutoFit/>
          </a:bodyPr>
          <a:lstStyle/>
          <a:p>
            <a:pPr marL="193675"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SALES_STG</a:t>
            </a:r>
            <a:endParaRPr sz="1200" b="0" i="0" u="none" strike="noStrike" cap="none">
              <a:solidFill>
                <a:schemeClr val="dk1"/>
              </a:solidFill>
              <a:latin typeface="Arial"/>
              <a:ea typeface="Arial"/>
              <a:cs typeface="Arial"/>
              <a:sym typeface="Arial"/>
            </a:endParaRPr>
          </a:p>
        </p:txBody>
      </p:sp>
      <p:sp>
        <p:nvSpPr>
          <p:cNvPr id="646" name="Google Shape;646;p29"/>
          <p:cNvSpPr/>
          <p:nvPr/>
        </p:nvSpPr>
        <p:spPr>
          <a:xfrm>
            <a:off x="3132994" y="3701567"/>
            <a:ext cx="1046480" cy="461645"/>
          </a:xfrm>
          <a:custGeom>
            <a:avLst/>
            <a:gdLst/>
            <a:ahLst/>
            <a:cxnLst/>
            <a:rect l="l" t="t" r="r" b="b"/>
            <a:pathLst>
              <a:path w="1046479" h="461645" extrusionOk="0">
                <a:moveTo>
                  <a:pt x="0" y="0"/>
                </a:moveTo>
                <a:lnTo>
                  <a:pt x="1046411" y="0"/>
                </a:lnTo>
                <a:lnTo>
                  <a:pt x="1046411" y="461429"/>
                </a:lnTo>
                <a:lnTo>
                  <a:pt x="0" y="461429"/>
                </a:lnTo>
                <a:lnTo>
                  <a:pt x="0" y="0"/>
                </a:lnTo>
                <a:close/>
              </a:path>
            </a:pathLst>
          </a:custGeom>
          <a:noFill/>
          <a:ln w="9525"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7" name="Google Shape;647;p29"/>
          <p:cNvSpPr txBox="1"/>
          <p:nvPr/>
        </p:nvSpPr>
        <p:spPr>
          <a:xfrm>
            <a:off x="3137754" y="3721100"/>
            <a:ext cx="1042035" cy="400685"/>
          </a:xfrm>
          <a:prstGeom prst="rect">
            <a:avLst/>
          </a:prstGeom>
          <a:noFill/>
          <a:ln>
            <a:noFill/>
          </a:ln>
        </p:spPr>
        <p:txBody>
          <a:bodyPr spcFirstLastPara="1" wrap="square" lIns="0" tIns="3175" rIns="0" bIns="0" anchor="t" anchorCtr="0">
            <a:spAutoFit/>
          </a:bodyPr>
          <a:lstStyle/>
          <a:p>
            <a:pPr marL="469900" marR="114935" lvl="0" indent="-352425" algn="l" rtl="0">
              <a:lnSpc>
                <a:spcPct val="105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RETURNS_ST G</a:t>
            </a:r>
            <a:endParaRPr sz="1200" b="0" i="0" u="none" strike="noStrike" cap="none">
              <a:solidFill>
                <a:schemeClr val="dk1"/>
              </a:solidFill>
              <a:latin typeface="Arial"/>
              <a:ea typeface="Arial"/>
              <a:cs typeface="Arial"/>
              <a:sym typeface="Arial"/>
            </a:endParaRPr>
          </a:p>
        </p:txBody>
      </p:sp>
      <p:sp>
        <p:nvSpPr>
          <p:cNvPr id="648" name="Google Shape;648;p29"/>
          <p:cNvSpPr/>
          <p:nvPr/>
        </p:nvSpPr>
        <p:spPr>
          <a:xfrm>
            <a:off x="5158774" y="2076292"/>
            <a:ext cx="2585085" cy="2844800"/>
          </a:xfrm>
          <a:custGeom>
            <a:avLst/>
            <a:gdLst/>
            <a:ahLst/>
            <a:cxnLst/>
            <a:rect l="l" t="t" r="r" b="b"/>
            <a:pathLst>
              <a:path w="2585084" h="2844800" extrusionOk="0">
                <a:moveTo>
                  <a:pt x="2584894" y="0"/>
                </a:moveTo>
                <a:lnTo>
                  <a:pt x="0" y="0"/>
                </a:lnTo>
                <a:lnTo>
                  <a:pt x="0" y="2844380"/>
                </a:lnTo>
                <a:lnTo>
                  <a:pt x="2584894" y="2844380"/>
                </a:lnTo>
                <a:lnTo>
                  <a:pt x="2584894" y="0"/>
                </a:lnTo>
                <a:close/>
              </a:path>
            </a:pathLst>
          </a:custGeom>
          <a:solidFill>
            <a:srgbClr val="92D05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9" name="Google Shape;649;p29"/>
          <p:cNvSpPr txBox="1"/>
          <p:nvPr/>
        </p:nvSpPr>
        <p:spPr>
          <a:xfrm>
            <a:off x="5294102" y="2166628"/>
            <a:ext cx="11544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CL</a:t>
            </a:r>
            <a:endParaRPr sz="1200" b="0" i="0" u="none" strike="noStrike" cap="none">
              <a:solidFill>
                <a:schemeClr val="dk1"/>
              </a:solidFill>
              <a:latin typeface="Arial"/>
              <a:ea typeface="Arial"/>
              <a:cs typeface="Arial"/>
              <a:sym typeface="Arial"/>
            </a:endParaRPr>
          </a:p>
        </p:txBody>
      </p:sp>
      <p:sp>
        <p:nvSpPr>
          <p:cNvPr id="650" name="Google Shape;650;p29"/>
          <p:cNvSpPr txBox="1"/>
          <p:nvPr/>
        </p:nvSpPr>
        <p:spPr>
          <a:xfrm>
            <a:off x="5914500" y="3472891"/>
            <a:ext cx="1154430" cy="276860"/>
          </a:xfrm>
          <a:prstGeom prst="rect">
            <a:avLst/>
          </a:prstGeom>
          <a:solidFill>
            <a:srgbClr val="92D050"/>
          </a:solidFill>
          <a:ln w="9525" cap="flat" cmpd="sng">
            <a:solidFill>
              <a:srgbClr val="FFFFFF"/>
            </a:solidFill>
            <a:prstDash val="solid"/>
            <a:round/>
            <a:headEnd type="none" w="sm" len="sm"/>
            <a:tailEnd type="none" w="sm" len="sm"/>
          </a:ln>
        </p:spPr>
        <p:txBody>
          <a:bodyPr spcFirstLastPara="1" wrap="square" lIns="0" tIns="32375" rIns="0" bIns="0" anchor="t" anchorCtr="0">
            <a:spAutoFit/>
          </a:bodyPr>
          <a:lstStyle/>
          <a:p>
            <a:pPr marL="20447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SALES_FACT</a:t>
            </a:r>
            <a:endParaRPr sz="1200" b="0" i="0" u="none" strike="noStrike" cap="none">
              <a:solidFill>
                <a:schemeClr val="dk1"/>
              </a:solidFill>
              <a:latin typeface="Arial"/>
              <a:ea typeface="Arial"/>
              <a:cs typeface="Arial"/>
              <a:sym typeface="Arial"/>
            </a:endParaRPr>
          </a:p>
        </p:txBody>
      </p:sp>
      <p:sp>
        <p:nvSpPr>
          <p:cNvPr id="651" name="Google Shape;651;p29"/>
          <p:cNvSpPr txBox="1"/>
          <p:nvPr/>
        </p:nvSpPr>
        <p:spPr>
          <a:xfrm>
            <a:off x="5349769" y="2702190"/>
            <a:ext cx="1116330" cy="276860"/>
          </a:xfrm>
          <a:prstGeom prst="rect">
            <a:avLst/>
          </a:prstGeom>
          <a:solidFill>
            <a:srgbClr val="92D050"/>
          </a:solidFill>
          <a:ln w="9525" cap="flat" cmpd="sng">
            <a:solidFill>
              <a:srgbClr val="FFFFFF"/>
            </a:solidFill>
            <a:prstDash val="solid"/>
            <a:round/>
            <a:headEnd type="none" w="sm" len="sm"/>
            <a:tailEnd type="none" w="sm" len="sm"/>
          </a:ln>
        </p:spPr>
        <p:txBody>
          <a:bodyPr spcFirstLastPara="1" wrap="square" lIns="0" tIns="31750" rIns="0" bIns="0" anchor="t" anchorCtr="0">
            <a:spAutoFit/>
          </a:bodyPr>
          <a:lstStyle/>
          <a:p>
            <a:pPr marL="227329"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CUST_DIM</a:t>
            </a:r>
            <a:endParaRPr sz="1200" b="0" i="0" u="none" strike="noStrike" cap="none">
              <a:solidFill>
                <a:schemeClr val="dk1"/>
              </a:solidFill>
              <a:latin typeface="Arial"/>
              <a:ea typeface="Arial"/>
              <a:cs typeface="Arial"/>
              <a:sym typeface="Arial"/>
            </a:endParaRPr>
          </a:p>
        </p:txBody>
      </p:sp>
      <p:sp>
        <p:nvSpPr>
          <p:cNvPr id="652" name="Google Shape;652;p29"/>
          <p:cNvSpPr txBox="1"/>
          <p:nvPr/>
        </p:nvSpPr>
        <p:spPr>
          <a:xfrm>
            <a:off x="5332101" y="4264837"/>
            <a:ext cx="1116330" cy="276860"/>
          </a:xfrm>
          <a:prstGeom prst="rect">
            <a:avLst/>
          </a:prstGeom>
          <a:solidFill>
            <a:srgbClr val="92D050"/>
          </a:solidFill>
          <a:ln w="9525" cap="flat" cmpd="sng">
            <a:solidFill>
              <a:srgbClr val="FFFFFF"/>
            </a:solidFill>
            <a:prstDash val="solid"/>
            <a:round/>
            <a:headEnd type="none" w="sm" len="sm"/>
            <a:tailEnd type="none" w="sm" len="sm"/>
          </a:ln>
        </p:spPr>
        <p:txBody>
          <a:bodyPr spcFirstLastPara="1" wrap="square" lIns="0" tIns="32375" rIns="0" bIns="0" anchor="t" anchorCtr="0">
            <a:spAutoFit/>
          </a:bodyPr>
          <a:lstStyle/>
          <a:p>
            <a:pPr marL="211454"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PROD_DIM</a:t>
            </a:r>
            <a:endParaRPr sz="1200" b="0" i="0" u="none" strike="noStrike" cap="none">
              <a:solidFill>
                <a:schemeClr val="dk1"/>
              </a:solidFill>
              <a:latin typeface="Arial"/>
              <a:ea typeface="Arial"/>
              <a:cs typeface="Arial"/>
              <a:sym typeface="Arial"/>
            </a:endParaRPr>
          </a:p>
        </p:txBody>
      </p:sp>
      <p:sp>
        <p:nvSpPr>
          <p:cNvPr id="653" name="Google Shape;653;p29"/>
          <p:cNvSpPr txBox="1"/>
          <p:nvPr/>
        </p:nvSpPr>
        <p:spPr>
          <a:xfrm>
            <a:off x="6609617" y="2718020"/>
            <a:ext cx="1094740" cy="276860"/>
          </a:xfrm>
          <a:prstGeom prst="rect">
            <a:avLst/>
          </a:prstGeom>
          <a:solidFill>
            <a:srgbClr val="92D050"/>
          </a:solidFill>
          <a:ln w="9525" cap="flat" cmpd="sng">
            <a:solidFill>
              <a:srgbClr val="FFFFFF"/>
            </a:solidFill>
            <a:prstDash val="solid"/>
            <a:round/>
            <a:headEnd type="none" w="sm" len="sm"/>
            <a:tailEnd type="none" w="sm" len="sm"/>
          </a:ln>
        </p:spPr>
        <p:txBody>
          <a:bodyPr spcFirstLastPara="1" wrap="square" lIns="0" tIns="34275" rIns="0" bIns="0" anchor="t" anchorCtr="0">
            <a:spAutoFit/>
          </a:bodyPr>
          <a:lstStyle/>
          <a:p>
            <a:pPr marL="219075"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DATE_DIM</a:t>
            </a:r>
            <a:endParaRPr sz="1200" b="0" i="0" u="none" strike="noStrike" cap="none">
              <a:solidFill>
                <a:schemeClr val="dk1"/>
              </a:solidFill>
              <a:latin typeface="Arial"/>
              <a:ea typeface="Arial"/>
              <a:cs typeface="Arial"/>
              <a:sym typeface="Arial"/>
            </a:endParaRPr>
          </a:p>
        </p:txBody>
      </p:sp>
      <p:sp>
        <p:nvSpPr>
          <p:cNvPr id="654" name="Google Shape;654;p29"/>
          <p:cNvSpPr txBox="1"/>
          <p:nvPr/>
        </p:nvSpPr>
        <p:spPr>
          <a:xfrm>
            <a:off x="6655941" y="4291382"/>
            <a:ext cx="1048385" cy="276860"/>
          </a:xfrm>
          <a:prstGeom prst="rect">
            <a:avLst/>
          </a:prstGeom>
          <a:solidFill>
            <a:srgbClr val="92D050"/>
          </a:solidFill>
          <a:ln w="9525" cap="flat" cmpd="sng">
            <a:solidFill>
              <a:srgbClr val="FFFFFF"/>
            </a:solidFill>
            <a:prstDash val="solid"/>
            <a:round/>
            <a:headEnd type="none" w="sm" len="sm"/>
            <a:tailEnd type="none" w="sm" len="sm"/>
          </a:ln>
        </p:spPr>
        <p:txBody>
          <a:bodyPr spcFirstLastPara="1" wrap="square" lIns="0" tIns="33650" rIns="0" bIns="0" anchor="t" anchorCtr="0">
            <a:spAutoFit/>
          </a:bodyPr>
          <a:lstStyle/>
          <a:p>
            <a:pPr marL="191770" marR="0" lvl="0" indent="0" algn="l" rtl="0">
              <a:lnSpc>
                <a:spcPct val="100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JUNK_DIM</a:t>
            </a:r>
            <a:endParaRPr sz="1200" b="0" i="0" u="none" strike="noStrike" cap="none">
              <a:solidFill>
                <a:schemeClr val="dk1"/>
              </a:solidFill>
              <a:latin typeface="Arial"/>
              <a:ea typeface="Arial"/>
              <a:cs typeface="Arial"/>
              <a:sym typeface="Arial"/>
            </a:endParaRPr>
          </a:p>
        </p:txBody>
      </p:sp>
      <p:grpSp>
        <p:nvGrpSpPr>
          <p:cNvPr id="655" name="Google Shape;655;p29"/>
          <p:cNvGrpSpPr/>
          <p:nvPr/>
        </p:nvGrpSpPr>
        <p:grpSpPr>
          <a:xfrm>
            <a:off x="1488681" y="2781086"/>
            <a:ext cx="6901272" cy="1622359"/>
            <a:chOff x="1488681" y="2781086"/>
            <a:chExt cx="6901272" cy="1622359"/>
          </a:xfrm>
        </p:grpSpPr>
        <p:sp>
          <p:nvSpPr>
            <p:cNvPr id="656" name="Google Shape;656;p29"/>
            <p:cNvSpPr/>
            <p:nvPr/>
          </p:nvSpPr>
          <p:spPr>
            <a:xfrm>
              <a:off x="1488681" y="2801975"/>
              <a:ext cx="4425950" cy="1601470"/>
            </a:xfrm>
            <a:custGeom>
              <a:avLst/>
              <a:gdLst/>
              <a:ahLst/>
              <a:cxnLst/>
              <a:rect l="l" t="t" r="r" b="b"/>
              <a:pathLst>
                <a:path w="4425950" h="1601470" extrusionOk="0">
                  <a:moveTo>
                    <a:pt x="1620672" y="223367"/>
                  </a:moveTo>
                  <a:lnTo>
                    <a:pt x="1583410" y="205143"/>
                  </a:lnTo>
                  <a:lnTo>
                    <a:pt x="1505877" y="167220"/>
                  </a:lnTo>
                  <a:lnTo>
                    <a:pt x="1506194" y="205143"/>
                  </a:lnTo>
                  <a:lnTo>
                    <a:pt x="1506194" y="205320"/>
                  </a:lnTo>
                  <a:lnTo>
                    <a:pt x="152" y="218389"/>
                  </a:lnTo>
                  <a:lnTo>
                    <a:pt x="355" y="243243"/>
                  </a:lnTo>
                  <a:lnTo>
                    <a:pt x="482" y="256489"/>
                  </a:lnTo>
                  <a:lnTo>
                    <a:pt x="1506524" y="243420"/>
                  </a:lnTo>
                  <a:lnTo>
                    <a:pt x="1506486" y="240157"/>
                  </a:lnTo>
                  <a:lnTo>
                    <a:pt x="1506524" y="243243"/>
                  </a:lnTo>
                  <a:lnTo>
                    <a:pt x="1506524" y="243420"/>
                  </a:lnTo>
                  <a:lnTo>
                    <a:pt x="1506867" y="281508"/>
                  </a:lnTo>
                  <a:lnTo>
                    <a:pt x="1620672" y="223367"/>
                  </a:lnTo>
                  <a:close/>
                </a:path>
                <a:path w="4425950" h="1601470" extrusionOk="0">
                  <a:moveTo>
                    <a:pt x="1644319" y="1130439"/>
                  </a:moveTo>
                  <a:lnTo>
                    <a:pt x="1607870" y="1112964"/>
                  </a:lnTo>
                  <a:lnTo>
                    <a:pt x="1529080" y="1075182"/>
                  </a:lnTo>
                  <a:lnTo>
                    <a:pt x="1529702" y="1112964"/>
                  </a:lnTo>
                  <a:lnTo>
                    <a:pt x="1529702" y="1113269"/>
                  </a:lnTo>
                  <a:lnTo>
                    <a:pt x="0" y="1138643"/>
                  </a:lnTo>
                  <a:lnTo>
                    <a:pt x="635" y="1176743"/>
                  </a:lnTo>
                  <a:lnTo>
                    <a:pt x="1530337" y="1151369"/>
                  </a:lnTo>
                  <a:lnTo>
                    <a:pt x="1530972" y="1189469"/>
                  </a:lnTo>
                  <a:lnTo>
                    <a:pt x="1644319" y="1130439"/>
                  </a:lnTo>
                  <a:close/>
                </a:path>
                <a:path w="4425950" h="1601470" extrusionOk="0">
                  <a:moveTo>
                    <a:pt x="4425823" y="809421"/>
                  </a:moveTo>
                  <a:lnTo>
                    <a:pt x="4413542" y="797077"/>
                  </a:lnTo>
                  <a:lnTo>
                    <a:pt x="4335729" y="718781"/>
                  </a:lnTo>
                  <a:lnTo>
                    <a:pt x="4323562" y="754900"/>
                  </a:lnTo>
                  <a:lnTo>
                    <a:pt x="4311408" y="750811"/>
                  </a:lnTo>
                  <a:lnTo>
                    <a:pt x="4311408" y="791006"/>
                  </a:lnTo>
                  <a:lnTo>
                    <a:pt x="4309554" y="796505"/>
                  </a:lnTo>
                  <a:lnTo>
                    <a:pt x="4281513" y="788225"/>
                  </a:lnTo>
                  <a:lnTo>
                    <a:pt x="4288206" y="825728"/>
                  </a:lnTo>
                  <a:lnTo>
                    <a:pt x="3356343" y="992251"/>
                  </a:lnTo>
                  <a:lnTo>
                    <a:pt x="2743517" y="263093"/>
                  </a:lnTo>
                  <a:lnTo>
                    <a:pt x="4311408" y="791006"/>
                  </a:lnTo>
                  <a:lnTo>
                    <a:pt x="4311408" y="750811"/>
                  </a:lnTo>
                  <a:lnTo>
                    <a:pt x="2765056" y="230136"/>
                  </a:lnTo>
                  <a:lnTo>
                    <a:pt x="3751122" y="75272"/>
                  </a:lnTo>
                  <a:lnTo>
                    <a:pt x="3757041" y="112915"/>
                  </a:lnTo>
                  <a:lnTo>
                    <a:pt x="3861079" y="38722"/>
                  </a:lnTo>
                  <a:lnTo>
                    <a:pt x="3848379" y="34683"/>
                  </a:lnTo>
                  <a:lnTo>
                    <a:pt x="3739299" y="0"/>
                  </a:lnTo>
                  <a:lnTo>
                    <a:pt x="3745204" y="37630"/>
                  </a:lnTo>
                  <a:lnTo>
                    <a:pt x="2682329" y="204558"/>
                  </a:lnTo>
                  <a:lnTo>
                    <a:pt x="2685262" y="223380"/>
                  </a:lnTo>
                  <a:lnTo>
                    <a:pt x="2670683" y="235635"/>
                  </a:lnTo>
                  <a:lnTo>
                    <a:pt x="3313074" y="999972"/>
                  </a:lnTo>
                  <a:lnTo>
                    <a:pt x="2687904" y="1111681"/>
                  </a:lnTo>
                  <a:lnTo>
                    <a:pt x="2694609" y="1149184"/>
                  </a:lnTo>
                  <a:lnTo>
                    <a:pt x="3341357" y="1033627"/>
                  </a:lnTo>
                  <a:lnTo>
                    <a:pt x="3755288" y="1526120"/>
                  </a:lnTo>
                  <a:lnTo>
                    <a:pt x="3726116" y="1550644"/>
                  </a:lnTo>
                  <a:lnTo>
                    <a:pt x="3843413" y="1601368"/>
                  </a:lnTo>
                  <a:lnTo>
                    <a:pt x="3828872" y="1540713"/>
                  </a:lnTo>
                  <a:lnTo>
                    <a:pt x="3813619" y="1477098"/>
                  </a:lnTo>
                  <a:lnTo>
                    <a:pt x="3784460" y="1501609"/>
                  </a:lnTo>
                  <a:lnTo>
                    <a:pt x="3384626" y="1025893"/>
                  </a:lnTo>
                  <a:lnTo>
                    <a:pt x="4294911" y="863231"/>
                  </a:lnTo>
                  <a:lnTo>
                    <a:pt x="4301617" y="900747"/>
                  </a:lnTo>
                  <a:lnTo>
                    <a:pt x="4404080" y="824382"/>
                  </a:lnTo>
                  <a:lnTo>
                    <a:pt x="4397273" y="822375"/>
                  </a:lnTo>
                  <a:lnTo>
                    <a:pt x="4376648" y="816305"/>
                  </a:lnTo>
                  <a:lnTo>
                    <a:pt x="4425823" y="809421"/>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7" name="Google Shape;657;p29"/>
            <p:cNvSpPr/>
            <p:nvPr/>
          </p:nvSpPr>
          <p:spPr>
            <a:xfrm>
              <a:off x="5908185" y="2979188"/>
              <a:ext cx="393065" cy="494030"/>
            </a:xfrm>
            <a:custGeom>
              <a:avLst/>
              <a:gdLst/>
              <a:ahLst/>
              <a:cxnLst/>
              <a:rect l="l" t="t" r="r" b="b"/>
              <a:pathLst>
                <a:path w="393064" h="494029" extrusionOk="0">
                  <a:moveTo>
                    <a:pt x="0" y="0"/>
                  </a:moveTo>
                  <a:lnTo>
                    <a:pt x="392584" y="493450"/>
                  </a:lnTo>
                </a:path>
              </a:pathLst>
            </a:custGeom>
            <a:noFill/>
            <a:ln w="9525" cap="flat" cmpd="sng">
              <a:solidFill>
                <a:srgbClr val="1172B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8" name="Google Shape;658;p29"/>
            <p:cNvSpPr/>
            <p:nvPr/>
          </p:nvSpPr>
          <p:spPr>
            <a:xfrm>
              <a:off x="6602567" y="2995019"/>
              <a:ext cx="554990" cy="478155"/>
            </a:xfrm>
            <a:custGeom>
              <a:avLst/>
              <a:gdLst/>
              <a:ahLst/>
              <a:cxnLst/>
              <a:rect l="l" t="t" r="r" b="b"/>
              <a:pathLst>
                <a:path w="554990" h="478154" extrusionOk="0">
                  <a:moveTo>
                    <a:pt x="554393" y="0"/>
                  </a:moveTo>
                  <a:lnTo>
                    <a:pt x="0" y="477627"/>
                  </a:lnTo>
                </a:path>
              </a:pathLst>
            </a:custGeom>
            <a:noFill/>
            <a:ln w="9525" cap="flat" cmpd="sng">
              <a:solidFill>
                <a:srgbClr val="1172B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59" name="Google Shape;659;p29"/>
            <p:cNvSpPr/>
            <p:nvPr/>
          </p:nvSpPr>
          <p:spPr>
            <a:xfrm>
              <a:off x="5908469" y="3764861"/>
              <a:ext cx="557530" cy="501015"/>
            </a:xfrm>
            <a:custGeom>
              <a:avLst/>
              <a:gdLst/>
              <a:ahLst/>
              <a:cxnLst/>
              <a:rect l="l" t="t" r="r" b="b"/>
              <a:pathLst>
                <a:path w="557529" h="501014" extrusionOk="0">
                  <a:moveTo>
                    <a:pt x="557288" y="0"/>
                  </a:moveTo>
                  <a:lnTo>
                    <a:pt x="0" y="500699"/>
                  </a:lnTo>
                </a:path>
              </a:pathLst>
            </a:custGeom>
            <a:noFill/>
            <a:ln w="9525" cap="flat" cmpd="sng">
              <a:solidFill>
                <a:srgbClr val="1172B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0" name="Google Shape;660;p29"/>
            <p:cNvSpPr/>
            <p:nvPr/>
          </p:nvSpPr>
          <p:spPr>
            <a:xfrm>
              <a:off x="6491869" y="3749889"/>
              <a:ext cx="806450" cy="544195"/>
            </a:xfrm>
            <a:custGeom>
              <a:avLst/>
              <a:gdLst/>
              <a:ahLst/>
              <a:cxnLst/>
              <a:rect l="l" t="t" r="r" b="b"/>
              <a:pathLst>
                <a:path w="806450" h="544195" extrusionOk="0">
                  <a:moveTo>
                    <a:pt x="0" y="0"/>
                  </a:moveTo>
                  <a:lnTo>
                    <a:pt x="806360" y="543735"/>
                  </a:lnTo>
                </a:path>
              </a:pathLst>
            </a:custGeom>
            <a:noFill/>
            <a:ln w="9525" cap="flat" cmpd="sng">
              <a:solidFill>
                <a:srgbClr val="1172B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pic>
          <p:nvPicPr>
            <p:cNvPr id="661" name="Google Shape;661;p29"/>
            <p:cNvPicPr preferRelativeResize="0"/>
            <p:nvPr/>
          </p:nvPicPr>
          <p:blipFill rotWithShape="1">
            <a:blip r:embed="rId3">
              <a:alphaModFix/>
            </a:blip>
            <a:srcRect/>
            <a:stretch/>
          </p:blipFill>
          <p:spPr>
            <a:xfrm>
              <a:off x="2080071" y="2781086"/>
              <a:ext cx="229158" cy="211422"/>
            </a:xfrm>
            <a:prstGeom prst="rect">
              <a:avLst/>
            </a:prstGeom>
            <a:noFill/>
            <a:ln>
              <a:noFill/>
            </a:ln>
          </p:spPr>
        </p:pic>
        <p:pic>
          <p:nvPicPr>
            <p:cNvPr id="662" name="Google Shape;662;p29"/>
            <p:cNvPicPr preferRelativeResize="0"/>
            <p:nvPr/>
          </p:nvPicPr>
          <p:blipFill rotWithShape="1">
            <a:blip r:embed="rId4">
              <a:alphaModFix/>
            </a:blip>
            <a:srcRect/>
            <a:stretch/>
          </p:blipFill>
          <p:spPr>
            <a:xfrm>
              <a:off x="2076671" y="3635669"/>
              <a:ext cx="229158" cy="211422"/>
            </a:xfrm>
            <a:prstGeom prst="rect">
              <a:avLst/>
            </a:prstGeom>
            <a:noFill/>
            <a:ln>
              <a:noFill/>
            </a:ln>
          </p:spPr>
        </p:pic>
        <p:sp>
          <p:nvSpPr>
            <p:cNvPr id="663" name="Google Shape;663;p29"/>
            <p:cNvSpPr/>
            <p:nvPr/>
          </p:nvSpPr>
          <p:spPr>
            <a:xfrm>
              <a:off x="7743523" y="3445488"/>
              <a:ext cx="646430" cy="114300"/>
            </a:xfrm>
            <a:custGeom>
              <a:avLst/>
              <a:gdLst/>
              <a:ahLst/>
              <a:cxnLst/>
              <a:rect l="l" t="t" r="r" b="b"/>
              <a:pathLst>
                <a:path w="646429" h="114300" extrusionOk="0">
                  <a:moveTo>
                    <a:pt x="532257" y="0"/>
                  </a:moveTo>
                  <a:lnTo>
                    <a:pt x="531989" y="33947"/>
                  </a:lnTo>
                  <a:lnTo>
                    <a:pt x="531956" y="38103"/>
                  </a:lnTo>
                  <a:lnTo>
                    <a:pt x="551002" y="38252"/>
                  </a:lnTo>
                  <a:lnTo>
                    <a:pt x="550850" y="58039"/>
                  </a:lnTo>
                  <a:lnTo>
                    <a:pt x="550743" y="72047"/>
                  </a:lnTo>
                  <a:lnTo>
                    <a:pt x="550710" y="76352"/>
                  </a:lnTo>
                  <a:lnTo>
                    <a:pt x="531654" y="76352"/>
                  </a:lnTo>
                  <a:lnTo>
                    <a:pt x="531355" y="114300"/>
                  </a:lnTo>
                  <a:lnTo>
                    <a:pt x="608749" y="76352"/>
                  </a:lnTo>
                  <a:lnTo>
                    <a:pt x="550710" y="76352"/>
                  </a:lnTo>
                  <a:lnTo>
                    <a:pt x="609053" y="76203"/>
                  </a:lnTo>
                  <a:lnTo>
                    <a:pt x="646099" y="58039"/>
                  </a:lnTo>
                  <a:lnTo>
                    <a:pt x="532257" y="0"/>
                  </a:lnTo>
                  <a:close/>
                </a:path>
                <a:path w="646429" h="114300" extrusionOk="0">
                  <a:moveTo>
                    <a:pt x="531956" y="38103"/>
                  </a:moveTo>
                  <a:lnTo>
                    <a:pt x="531799" y="58039"/>
                  </a:lnTo>
                  <a:lnTo>
                    <a:pt x="531688" y="72047"/>
                  </a:lnTo>
                  <a:lnTo>
                    <a:pt x="531655" y="76203"/>
                  </a:lnTo>
                  <a:lnTo>
                    <a:pt x="550710" y="76352"/>
                  </a:lnTo>
                  <a:lnTo>
                    <a:pt x="551002" y="38252"/>
                  </a:lnTo>
                  <a:lnTo>
                    <a:pt x="531956" y="38103"/>
                  </a:lnTo>
                  <a:close/>
                </a:path>
                <a:path w="646429" h="114300" extrusionOk="0">
                  <a:moveTo>
                    <a:pt x="292" y="33947"/>
                  </a:moveTo>
                  <a:lnTo>
                    <a:pt x="107" y="58039"/>
                  </a:lnTo>
                  <a:lnTo>
                    <a:pt x="0" y="72047"/>
                  </a:lnTo>
                  <a:lnTo>
                    <a:pt x="531655" y="76203"/>
                  </a:lnTo>
                  <a:lnTo>
                    <a:pt x="531955" y="38252"/>
                  </a:lnTo>
                  <a:lnTo>
                    <a:pt x="531956" y="38103"/>
                  </a:lnTo>
                  <a:lnTo>
                    <a:pt x="292" y="33947"/>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664" name="Google Shape;664;p29"/>
          <p:cNvSpPr txBox="1"/>
          <p:nvPr/>
        </p:nvSpPr>
        <p:spPr>
          <a:xfrm>
            <a:off x="2586598" y="1544825"/>
            <a:ext cx="1094700" cy="19740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DWH</a:t>
            </a:r>
            <a:endParaRPr sz="1200" b="0" i="0" u="none" strike="noStrike" cap="none">
              <a:solidFill>
                <a:schemeClr val="dk1"/>
              </a:solidFill>
              <a:latin typeface="Arial"/>
              <a:ea typeface="Arial"/>
              <a:cs typeface="Arial"/>
              <a:sym typeface="Arial"/>
            </a:endParaRPr>
          </a:p>
        </p:txBody>
      </p:sp>
      <p:sp>
        <p:nvSpPr>
          <p:cNvPr id="665" name="Google Shape;665;p29"/>
          <p:cNvSpPr txBox="1"/>
          <p:nvPr/>
        </p:nvSpPr>
        <p:spPr>
          <a:xfrm>
            <a:off x="8622718" y="2711665"/>
            <a:ext cx="1154430" cy="461645"/>
          </a:xfrm>
          <a:prstGeom prst="rect">
            <a:avLst/>
          </a:prstGeom>
          <a:solidFill>
            <a:srgbClr val="00B0F0"/>
          </a:solidFill>
          <a:ln w="9525" cap="flat" cmpd="sng">
            <a:solidFill>
              <a:srgbClr val="FFFFFF"/>
            </a:solidFill>
            <a:prstDash val="solid"/>
            <a:round/>
            <a:headEnd type="none" w="sm" len="sm"/>
            <a:tailEnd type="none" w="sm" len="sm"/>
          </a:ln>
        </p:spPr>
        <p:txBody>
          <a:bodyPr spcFirstLastPara="1" wrap="square" lIns="0" tIns="22225" rIns="0" bIns="0" anchor="t" anchorCtr="0">
            <a:spAutoFit/>
          </a:bodyPr>
          <a:lstStyle/>
          <a:p>
            <a:pPr marL="90805" marR="149860" lvl="0" indent="0" algn="l" rtl="0">
              <a:lnSpc>
                <a:spcPct val="105000"/>
              </a:lnSpc>
              <a:spcBef>
                <a:spcPts val="0"/>
              </a:spcBef>
              <a:spcAft>
                <a:spcPts val="0"/>
              </a:spcAft>
              <a:buClr>
                <a:srgbClr val="FFFFFF"/>
              </a:buClr>
              <a:buSzPts val="1200"/>
              <a:buFont typeface="Arial"/>
              <a:buNone/>
            </a:pPr>
            <a:r>
              <a:rPr lang="en-US" sz="1200" b="0" i="0" u="none" strike="noStrike" cap="none">
                <a:solidFill>
                  <a:srgbClr val="FFFFFF"/>
                </a:solidFill>
                <a:latin typeface="Arial"/>
                <a:ea typeface="Arial"/>
                <a:cs typeface="Arial"/>
                <a:sym typeface="Arial"/>
              </a:rPr>
              <a:t>SALES_FACT_B C</a:t>
            </a:r>
            <a:endParaRPr sz="1200" b="0" i="0" u="none" strike="noStrike" cap="none">
              <a:solidFill>
                <a:schemeClr val="dk1"/>
              </a:solidFill>
              <a:latin typeface="Arial"/>
              <a:ea typeface="Arial"/>
              <a:cs typeface="Arial"/>
              <a:sym typeface="Arial"/>
            </a:endParaRPr>
          </a:p>
        </p:txBody>
      </p:sp>
      <p:sp>
        <p:nvSpPr>
          <p:cNvPr id="666" name="Google Shape;666;p29"/>
          <p:cNvSpPr/>
          <p:nvPr/>
        </p:nvSpPr>
        <p:spPr>
          <a:xfrm>
            <a:off x="9154033" y="3172942"/>
            <a:ext cx="1622425" cy="657225"/>
          </a:xfrm>
          <a:custGeom>
            <a:avLst/>
            <a:gdLst/>
            <a:ahLst/>
            <a:cxnLst/>
            <a:rect l="l" t="t" r="r" b="b"/>
            <a:pathLst>
              <a:path w="1622425" h="657225" extrusionOk="0">
                <a:moveTo>
                  <a:pt x="114274" y="541337"/>
                </a:moveTo>
                <a:lnTo>
                  <a:pt x="76174" y="542124"/>
                </a:lnTo>
                <a:lnTo>
                  <a:pt x="65112" y="774"/>
                </a:lnTo>
                <a:lnTo>
                  <a:pt x="65100" y="0"/>
                </a:lnTo>
                <a:lnTo>
                  <a:pt x="27012" y="774"/>
                </a:lnTo>
                <a:lnTo>
                  <a:pt x="38049" y="541337"/>
                </a:lnTo>
                <a:lnTo>
                  <a:pt x="38087" y="542899"/>
                </a:lnTo>
                <a:lnTo>
                  <a:pt x="0" y="543674"/>
                </a:lnTo>
                <a:lnTo>
                  <a:pt x="59474" y="656780"/>
                </a:lnTo>
                <a:lnTo>
                  <a:pt x="104495" y="561936"/>
                </a:lnTo>
                <a:lnTo>
                  <a:pt x="114274" y="541337"/>
                </a:lnTo>
                <a:close/>
              </a:path>
              <a:path w="1622425" h="657225" extrusionOk="0">
                <a:moveTo>
                  <a:pt x="1621929" y="330593"/>
                </a:moveTo>
                <a:lnTo>
                  <a:pt x="1583829" y="311543"/>
                </a:lnTo>
                <a:lnTo>
                  <a:pt x="1507629" y="273443"/>
                </a:lnTo>
                <a:lnTo>
                  <a:pt x="1507629" y="311543"/>
                </a:lnTo>
                <a:lnTo>
                  <a:pt x="859269" y="311543"/>
                </a:lnTo>
                <a:lnTo>
                  <a:pt x="859269" y="349643"/>
                </a:lnTo>
                <a:lnTo>
                  <a:pt x="1507629" y="349643"/>
                </a:lnTo>
                <a:lnTo>
                  <a:pt x="1507629" y="387743"/>
                </a:lnTo>
                <a:lnTo>
                  <a:pt x="1583829" y="349643"/>
                </a:lnTo>
                <a:lnTo>
                  <a:pt x="1621929" y="330593"/>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667" name="Google Shape;667;p29"/>
          <p:cNvSpPr txBox="1"/>
          <p:nvPr/>
        </p:nvSpPr>
        <p:spPr>
          <a:xfrm>
            <a:off x="10748100" y="3191469"/>
            <a:ext cx="866140" cy="614045"/>
          </a:xfrm>
          <a:prstGeom prst="rect">
            <a:avLst/>
          </a:prstGeom>
          <a:solidFill>
            <a:srgbClr val="FF0000"/>
          </a:solidFill>
          <a:ln>
            <a:noFill/>
          </a:ln>
        </p:spPr>
        <p:txBody>
          <a:bodyPr spcFirstLastPara="1" wrap="square" lIns="0" tIns="158100" rIns="0" bIns="0" anchor="t" anchorCtr="0">
            <a:spAutoFit/>
          </a:bodyPr>
          <a:lstStyle/>
          <a:p>
            <a:pPr marL="117475" marR="0" lvl="0" indent="0" algn="l" rtl="0">
              <a:lnSpc>
                <a:spcPct val="100000"/>
              </a:lnSpc>
              <a:spcBef>
                <a:spcPts val="0"/>
              </a:spcBef>
              <a:spcAft>
                <a:spcPts val="0"/>
              </a:spcAft>
              <a:buClr>
                <a:srgbClr val="FFFFFF"/>
              </a:buClr>
              <a:buSzPts val="1800"/>
              <a:buFont typeface="Arial"/>
              <a:buNone/>
            </a:pPr>
            <a:r>
              <a:rPr lang="en-US" sz="1800" b="0" i="0" u="none" strike="noStrike" cap="none">
                <a:solidFill>
                  <a:srgbClr val="FFFFFF"/>
                </a:solidFill>
                <a:latin typeface="Arial"/>
                <a:ea typeface="Arial"/>
                <a:cs typeface="Arial"/>
                <a:sym typeface="Arial"/>
              </a:rPr>
              <a:t>Report</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71"/>
        <p:cNvGrpSpPr/>
        <p:nvPr/>
      </p:nvGrpSpPr>
      <p:grpSpPr>
        <a:xfrm>
          <a:off x="0" y="0"/>
          <a:ext cx="0" cy="0"/>
          <a:chOff x="0" y="0"/>
          <a:chExt cx="0" cy="0"/>
        </a:xfrm>
      </p:grpSpPr>
      <p:sp>
        <p:nvSpPr>
          <p:cNvPr id="672" name="Google Shape;672;p30"/>
          <p:cNvSpPr/>
          <p:nvPr/>
        </p:nvSpPr>
        <p:spPr>
          <a:xfrm>
            <a:off x="-1"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673" name="Google Shape;673;p30" descr="Financial graphs on a dark display"/>
          <p:cNvPicPr preferRelativeResize="0"/>
          <p:nvPr/>
        </p:nvPicPr>
        <p:blipFill rotWithShape="1">
          <a:blip r:embed="rId3">
            <a:alphaModFix/>
          </a:blip>
          <a:srcRect t="10000"/>
          <a:stretch/>
        </p:blipFill>
        <p:spPr>
          <a:xfrm>
            <a:off x="20" y="-22"/>
            <a:ext cx="12191977" cy="6858022"/>
          </a:xfrm>
          <a:prstGeom prst="rect">
            <a:avLst/>
          </a:prstGeom>
          <a:noFill/>
          <a:ln>
            <a:noFill/>
          </a:ln>
        </p:spPr>
      </p:pic>
      <p:sp>
        <p:nvSpPr>
          <p:cNvPr id="674" name="Google Shape;674;p30"/>
          <p:cNvSpPr/>
          <p:nvPr/>
        </p:nvSpPr>
        <p:spPr>
          <a:xfrm rot="-5400000">
            <a:off x="-1103377" y="1100316"/>
            <a:ext cx="6858003" cy="4657347"/>
          </a:xfrm>
          <a:prstGeom prst="rect">
            <a:avLst/>
          </a:prstGeom>
          <a:gradFill>
            <a:gsLst>
              <a:gs pos="0">
                <a:srgbClr val="000000">
                  <a:alpha val="0"/>
                </a:srgbClr>
              </a:gs>
              <a:gs pos="48000">
                <a:srgbClr val="000000">
                  <a:alpha val="23921"/>
                </a:srgbClr>
              </a:gs>
              <a:gs pos="85000">
                <a:srgbClr val="000000">
                  <a:alpha val="45098"/>
                </a:srgbClr>
              </a:gs>
              <a:gs pos="100000">
                <a:srgbClr val="000000">
                  <a:alpha val="45098"/>
                </a:srgbClr>
              </a:gs>
            </a:gsLst>
            <a:lin ang="16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75" name="Google Shape;675;p30" descr="$PPTXTitle"/>
          <p:cNvSpPr txBox="1">
            <a:spLocks noGrp="1"/>
          </p:cNvSpPr>
          <p:nvPr>
            <p:ph type="ctrTitle"/>
          </p:nvPr>
        </p:nvSpPr>
        <p:spPr>
          <a:xfrm>
            <a:off x="643466" y="643467"/>
            <a:ext cx="5452529" cy="3569242"/>
          </a:xfrm>
          <a:prstGeom prst="rect">
            <a:avLst/>
          </a:prstGeom>
          <a:noFill/>
          <a:ln>
            <a:noFill/>
          </a:ln>
        </p:spPr>
        <p:txBody>
          <a:bodyPr spcFirstLastPara="1" wrap="square" lIns="91425" tIns="45700" rIns="91425" bIns="45700" anchor="t" anchorCtr="0">
            <a:normAutofit/>
          </a:bodyPr>
          <a:lstStyle/>
          <a:p>
            <a:pPr marL="12700" lvl="0" indent="0" algn="l" rtl="0">
              <a:lnSpc>
                <a:spcPct val="90000"/>
              </a:lnSpc>
              <a:spcBef>
                <a:spcPts val="0"/>
              </a:spcBef>
              <a:spcAft>
                <a:spcPts val="0"/>
              </a:spcAft>
              <a:buClr>
                <a:srgbClr val="FFFFFF"/>
              </a:buClr>
              <a:buSzPts val="1400"/>
              <a:buFont typeface="Play"/>
              <a:buNone/>
            </a:pPr>
            <a:r>
              <a:rPr lang="en-US" sz="5200">
                <a:solidFill>
                  <a:srgbClr val="FFFFFF"/>
                </a:solidFill>
                <a:latin typeface="Play"/>
                <a:ea typeface="Play"/>
                <a:cs typeface="Play"/>
                <a:sym typeface="Play"/>
              </a:rPr>
              <a:t>Stream Data Processing</a:t>
            </a:r>
            <a:endParaRPr/>
          </a:p>
        </p:txBody>
      </p:sp>
      <p:sp>
        <p:nvSpPr>
          <p:cNvPr id="676" name="Google Shape;676;p30"/>
          <p:cNvSpPr txBox="1"/>
          <p:nvPr/>
        </p:nvSpPr>
        <p:spPr>
          <a:xfrm>
            <a:off x="643466" y="4551037"/>
            <a:ext cx="5449479" cy="1578054"/>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1000"/>
              </a:spcBef>
              <a:spcAft>
                <a:spcPts val="0"/>
              </a:spcAft>
              <a:buClr>
                <a:srgbClr val="000000"/>
              </a:buClr>
              <a:buSzPts val="2400"/>
              <a:buFont typeface="Arial"/>
              <a:buNone/>
            </a:pPr>
            <a:r>
              <a:rPr lang="en-US" sz="2400" b="0" i="0" u="none" strike="noStrike" cap="none">
                <a:solidFill>
                  <a:srgbClr val="FFFFFF"/>
                </a:solidFill>
                <a:latin typeface="Arial"/>
                <a:ea typeface="Arial"/>
                <a:cs typeface="Arial"/>
                <a:sym typeface="Arial"/>
              </a:rPr>
              <a:t>3</a:t>
            </a:r>
            <a:endParaRPr sz="1400" b="0" i="0" u="none" strike="noStrike" cap="none">
              <a:solidFill>
                <a:srgbClr val="000000"/>
              </a:solidFill>
              <a:latin typeface="Arial"/>
              <a:ea typeface="Arial"/>
              <a:cs typeface="Arial"/>
              <a:sym typeface="Arial"/>
            </a:endParaRPr>
          </a:p>
        </p:txBody>
      </p:sp>
      <p:sp>
        <p:nvSpPr>
          <p:cNvPr id="677" name="Google Shape;677;p30"/>
          <p:cNvSpPr/>
          <p:nvPr/>
        </p:nvSpPr>
        <p:spPr>
          <a:xfrm rot="5400000">
            <a:off x="7540187" y="2206184"/>
            <a:ext cx="6858003" cy="2445624"/>
          </a:xfrm>
          <a:prstGeom prst="rect">
            <a:avLst/>
          </a:prstGeom>
          <a:gradFill>
            <a:gsLst>
              <a:gs pos="0">
                <a:srgbClr val="000000">
                  <a:alpha val="0"/>
                </a:srgbClr>
              </a:gs>
              <a:gs pos="48000">
                <a:srgbClr val="000000">
                  <a:alpha val="23921"/>
                </a:srgbClr>
              </a:gs>
              <a:gs pos="85000">
                <a:srgbClr val="000000">
                  <a:alpha val="45098"/>
                </a:srgbClr>
              </a:gs>
              <a:gs pos="100000">
                <a:srgbClr val="000000">
                  <a:alpha val="45098"/>
                </a:srgbClr>
              </a:gs>
            </a:gsLst>
            <a:lin ang="16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81"/>
        <p:cNvGrpSpPr/>
        <p:nvPr/>
      </p:nvGrpSpPr>
      <p:grpSpPr>
        <a:xfrm>
          <a:off x="0" y="0"/>
          <a:ext cx="0" cy="0"/>
          <a:chOff x="0" y="0"/>
          <a:chExt cx="0" cy="0"/>
        </a:xfrm>
      </p:grpSpPr>
      <p:sp>
        <p:nvSpPr>
          <p:cNvPr id="682" name="Google Shape;682;p31"/>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83" name="Google Shape;683;p31"/>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84" name="Google Shape;684;p31"/>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85" name="Google Shape;685;p31"/>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86" name="Google Shape;686;p31"/>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87" name="Google Shape;687;p31" descr="$PPTXTitle"/>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151130" lvl="0" indent="0" algn="l" rtl="0">
              <a:lnSpc>
                <a:spcPct val="90000"/>
              </a:lnSpc>
              <a:spcBef>
                <a:spcPts val="0"/>
              </a:spcBef>
              <a:spcAft>
                <a:spcPts val="0"/>
              </a:spcAft>
              <a:buClr>
                <a:srgbClr val="FFFFFF"/>
              </a:buClr>
              <a:buSzPts val="1400"/>
              <a:buFont typeface="Play"/>
              <a:buNone/>
            </a:pPr>
            <a:r>
              <a:rPr lang="en-US" sz="4000">
                <a:solidFill>
                  <a:srgbClr val="FFFFFF"/>
                </a:solidFill>
                <a:latin typeface="Play"/>
                <a:ea typeface="Play"/>
                <a:cs typeface="Play"/>
                <a:sym typeface="Play"/>
              </a:rPr>
              <a:t>Introduce Kafka MPP Streaming</a:t>
            </a:r>
            <a:endParaRPr/>
          </a:p>
        </p:txBody>
      </p:sp>
      <p:pic>
        <p:nvPicPr>
          <p:cNvPr id="688" name="Google Shape;688;p31"/>
          <p:cNvPicPr preferRelativeResize="0"/>
          <p:nvPr/>
        </p:nvPicPr>
        <p:blipFill rotWithShape="1">
          <a:blip r:embed="rId3">
            <a:alphaModFix/>
          </a:blip>
          <a:srcRect/>
          <a:stretch/>
        </p:blipFill>
        <p:spPr>
          <a:xfrm>
            <a:off x="4502428" y="544093"/>
            <a:ext cx="7225748" cy="5769813"/>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92"/>
        <p:cNvGrpSpPr/>
        <p:nvPr/>
      </p:nvGrpSpPr>
      <p:grpSpPr>
        <a:xfrm>
          <a:off x="0" y="0"/>
          <a:ext cx="0" cy="0"/>
          <a:chOff x="0" y="0"/>
          <a:chExt cx="0" cy="0"/>
        </a:xfrm>
      </p:grpSpPr>
      <p:sp>
        <p:nvSpPr>
          <p:cNvPr id="693" name="Google Shape;693;p32"/>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94" name="Google Shape;694;p32"/>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95" name="Google Shape;695;p32"/>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96" name="Google Shape;696;p32"/>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97" name="Google Shape;697;p32"/>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98" name="Google Shape;698;p32" descr="$PPTXTitle"/>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1979295" lvl="0" indent="0" algn="l" rtl="0">
              <a:lnSpc>
                <a:spcPct val="90000"/>
              </a:lnSpc>
              <a:spcBef>
                <a:spcPts val="0"/>
              </a:spcBef>
              <a:spcAft>
                <a:spcPts val="0"/>
              </a:spcAft>
              <a:buClr>
                <a:srgbClr val="FFFFFF"/>
              </a:buClr>
              <a:buSzPts val="1400"/>
              <a:buFont typeface="Play"/>
              <a:buNone/>
            </a:pPr>
            <a:r>
              <a:rPr lang="en-US" sz="1600">
                <a:solidFill>
                  <a:srgbClr val="FFFFFF"/>
                </a:solidFill>
                <a:latin typeface="Play"/>
                <a:ea typeface="Play"/>
                <a:cs typeface="Play"/>
                <a:sym typeface="Play"/>
              </a:rPr>
              <a:t>Kafka Partition</a:t>
            </a:r>
            <a:endParaRPr/>
          </a:p>
        </p:txBody>
      </p:sp>
      <p:sp>
        <p:nvSpPr>
          <p:cNvPr id="699" name="Google Shape;699;p32"/>
          <p:cNvSpPr txBox="1"/>
          <p:nvPr/>
        </p:nvSpPr>
        <p:spPr>
          <a:xfrm>
            <a:off x="660042" y="806824"/>
            <a:ext cx="2919738" cy="1494117"/>
          </a:xfrm>
          <a:prstGeom prst="rect">
            <a:avLst/>
          </a:prstGeom>
          <a:noFill/>
          <a:ln>
            <a:noFill/>
          </a:ln>
        </p:spPr>
        <p:txBody>
          <a:bodyPr spcFirstLastPara="1" wrap="square" lIns="91425" tIns="45700" rIns="91425" bIns="45700" anchor="b" anchorCtr="0">
            <a:normAutofit/>
          </a:bodyPr>
          <a:lstStyle/>
          <a:p>
            <a:pPr marL="0" marR="0" lvl="0" indent="0" algn="l" rtl="0">
              <a:lnSpc>
                <a:spcPct val="90000"/>
              </a:lnSpc>
              <a:spcBef>
                <a:spcPts val="1000"/>
              </a:spcBef>
              <a:spcAft>
                <a:spcPts val="0"/>
              </a:spcAft>
              <a:buClr>
                <a:srgbClr val="000000"/>
              </a:buClr>
              <a:buSzPts val="2000"/>
              <a:buFont typeface="Arial"/>
              <a:buNone/>
            </a:pPr>
            <a:r>
              <a:rPr lang="en-US" sz="2000" b="0" i="0" u="none" strike="noStrike" cap="none">
                <a:solidFill>
                  <a:srgbClr val="FFFFFF"/>
                </a:solidFill>
                <a:latin typeface="Arial"/>
                <a:ea typeface="Arial"/>
                <a:cs typeface="Arial"/>
                <a:sym typeface="Arial"/>
              </a:rPr>
              <a:t>offset</a:t>
            </a:r>
            <a:endParaRPr sz="1400" b="0" i="0" u="none" strike="noStrike" cap="none">
              <a:solidFill>
                <a:srgbClr val="000000"/>
              </a:solidFill>
              <a:latin typeface="Arial"/>
              <a:ea typeface="Arial"/>
              <a:cs typeface="Arial"/>
              <a:sym typeface="Arial"/>
            </a:endParaRPr>
          </a:p>
        </p:txBody>
      </p:sp>
      <p:pic>
        <p:nvPicPr>
          <p:cNvPr id="700" name="Google Shape;700;p32"/>
          <p:cNvPicPr preferRelativeResize="0"/>
          <p:nvPr/>
        </p:nvPicPr>
        <p:blipFill rotWithShape="1">
          <a:blip r:embed="rId3">
            <a:alphaModFix/>
          </a:blip>
          <a:srcRect/>
          <a:stretch/>
        </p:blipFill>
        <p:spPr>
          <a:xfrm>
            <a:off x="4502428" y="1053535"/>
            <a:ext cx="7225748" cy="4750929"/>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4"/>
        <p:cNvGrpSpPr/>
        <p:nvPr/>
      </p:nvGrpSpPr>
      <p:grpSpPr>
        <a:xfrm>
          <a:off x="0" y="0"/>
          <a:ext cx="0" cy="0"/>
          <a:chOff x="0" y="0"/>
          <a:chExt cx="0" cy="0"/>
        </a:xfrm>
      </p:grpSpPr>
      <p:sp>
        <p:nvSpPr>
          <p:cNvPr id="705" name="Google Shape;705;p33"/>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06" name="Google Shape;706;p33" descr="$PPTXTitle"/>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rgbClr val="FFFFFF"/>
              </a:buClr>
              <a:buSzPts val="1400"/>
              <a:buFont typeface="Play"/>
              <a:buNone/>
            </a:pPr>
            <a:r>
              <a:rPr lang="en-US" sz="3600">
                <a:solidFill>
                  <a:srgbClr val="FFFFFF"/>
                </a:solidFill>
                <a:latin typeface="Play"/>
                <a:ea typeface="Play"/>
                <a:cs typeface="Play"/>
                <a:sym typeface="Play"/>
              </a:rPr>
              <a:t>Kafka Brokers</a:t>
            </a:r>
            <a:endParaRPr/>
          </a:p>
        </p:txBody>
      </p:sp>
      <p:pic>
        <p:nvPicPr>
          <p:cNvPr id="707" name="Google Shape;707;p33"/>
          <p:cNvPicPr preferRelativeResize="0"/>
          <p:nvPr/>
        </p:nvPicPr>
        <p:blipFill rotWithShape="1">
          <a:blip r:embed="rId3">
            <a:alphaModFix/>
          </a:blip>
          <a:srcRect/>
          <a:stretch/>
        </p:blipFill>
        <p:spPr>
          <a:xfrm>
            <a:off x="4777316" y="1173253"/>
            <a:ext cx="6780700" cy="450916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Shape 711"/>
        <p:cNvGrpSpPr/>
        <p:nvPr/>
      </p:nvGrpSpPr>
      <p:grpSpPr>
        <a:xfrm>
          <a:off x="0" y="0"/>
          <a:ext cx="0" cy="0"/>
          <a:chOff x="0" y="0"/>
          <a:chExt cx="0" cy="0"/>
        </a:xfrm>
      </p:grpSpPr>
      <p:sp>
        <p:nvSpPr>
          <p:cNvPr id="712" name="Google Shape;712;p34" descr="$PPTXTitle"/>
          <p:cNvSpPr txBox="1">
            <a:spLocks noGrp="1"/>
          </p:cNvSpPr>
          <p:nvPr>
            <p:ph type="title"/>
          </p:nvPr>
        </p:nvSpPr>
        <p:spPr>
          <a:xfrm>
            <a:off x="1211162" y="323750"/>
            <a:ext cx="9371100" cy="50550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Clr>
                <a:srgbClr val="1172BE"/>
              </a:buClr>
              <a:buSzPts val="1400"/>
              <a:buFont typeface="Arial"/>
              <a:buNone/>
            </a:pPr>
            <a:r>
              <a:rPr lang="en-US" sz="3200"/>
              <a:t>Instruction—Set up Kafka Docker Environment</a:t>
            </a:r>
            <a:endParaRPr sz="3200"/>
          </a:p>
        </p:txBody>
      </p:sp>
      <p:sp>
        <p:nvSpPr>
          <p:cNvPr id="713" name="Google Shape;713;p34"/>
          <p:cNvSpPr txBox="1"/>
          <p:nvPr/>
        </p:nvSpPr>
        <p:spPr>
          <a:xfrm>
            <a:off x="879794" y="829241"/>
            <a:ext cx="10033840" cy="5786712"/>
          </a:xfrm>
          <a:prstGeom prst="rect">
            <a:avLst/>
          </a:prstGeom>
          <a:noFill/>
          <a:ln>
            <a:noFill/>
          </a:ln>
        </p:spPr>
        <p:txBody>
          <a:bodyPr spcFirstLastPara="1" wrap="square" lIns="0" tIns="12700" rIns="0" bIns="0" anchor="t" anchorCtr="0">
            <a:spAutoFit/>
          </a:bodyPr>
          <a:lstStyle/>
          <a:p>
            <a:pPr marL="47625" marR="0" lvl="0" indent="0" algn="l" rtl="0">
              <a:lnSpc>
                <a:spcPct val="100000"/>
              </a:lnSpc>
              <a:spcBef>
                <a:spcPts val="0"/>
              </a:spcBef>
              <a:spcAft>
                <a:spcPts val="0"/>
              </a:spcAft>
              <a:buClr>
                <a:srgbClr val="6EAC1C"/>
              </a:buClr>
              <a:buSzPts val="1400"/>
              <a:buFont typeface="Arial"/>
              <a:buNone/>
            </a:pPr>
            <a:r>
              <a:rPr lang="en-US" sz="1400" b="0" i="0" u="sng" strike="noStrike" cap="none">
                <a:solidFill>
                  <a:srgbClr val="6EAC1C"/>
                </a:solidFill>
                <a:latin typeface="Arial"/>
                <a:ea typeface="Arial"/>
                <a:cs typeface="Arial"/>
                <a:sym typeface="Arial"/>
              </a:rPr>
              <a:t>Create AWS access key</a:t>
            </a:r>
            <a:endParaRPr sz="1400" b="0" i="0" u="none" strike="noStrike" cap="none">
              <a:solidFill>
                <a:schemeClr val="dk1"/>
              </a:solidFill>
              <a:latin typeface="Arial"/>
              <a:ea typeface="Arial"/>
              <a:cs typeface="Arial"/>
              <a:sym typeface="Arial"/>
            </a:endParaRPr>
          </a:p>
          <a:p>
            <a:pPr marL="47625" marR="0" lvl="0" indent="0" algn="l" rtl="0">
              <a:lnSpc>
                <a:spcPct val="100000"/>
              </a:lnSpc>
              <a:spcBef>
                <a:spcPts val="0"/>
              </a:spcBef>
              <a:spcAft>
                <a:spcPts val="0"/>
              </a:spcAft>
              <a:buClr>
                <a:srgbClr val="6EAC1C"/>
              </a:buClr>
              <a:buSzPts val="1400"/>
              <a:buFont typeface="Arial"/>
              <a:buNone/>
            </a:pPr>
            <a:r>
              <a:rPr lang="en-US" sz="1400" b="0" i="0" u="sng" strike="noStrike" cap="none">
                <a:solidFill>
                  <a:srgbClr val="6EAC1C"/>
                </a:solidFill>
                <a:latin typeface="Arial"/>
                <a:ea typeface="Arial"/>
                <a:cs typeface="Arial"/>
                <a:sym typeface="Arial"/>
              </a:rPr>
              <a:t>Create Twitter access tokens and consumer keys</a:t>
            </a:r>
            <a:endParaRPr sz="1400" b="0" i="0" u="none" strike="noStrike" cap="none">
              <a:solidFill>
                <a:schemeClr val="dk1"/>
              </a:solidFill>
              <a:latin typeface="Arial"/>
              <a:ea typeface="Arial"/>
              <a:cs typeface="Arial"/>
              <a:sym typeface="Arial"/>
            </a:endParaRPr>
          </a:p>
          <a:p>
            <a:pPr marL="47625" marR="5080" lvl="0" indent="0" algn="l" rtl="0">
              <a:lnSpc>
                <a:spcPct val="16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Download and install docker: </a:t>
            </a:r>
            <a:r>
              <a:rPr lang="en-US" sz="1400" b="0" i="0" u="sng" strike="noStrike" cap="none">
                <a:solidFill>
                  <a:srgbClr val="6EAC1C"/>
                </a:solidFill>
                <a:latin typeface="Arial"/>
                <a:ea typeface="Arial"/>
                <a:cs typeface="Arial"/>
                <a:sym typeface="Arial"/>
                <a:hlinkClick r:id="rId3">
                  <a:extLst>
                    <a:ext uri="{A12FA001-AC4F-418D-AE19-62706E023703}">
                      <ahyp:hlinkClr xmlns:ahyp="http://schemas.microsoft.com/office/drawing/2018/hyperlinkcolor" val="tx"/>
                    </a:ext>
                  </a:extLst>
                </a:hlinkClick>
              </a:rPr>
              <a:t>https://docs.docker.com/get-docker/</a:t>
            </a:r>
            <a:r>
              <a:rPr lang="en-US" sz="1400" b="0" i="0" u="none" strike="noStrike" cap="none">
                <a:solidFill>
                  <a:srgbClr val="6EAC1C"/>
                </a:solidFill>
                <a:latin typeface="Arial"/>
                <a:ea typeface="Arial"/>
                <a:cs typeface="Arial"/>
                <a:sym typeface="Arial"/>
              </a:rPr>
              <a:t> </a:t>
            </a:r>
            <a:r>
              <a:rPr lang="en-US" sz="1400" b="0" i="0" u="none" strike="noStrike" cap="none">
                <a:solidFill>
                  <a:schemeClr val="dk1"/>
                </a:solidFill>
                <a:latin typeface="Arial"/>
                <a:ea typeface="Arial"/>
                <a:cs typeface="Arial"/>
                <a:sym typeface="Arial"/>
              </a:rPr>
              <a:t>Use Landoop’s Kafka Image to start Kafka in a container:</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docker run --name kafka -p 2181:2181 \</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-p 3030:3030 \</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-p 8081-8083:8081-8083 \</a:t>
            </a:r>
            <a:endParaRPr sz="1400" b="0" i="0" u="none" strike="noStrike" cap="none">
              <a:solidFill>
                <a:schemeClr val="dk1"/>
              </a:solidFill>
              <a:latin typeface="Arial"/>
              <a:ea typeface="Arial"/>
              <a:cs typeface="Arial"/>
              <a:sym typeface="Arial"/>
            </a:endParaRPr>
          </a:p>
          <a:p>
            <a:pPr marL="7874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-p 9581-9585:9581-9585 \</a:t>
            </a:r>
            <a:endParaRPr sz="1400" b="0" i="0" u="none" strike="noStrike" cap="none">
              <a:solidFill>
                <a:schemeClr val="dk1"/>
              </a:solidFill>
              <a:latin typeface="Arial"/>
              <a:ea typeface="Arial"/>
              <a:cs typeface="Arial"/>
              <a:sym typeface="Arial"/>
            </a:endParaRPr>
          </a:p>
          <a:p>
            <a:pPr marL="7874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-p 9092:9092 \</a:t>
            </a:r>
            <a:endParaRPr sz="1400" b="0" i="0" u="none" strike="noStrike" cap="none">
              <a:solidFill>
                <a:schemeClr val="dk1"/>
              </a:solidFill>
              <a:latin typeface="Arial"/>
              <a:ea typeface="Arial"/>
              <a:cs typeface="Arial"/>
              <a:sym typeface="Arial"/>
            </a:endParaRPr>
          </a:p>
          <a:p>
            <a:pPr marL="7874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-e AWS_ACCESS_KEY_ID=&lt;Your AES Access Key&gt; \</a:t>
            </a:r>
            <a:endParaRPr sz="1400" b="0" i="0" u="none" strike="noStrike" cap="none">
              <a:solidFill>
                <a:schemeClr val="dk1"/>
              </a:solidFill>
              <a:latin typeface="Arial"/>
              <a:ea typeface="Arial"/>
              <a:cs typeface="Arial"/>
              <a:sym typeface="Arial"/>
            </a:endParaRPr>
          </a:p>
          <a:p>
            <a:pPr marL="7874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-e AWS_SECRET_ACCESS_KEY=&lt;Your AWS Secret Access Key&gt;\</a:t>
            </a:r>
            <a:endParaRPr sz="1400" b="0" i="0" u="none" strike="noStrike" cap="none">
              <a:solidFill>
                <a:schemeClr val="dk1"/>
              </a:solidFill>
              <a:latin typeface="Arial"/>
              <a:ea typeface="Arial"/>
              <a:cs typeface="Arial"/>
              <a:sym typeface="Arial"/>
            </a:endParaRPr>
          </a:p>
          <a:p>
            <a:pPr marL="7874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-e ADV_HOST=127.0.0.1 \</a:t>
            </a:r>
            <a:endParaRPr sz="1400" b="0" i="0" u="none" strike="noStrike" cap="none">
              <a:solidFill>
                <a:schemeClr val="dk1"/>
              </a:solidFill>
              <a:latin typeface="Arial"/>
              <a:ea typeface="Arial"/>
              <a:cs typeface="Arial"/>
              <a:sym typeface="Arial"/>
            </a:endParaRPr>
          </a:p>
          <a:p>
            <a:pPr marL="123189"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landoop/fast-data-dev:latest</a:t>
            </a:r>
            <a:endParaRPr sz="1400" b="0" i="0" u="none" strike="noStrike" cap="none">
              <a:solidFill>
                <a:schemeClr val="dk1"/>
              </a:solidFill>
              <a:latin typeface="Arial"/>
              <a:ea typeface="Arial"/>
              <a:cs typeface="Arial"/>
              <a:sym typeface="Arial"/>
            </a:endParaRPr>
          </a:p>
          <a:p>
            <a:pPr marL="6985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new terminal) Bash in to the container: docker exec -it kafka /bin/bash (use docker -ps to list active containers)</a:t>
            </a:r>
            <a:endParaRPr sz="1400" b="0" i="0" u="none" strike="noStrike" cap="none">
              <a:solidFill>
                <a:schemeClr val="dk1"/>
              </a:solidFill>
              <a:latin typeface="Arial"/>
              <a:ea typeface="Arial"/>
              <a:cs typeface="Arial"/>
              <a:sym typeface="Arial"/>
            </a:endParaRPr>
          </a:p>
          <a:p>
            <a:pPr marL="69215" marR="4321175" lvl="0" indent="0" algn="l" rtl="0">
              <a:lnSpc>
                <a:spcPct val="16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Create a new folder twitter: mkdir twitter Install python and necessary packages</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apk add --update --no-cache python3 &amp;&amp; ln -sf python3 /usr/bin/python</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python3 -m ensurepip</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pip3 install --no-cache --upgrade pip setuptools</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pip install kafka-python</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pip install tweepy</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Exit and stop Docker: docker stop kafka</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Copy producer.py and consumer.py into the container</a:t>
            </a:r>
            <a:endParaRPr sz="1400" b="0" i="0" u="none" strike="noStrike" cap="none">
              <a:solidFill>
                <a:schemeClr val="dk1"/>
              </a:solidFill>
              <a:latin typeface="Arial"/>
              <a:ea typeface="Arial"/>
              <a:cs typeface="Arial"/>
              <a:sym typeface="Arial"/>
            </a:endParaRPr>
          </a:p>
          <a:p>
            <a:pPr marL="469900" marR="0" lvl="1"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docker cp consumer.py kafka:/twitter (remember to update Twitter access tokens and consumer keys)</a:t>
            </a:r>
            <a:endParaRPr sz="1400" b="0" i="0" u="none" strike="noStrike" cap="none">
              <a:solidFill>
                <a:schemeClr val="dk1"/>
              </a:solidFill>
              <a:latin typeface="Arial"/>
              <a:ea typeface="Arial"/>
              <a:cs typeface="Arial"/>
              <a:sym typeface="Arial"/>
            </a:endParaRPr>
          </a:p>
          <a:p>
            <a:pPr marL="469265" marR="0" lvl="1" indent="0" algn="l" rtl="0">
              <a:lnSpc>
                <a:spcPct val="100000"/>
              </a:lnSpc>
              <a:spcBef>
                <a:spcPts val="0"/>
              </a:spcBef>
              <a:spcAft>
                <a:spcPts val="0"/>
              </a:spcAft>
              <a:buClr>
                <a:schemeClr val="dk1"/>
              </a:buClr>
              <a:buSzPts val="1400"/>
              <a:buFont typeface="Arial"/>
              <a:buNone/>
            </a:pPr>
            <a:r>
              <a:rPr lang="en-US" sz="1400" b="0" i="0" u="none" strike="noStrike" cap="none">
                <a:solidFill>
                  <a:schemeClr val="dk1"/>
                </a:solidFill>
                <a:latin typeface="Arial"/>
                <a:ea typeface="Arial"/>
                <a:cs typeface="Arial"/>
                <a:sym typeface="Arial"/>
              </a:rPr>
              <a:t>docker cp producer.py kafka:/twitter</a:t>
            </a:r>
            <a:endParaRPr sz="1400" b="0" i="0" u="none" strike="noStrike" cap="none">
              <a:solidFill>
                <a:schemeClr val="dk1"/>
              </a:solidFill>
              <a:latin typeface="Arial"/>
              <a:ea typeface="Arial"/>
              <a:cs typeface="Arial"/>
              <a:sym typeface="Arial"/>
            </a:endParaRPr>
          </a:p>
          <a:p>
            <a:pPr marL="12700" marR="0" lvl="0" indent="0" algn="l" rtl="0">
              <a:lnSpc>
                <a:spcPct val="100000"/>
              </a:lnSpc>
              <a:spcBef>
                <a:spcPts val="0"/>
              </a:spcBef>
              <a:spcAft>
                <a:spcPts val="0"/>
              </a:spcAft>
              <a:buClr>
                <a:schemeClr val="dk1"/>
              </a:buClr>
              <a:buSzPts val="1400"/>
              <a:buFont typeface="Arial"/>
              <a:buNone/>
            </a:pPr>
            <a:endParaRPr sz="1400" b="0" i="0" u="none" strike="noStrike" cap="none">
              <a:solidFill>
                <a:schemeClr val="dk1"/>
              </a:solidFill>
              <a:latin typeface="Arial"/>
              <a:ea typeface="Arial"/>
              <a:cs typeface="Arial"/>
              <a:sym typeface="Arial"/>
            </a:endParaRPr>
          </a:p>
        </p:txBody>
      </p:sp>
      <p:sp>
        <p:nvSpPr>
          <p:cNvPr id="714" name="Google Shape;714;p34"/>
          <p:cNvSpPr txBox="1"/>
          <p:nvPr/>
        </p:nvSpPr>
        <p:spPr>
          <a:xfrm>
            <a:off x="1373833" y="3672332"/>
            <a:ext cx="6957695" cy="197490"/>
          </a:xfrm>
          <a:prstGeom prst="rect">
            <a:avLst/>
          </a:prstGeom>
          <a:noFill/>
          <a:ln>
            <a:noFill/>
          </a:ln>
        </p:spPr>
        <p:txBody>
          <a:bodyPr spcFirstLastPara="1" wrap="square" lIns="0" tIns="12700" rIns="0" bIns="0" anchor="t" anchorCtr="0">
            <a:spAutoFit/>
          </a:bodyPr>
          <a:lstStyle/>
          <a:p>
            <a:pPr marL="69850" marR="0" lvl="0" indent="0" algn="l" rtl="0">
              <a:lnSpc>
                <a:spcPct val="100000"/>
              </a:lnSpc>
              <a:spcBef>
                <a:spcPts val="0"/>
              </a:spcBef>
              <a:spcAft>
                <a:spcPts val="0"/>
              </a:spcAft>
              <a:buClr>
                <a:schemeClr val="dk1"/>
              </a:buClr>
              <a:buSzPts val="1200"/>
              <a:buFont typeface="Arial"/>
              <a:buNone/>
            </a:pPr>
            <a:r>
              <a:rPr lang="en-US" sz="1200" b="0" i="0" u="none" strike="noStrike" cap="none">
                <a:solidFill>
                  <a:schemeClr val="dk1"/>
                </a:solidFill>
                <a:latin typeface="Arial"/>
                <a:ea typeface="Arial"/>
                <a:cs typeface="Arial"/>
                <a:sym typeface="Arial"/>
              </a:rPr>
              <a:t>(</a:t>
            </a:r>
            <a:endParaRPr sz="800" b="0" i="0" u="none" strike="noStrike" cap="none">
              <a:solidFill>
                <a:schemeClr val="dk1"/>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18"/>
        <p:cNvGrpSpPr/>
        <p:nvPr/>
      </p:nvGrpSpPr>
      <p:grpSpPr>
        <a:xfrm>
          <a:off x="0" y="0"/>
          <a:ext cx="0" cy="0"/>
          <a:chOff x="0" y="0"/>
          <a:chExt cx="0" cy="0"/>
        </a:xfrm>
      </p:grpSpPr>
      <p:sp>
        <p:nvSpPr>
          <p:cNvPr id="719" name="Google Shape;719;p35"/>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20" name="Google Shape;720;p35"/>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21" name="Google Shape;721;p35"/>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22" name="Google Shape;722;p35"/>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23" name="Google Shape;723;p35"/>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24" name="Google Shape;724;p35"/>
          <p:cNvSpPr/>
          <p:nvPr/>
        </p:nvSpPr>
        <p:spPr>
          <a:xfrm rot="5400000" flipH="1">
            <a:off x="-1410095" y="1410079"/>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25" name="Google Shape;725;p35" descr="$PPTXTitle"/>
          <p:cNvSpPr txBox="1">
            <a:spLocks noGrp="1"/>
          </p:cNvSpPr>
          <p:nvPr>
            <p:ph type="title"/>
          </p:nvPr>
        </p:nvSpPr>
        <p:spPr>
          <a:xfrm>
            <a:off x="586478" y="1683756"/>
            <a:ext cx="3115265" cy="2396359"/>
          </a:xfrm>
          <a:prstGeom prst="rect">
            <a:avLst/>
          </a:prstGeom>
          <a:noFill/>
          <a:ln>
            <a:noFill/>
          </a:ln>
        </p:spPr>
        <p:txBody>
          <a:bodyPr spcFirstLastPara="1" wrap="square" lIns="91425" tIns="45700" rIns="91425" bIns="45700" anchor="b" anchorCtr="0">
            <a:normAutofit/>
          </a:bodyPr>
          <a:lstStyle/>
          <a:p>
            <a:pPr marL="12700" marR="5080" lvl="0" indent="0" algn="r" rtl="0">
              <a:lnSpc>
                <a:spcPct val="90000"/>
              </a:lnSpc>
              <a:spcBef>
                <a:spcPts val="0"/>
              </a:spcBef>
              <a:spcAft>
                <a:spcPts val="0"/>
              </a:spcAft>
              <a:buClr>
                <a:srgbClr val="FFFFFF"/>
              </a:buClr>
              <a:buSzPts val="1400"/>
              <a:buFont typeface="Play"/>
              <a:buNone/>
            </a:pPr>
            <a:r>
              <a:rPr lang="en-US" sz="3100">
                <a:solidFill>
                  <a:srgbClr val="FFFFFF"/>
                </a:solidFill>
                <a:latin typeface="Play"/>
                <a:ea typeface="Play"/>
                <a:cs typeface="Play"/>
                <a:sym typeface="Play"/>
              </a:rPr>
              <a:t>Instruction—Create topic, producer, and Kafka S3 connect</a:t>
            </a:r>
            <a:endParaRPr/>
          </a:p>
        </p:txBody>
      </p:sp>
      <p:grpSp>
        <p:nvGrpSpPr>
          <p:cNvPr id="726" name="Google Shape;726;p35"/>
          <p:cNvGrpSpPr/>
          <p:nvPr/>
        </p:nvGrpSpPr>
        <p:grpSpPr>
          <a:xfrm>
            <a:off x="4905052" y="752368"/>
            <a:ext cx="6666833" cy="5450063"/>
            <a:chOff x="0" y="1928"/>
            <a:chExt cx="6666833" cy="5450063"/>
          </a:xfrm>
        </p:grpSpPr>
        <p:sp>
          <p:nvSpPr>
            <p:cNvPr id="727" name="Google Shape;727;p35"/>
            <p:cNvSpPr/>
            <p:nvPr/>
          </p:nvSpPr>
          <p:spPr>
            <a:xfrm>
              <a:off x="0" y="1928"/>
              <a:ext cx="6666833" cy="801815"/>
            </a:xfrm>
            <a:prstGeom prst="roundRect">
              <a:avLst>
                <a:gd name="adj" fmla="val 16667"/>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35"/>
            <p:cNvSpPr txBox="1"/>
            <p:nvPr/>
          </p:nvSpPr>
          <p:spPr>
            <a:xfrm>
              <a:off x="39141" y="41069"/>
              <a:ext cx="6588551" cy="723533"/>
            </a:xfrm>
            <a:prstGeom prst="rect">
              <a:avLst/>
            </a:prstGeom>
            <a:noFill/>
            <a:ln>
              <a:noFill/>
            </a:ln>
          </p:spPr>
          <p:txBody>
            <a:bodyPr spcFirstLastPara="1" wrap="square" lIns="76200" tIns="76200" rIns="76200" bIns="76200" anchor="ctr" anchorCtr="0">
              <a:noAutofit/>
            </a:bodyPr>
            <a:lstStyle/>
            <a:p>
              <a:pPr marL="0" marR="0" lvl="0" indent="0" algn="l" rtl="0">
                <a:lnSpc>
                  <a:spcPct val="10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Start the container: docker start kafka</a:t>
              </a:r>
              <a:endParaRPr sz="1400" b="0" i="0" u="none" strike="noStrike" cap="none">
                <a:solidFill>
                  <a:srgbClr val="000000"/>
                </a:solidFill>
                <a:latin typeface="Arial"/>
                <a:ea typeface="Arial"/>
                <a:cs typeface="Arial"/>
                <a:sym typeface="Arial"/>
              </a:endParaRPr>
            </a:p>
          </p:txBody>
        </p:sp>
        <p:sp>
          <p:nvSpPr>
            <p:cNvPr id="729" name="Google Shape;729;p35"/>
            <p:cNvSpPr/>
            <p:nvPr/>
          </p:nvSpPr>
          <p:spPr>
            <a:xfrm>
              <a:off x="0" y="861344"/>
              <a:ext cx="6666833" cy="801815"/>
            </a:xfrm>
            <a:prstGeom prst="roundRect">
              <a:avLst>
                <a:gd name="adj" fmla="val 16667"/>
              </a:avLst>
            </a:prstGeom>
            <a:gradFill>
              <a:gsLst>
                <a:gs pos="0">
                  <a:srgbClr val="D1C74A"/>
                </a:gs>
                <a:gs pos="50000">
                  <a:srgbClr val="D0C514"/>
                </a:gs>
                <a:gs pos="100000">
                  <a:srgbClr val="BFB40A"/>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0" name="Google Shape;730;p35"/>
            <p:cNvSpPr txBox="1"/>
            <p:nvPr/>
          </p:nvSpPr>
          <p:spPr>
            <a:xfrm>
              <a:off x="39141" y="900485"/>
              <a:ext cx="6588551" cy="723533"/>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Bash into the container: docker exec -it kafka /bin/bash</a:t>
              </a:r>
              <a:endParaRPr sz="1400" b="0" i="0" u="none" strike="noStrike" cap="none">
                <a:solidFill>
                  <a:srgbClr val="000000"/>
                </a:solidFill>
                <a:latin typeface="Arial"/>
                <a:ea typeface="Arial"/>
                <a:cs typeface="Arial"/>
                <a:sym typeface="Arial"/>
              </a:endParaRPr>
            </a:p>
          </p:txBody>
        </p:sp>
        <p:sp>
          <p:nvSpPr>
            <p:cNvPr id="731" name="Google Shape;731;p35"/>
            <p:cNvSpPr/>
            <p:nvPr/>
          </p:nvSpPr>
          <p:spPr>
            <a:xfrm>
              <a:off x="0" y="1720759"/>
              <a:ext cx="6666833" cy="801815"/>
            </a:xfrm>
            <a:prstGeom prst="roundRect">
              <a:avLst>
                <a:gd name="adj" fmla="val 16667"/>
              </a:avLst>
            </a:prstGeom>
            <a:gradFill>
              <a:gsLst>
                <a:gs pos="0">
                  <a:srgbClr val="6AA34A"/>
                </a:gs>
                <a:gs pos="50000">
                  <a:srgbClr val="549D15"/>
                </a:gs>
                <a:gs pos="100000">
                  <a:srgbClr val="4A8F0D"/>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p35"/>
            <p:cNvSpPr txBox="1"/>
            <p:nvPr/>
          </p:nvSpPr>
          <p:spPr>
            <a:xfrm>
              <a:off x="39141" y="1759900"/>
              <a:ext cx="6588551" cy="723533"/>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Create a new topic “trump”</a:t>
              </a:r>
              <a:endParaRPr sz="1400" b="0" i="0" u="none" strike="noStrike" cap="none">
                <a:solidFill>
                  <a:srgbClr val="000000"/>
                </a:solidFill>
                <a:latin typeface="Arial"/>
                <a:ea typeface="Arial"/>
                <a:cs typeface="Arial"/>
                <a:sym typeface="Arial"/>
              </a:endParaRPr>
            </a:p>
          </p:txBody>
        </p:sp>
        <p:sp>
          <p:nvSpPr>
            <p:cNvPr id="733" name="Google Shape;733;p35"/>
            <p:cNvSpPr/>
            <p:nvPr/>
          </p:nvSpPr>
          <p:spPr>
            <a:xfrm>
              <a:off x="0" y="2580175"/>
              <a:ext cx="6666833" cy="801815"/>
            </a:xfrm>
            <a:prstGeom prst="roundRect">
              <a:avLst>
                <a:gd name="adj" fmla="val 16667"/>
              </a:avLst>
            </a:prstGeom>
            <a:gradFill>
              <a:gsLst>
                <a:gs pos="0">
                  <a:srgbClr val="497B4D"/>
                </a:gs>
                <a:gs pos="50000">
                  <a:srgbClr val="126D20"/>
                </a:gs>
                <a:gs pos="100000">
                  <a:srgbClr val="0C6319"/>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4" name="Google Shape;734;p35"/>
            <p:cNvSpPr txBox="1"/>
            <p:nvPr/>
          </p:nvSpPr>
          <p:spPr>
            <a:xfrm>
              <a:off x="39141" y="2619316"/>
              <a:ext cx="6588551" cy="723533"/>
            </a:xfrm>
            <a:prstGeom prst="rect">
              <a:avLst/>
            </a:prstGeom>
            <a:noFill/>
            <a:ln>
              <a:noFill/>
            </a:ln>
          </p:spPr>
          <p:txBody>
            <a:bodyPr spcFirstLastPara="1" wrap="square" lIns="76200" tIns="76200" rIns="76200" bIns="76200" anchor="ctr" anchorCtr="0">
              <a:noAutofit/>
            </a:bodyPr>
            <a:lstStyle/>
            <a:p>
              <a:pPr marL="0" marR="0" lvl="0" indent="0" algn="l" rtl="0">
                <a:lnSpc>
                  <a:spcPct val="90000"/>
                </a:lnSpc>
                <a:spcBef>
                  <a:spcPts val="0"/>
                </a:spcBef>
                <a:spcAft>
                  <a:spcPts val="0"/>
                </a:spcAft>
                <a:buClr>
                  <a:schemeClr val="lt1"/>
                </a:buClr>
                <a:buSzPts val="2000"/>
                <a:buFont typeface="Arial"/>
                <a:buNone/>
              </a:pPr>
              <a:r>
                <a:rPr lang="en-US" sz="2000" b="0" i="0" u="none" strike="noStrike" cap="none">
                  <a:solidFill>
                    <a:schemeClr val="lt1"/>
                  </a:solidFill>
                  <a:latin typeface="Arial"/>
                  <a:ea typeface="Arial"/>
                  <a:cs typeface="Arial"/>
                  <a:sym typeface="Arial"/>
                </a:rPr>
                <a:t>kafka-topics --create --zookeeper localhost:2181 --replication-factor 1 --partitions 3 --topic trump</a:t>
              </a:r>
              <a:endParaRPr sz="1400" b="0" i="0" u="none" strike="noStrike" cap="none">
                <a:solidFill>
                  <a:srgbClr val="000000"/>
                </a:solidFill>
                <a:latin typeface="Arial"/>
                <a:ea typeface="Arial"/>
                <a:cs typeface="Arial"/>
                <a:sym typeface="Arial"/>
              </a:endParaRPr>
            </a:p>
          </p:txBody>
        </p:sp>
        <p:sp>
          <p:nvSpPr>
            <p:cNvPr id="735" name="Google Shape;735;p35"/>
            <p:cNvSpPr/>
            <p:nvPr/>
          </p:nvSpPr>
          <p:spPr>
            <a:xfrm>
              <a:off x="0" y="3381991"/>
              <a:ext cx="6666833" cy="207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6" name="Google Shape;736;p35"/>
            <p:cNvSpPr txBox="1"/>
            <p:nvPr/>
          </p:nvSpPr>
          <p:spPr>
            <a:xfrm>
              <a:off x="0" y="3381991"/>
              <a:ext cx="6666833" cy="2070000"/>
            </a:xfrm>
            <a:prstGeom prst="rect">
              <a:avLst/>
            </a:prstGeom>
            <a:noFill/>
            <a:ln>
              <a:noFill/>
            </a:ln>
          </p:spPr>
          <p:txBody>
            <a:bodyPr spcFirstLastPara="1" wrap="square" lIns="211650" tIns="25400" rIns="142225" bIns="25400" anchor="t" anchorCtr="0">
              <a:noAutofit/>
            </a:bodyPr>
            <a:lstStyle/>
            <a:p>
              <a:pPr marL="171450" marR="0" lvl="1" indent="-171450" algn="l" rtl="0">
                <a:lnSpc>
                  <a:spcPct val="90000"/>
                </a:lnSpc>
                <a:spcBef>
                  <a:spcPts val="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Start producer: python twitter/producer.py</a:t>
              </a:r>
              <a:endParaRPr sz="1400" b="0" i="0" u="none" strike="noStrike" cap="none">
                <a:solidFill>
                  <a:srgbClr val="000000"/>
                </a:solidFill>
                <a:latin typeface="Arial"/>
                <a:ea typeface="Arial"/>
                <a:cs typeface="Arial"/>
                <a:sym typeface="Arial"/>
              </a:endParaRPr>
            </a:p>
            <a:p>
              <a:pPr marL="171450" marR="0" lvl="1" indent="-171450" algn="l" rtl="0">
                <a:lnSpc>
                  <a:spcPct val="90000"/>
                </a:lnSpc>
                <a:spcBef>
                  <a:spcPts val="32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(In a new container terminal) Start consumer: python consumer.py</a:t>
              </a:r>
              <a:endParaRPr sz="1400" b="0" i="0" u="none" strike="noStrike" cap="none">
                <a:solidFill>
                  <a:srgbClr val="000000"/>
                </a:solidFill>
                <a:latin typeface="Arial"/>
                <a:ea typeface="Arial"/>
                <a:cs typeface="Arial"/>
                <a:sym typeface="Arial"/>
              </a:endParaRPr>
            </a:p>
            <a:p>
              <a:pPr marL="171450" marR="0" lvl="1" indent="-171450" algn="l" rtl="0">
                <a:lnSpc>
                  <a:spcPct val="90000"/>
                </a:lnSpc>
                <a:spcBef>
                  <a:spcPts val="32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Go to </a:t>
              </a:r>
              <a:r>
                <a:rPr lang="en-US" sz="1600" b="0" i="0" u="sng" strike="noStrike" cap="none">
                  <a:solidFill>
                    <a:schemeClr val="dk1"/>
                  </a:solidFill>
                  <a:latin typeface="Arial"/>
                  <a:ea typeface="Arial"/>
                  <a:cs typeface="Arial"/>
                  <a:sym typeface="Arial"/>
                  <a:hlinkClick r:id="rId3">
                    <a:extLst>
                      <a:ext uri="{A12FA001-AC4F-418D-AE19-62706E023703}">
                        <ahyp:hlinkClr xmlns:ahyp="http://schemas.microsoft.com/office/drawing/2018/hyperlinkcolor" val="tx"/>
                      </a:ext>
                    </a:extLst>
                  </a:hlinkClick>
                </a:rPr>
                <a:t>http://localhost:3030</a:t>
              </a:r>
              <a:r>
                <a:rPr lang="en-US" sz="1600" b="0" i="0" u="none" strike="noStrike" cap="none">
                  <a:solidFill>
                    <a:schemeClr val="dk1"/>
                  </a:solidFill>
                  <a:latin typeface="Arial"/>
                  <a:ea typeface="Arial"/>
                  <a:cs typeface="Arial"/>
                  <a:sym typeface="Arial"/>
                </a:rPr>
                <a:t> and look for data in the “trump” topic under “topics”-”trump”</a:t>
              </a:r>
              <a:endParaRPr sz="1400" b="0" i="0" u="none" strike="noStrike" cap="none">
                <a:solidFill>
                  <a:srgbClr val="000000"/>
                </a:solidFill>
                <a:latin typeface="Arial"/>
                <a:ea typeface="Arial"/>
                <a:cs typeface="Arial"/>
                <a:sym typeface="Arial"/>
              </a:endParaRPr>
            </a:p>
            <a:p>
              <a:pPr marL="171450" marR="0" lvl="1" indent="-171450" algn="l" rtl="0">
                <a:lnSpc>
                  <a:spcPct val="90000"/>
                </a:lnSpc>
                <a:spcBef>
                  <a:spcPts val="32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Create an S3 bucket: dal-kafka-twitter-trump (you need a different name)</a:t>
              </a:r>
              <a:endParaRPr sz="1400" b="0" i="0" u="none" strike="noStrike" cap="none">
                <a:solidFill>
                  <a:srgbClr val="000000"/>
                </a:solidFill>
                <a:latin typeface="Arial"/>
                <a:ea typeface="Arial"/>
                <a:cs typeface="Arial"/>
                <a:sym typeface="Arial"/>
              </a:endParaRPr>
            </a:p>
            <a:p>
              <a:pPr marL="171450" marR="0" lvl="1" indent="-171450" algn="l" rtl="0">
                <a:lnSpc>
                  <a:spcPct val="90000"/>
                </a:lnSpc>
                <a:spcBef>
                  <a:spcPts val="320"/>
                </a:spcBef>
                <a:spcAft>
                  <a:spcPts val="0"/>
                </a:spcAft>
                <a:buClr>
                  <a:schemeClr val="dk1"/>
                </a:buClr>
                <a:buSzPts val="1600"/>
                <a:buFont typeface="Arial"/>
                <a:buChar char="•"/>
              </a:pPr>
              <a:r>
                <a:rPr lang="en-US" sz="1600" b="0" i="0" u="none" strike="noStrike" cap="none">
                  <a:solidFill>
                    <a:schemeClr val="dk1"/>
                  </a:solidFill>
                  <a:latin typeface="Arial"/>
                  <a:ea typeface="Arial"/>
                  <a:cs typeface="Arial"/>
                  <a:sym typeface="Arial"/>
                </a:rPr>
                <a:t>Create a Kafka S3 connector (copy properties in the notes, remember to update bucket name &amp; region). Check data in the bucketa</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0"/>
        <p:cNvGrpSpPr/>
        <p:nvPr/>
      </p:nvGrpSpPr>
      <p:grpSpPr>
        <a:xfrm>
          <a:off x="0" y="0"/>
          <a:ext cx="0" cy="0"/>
          <a:chOff x="0" y="0"/>
          <a:chExt cx="0" cy="0"/>
        </a:xfrm>
      </p:grpSpPr>
      <p:sp>
        <p:nvSpPr>
          <p:cNvPr id="741" name="Google Shape;741;p36"/>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42" name="Google Shape;742;p36"/>
          <p:cNvSpPr/>
          <p:nvPr/>
        </p:nvSpPr>
        <p:spPr>
          <a:xfrm rot="5400000" flipH="1">
            <a:off x="-1410084" y="1410082"/>
            <a:ext cx="6858000" cy="4037836"/>
          </a:xfrm>
          <a:prstGeom prst="rect">
            <a:avLst/>
          </a:prstGeom>
          <a:gradFill>
            <a:gsLst>
              <a:gs pos="0">
                <a:srgbClr val="000000"/>
              </a:gs>
              <a:gs pos="8000">
                <a:srgbClr val="000000"/>
              </a:gs>
              <a:gs pos="100000">
                <a:srgbClr val="0F4861"/>
              </a:gs>
            </a:gsLst>
            <a:lin ang="30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43" name="Google Shape;743;p36"/>
          <p:cNvSpPr/>
          <p:nvPr/>
        </p:nvSpPr>
        <p:spPr>
          <a:xfrm rot="5400000" flipH="1">
            <a:off x="-1410085" y="1420219"/>
            <a:ext cx="6857999" cy="4037839"/>
          </a:xfrm>
          <a:prstGeom prst="rect">
            <a:avLst/>
          </a:prstGeom>
          <a:gradFill>
            <a:gsLst>
              <a:gs pos="0">
                <a:srgbClr val="000000">
                  <a:alpha val="0"/>
                </a:srgbClr>
              </a:gs>
              <a:gs pos="99000">
                <a:srgbClr val="156082">
                  <a:alpha val="45882"/>
                </a:srgbClr>
              </a:gs>
              <a:gs pos="100000">
                <a:srgbClr val="156082">
                  <a:alpha val="45882"/>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44" name="Google Shape;744;p36"/>
          <p:cNvSpPr/>
          <p:nvPr/>
        </p:nvSpPr>
        <p:spPr>
          <a:xfrm rot="5400000" flipH="1">
            <a:off x="767923" y="3588085"/>
            <a:ext cx="2501979" cy="4037841"/>
          </a:xfrm>
          <a:prstGeom prst="rect">
            <a:avLst/>
          </a:prstGeom>
          <a:gradFill>
            <a:gsLst>
              <a:gs pos="0">
                <a:srgbClr val="156082">
                  <a:alpha val="29019"/>
                </a:srgbClr>
              </a:gs>
              <a:gs pos="2000">
                <a:srgbClr val="156082">
                  <a:alpha val="29019"/>
                </a:srgbClr>
              </a:gs>
              <a:gs pos="100000">
                <a:srgbClr val="000000">
                  <a:alpha val="30196"/>
                </a:srgbClr>
              </a:gs>
            </a:gsLst>
            <a:lin ang="7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45" name="Google Shape;745;p36"/>
          <p:cNvSpPr/>
          <p:nvPr/>
        </p:nvSpPr>
        <p:spPr>
          <a:xfrm rot="-964587">
            <a:off x="-501737" y="969718"/>
            <a:ext cx="3900357" cy="4178958"/>
          </a:xfrm>
          <a:custGeom>
            <a:avLst/>
            <a:gdLst/>
            <a:ahLst/>
            <a:cxnLst/>
            <a:rect l="l" t="t" r="r" b="b"/>
            <a:pathLst>
              <a:path w="3900357" h="4178958" extrusionOk="0">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0">
                <a:srgbClr val="000000">
                  <a:alpha val="0"/>
                </a:srgbClr>
              </a:gs>
              <a:gs pos="29000">
                <a:srgbClr val="000000">
                  <a:alpha val="0"/>
                </a:srgbClr>
              </a:gs>
              <a:gs pos="100000">
                <a:srgbClr val="156082">
                  <a:alpha val="43137"/>
                </a:srgbClr>
              </a:gs>
            </a:gsLst>
            <a:lin ang="18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46" name="Google Shape;746;p36"/>
          <p:cNvSpPr/>
          <p:nvPr/>
        </p:nvSpPr>
        <p:spPr>
          <a:xfrm rot="5400000" flipH="1">
            <a:off x="-1410095" y="1410079"/>
            <a:ext cx="6858003" cy="4037835"/>
          </a:xfrm>
          <a:prstGeom prst="rect">
            <a:avLst/>
          </a:prstGeom>
          <a:gradFill>
            <a:gsLst>
              <a:gs pos="0">
                <a:srgbClr val="000000">
                  <a:alpha val="0"/>
                </a:srgbClr>
              </a:gs>
              <a:gs pos="99000">
                <a:srgbClr val="43AFE2">
                  <a:alpha val="10980"/>
                </a:srgbClr>
              </a:gs>
              <a:gs pos="100000">
                <a:srgbClr val="43AFE2">
                  <a:alpha val="10980"/>
                </a:srgbClr>
              </a:gs>
            </a:gsLst>
            <a:lin ang="7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47" name="Google Shape;747;p36" descr="$PPTXTitle"/>
          <p:cNvSpPr txBox="1">
            <a:spLocks noGrp="1"/>
          </p:cNvSpPr>
          <p:nvPr>
            <p:ph type="title"/>
          </p:nvPr>
        </p:nvSpPr>
        <p:spPr>
          <a:xfrm>
            <a:off x="586478" y="1683756"/>
            <a:ext cx="3115265" cy="2396359"/>
          </a:xfrm>
          <a:prstGeom prst="rect">
            <a:avLst/>
          </a:prstGeom>
          <a:noFill/>
          <a:ln>
            <a:noFill/>
          </a:ln>
        </p:spPr>
        <p:txBody>
          <a:bodyPr spcFirstLastPara="1" wrap="square" lIns="91425" tIns="45700" rIns="91425" bIns="45700" anchor="b" anchorCtr="0">
            <a:normAutofit/>
          </a:bodyPr>
          <a:lstStyle/>
          <a:p>
            <a:pPr marL="12700" marR="5080" lvl="0" indent="153670" algn="r" rtl="0">
              <a:lnSpc>
                <a:spcPct val="90000"/>
              </a:lnSpc>
              <a:spcBef>
                <a:spcPts val="0"/>
              </a:spcBef>
              <a:spcAft>
                <a:spcPts val="0"/>
              </a:spcAft>
              <a:buClr>
                <a:srgbClr val="FFFFFF"/>
              </a:buClr>
              <a:buSzPts val="1400"/>
              <a:buFont typeface="Play"/>
              <a:buNone/>
            </a:pPr>
            <a:r>
              <a:rPr lang="en-US" sz="4000">
                <a:solidFill>
                  <a:srgbClr val="FFFFFF"/>
                </a:solidFill>
                <a:latin typeface="Play"/>
                <a:ea typeface="Play"/>
                <a:cs typeface="Play"/>
                <a:sym typeface="Play"/>
              </a:rPr>
              <a:t>Instruction: Load data from S3 to SF</a:t>
            </a:r>
            <a:endParaRPr/>
          </a:p>
        </p:txBody>
      </p:sp>
      <p:sp>
        <p:nvSpPr>
          <p:cNvPr id="748" name="Google Shape;748;p36"/>
          <p:cNvSpPr txBox="1">
            <a:spLocks noGrp="1"/>
          </p:cNvSpPr>
          <p:nvPr>
            <p:ph type="sldNum" idx="12"/>
          </p:nvPr>
        </p:nvSpPr>
        <p:spPr>
          <a:xfrm>
            <a:off x="11704320" y="6455664"/>
            <a:ext cx="448056" cy="365125"/>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600"/>
              </a:spcAft>
              <a:buClr>
                <a:srgbClr val="7F7F7F"/>
              </a:buClr>
              <a:buSzPts val="700"/>
              <a:buFont typeface="Arial"/>
              <a:buNone/>
            </a:pPr>
            <a:r>
              <a:rPr lang="en-US" sz="700">
                <a:solidFill>
                  <a:srgbClr val="7F7F7F"/>
                </a:solidFill>
                <a:latin typeface="Arial"/>
                <a:ea typeface="Arial"/>
                <a:cs typeface="Arial"/>
                <a:sym typeface="Arial"/>
              </a:rPr>
              <a:t>page 20</a:t>
            </a:r>
            <a:endParaRPr/>
          </a:p>
        </p:txBody>
      </p:sp>
      <p:grpSp>
        <p:nvGrpSpPr>
          <p:cNvPr id="749" name="Google Shape;749;p36"/>
          <p:cNvGrpSpPr/>
          <p:nvPr/>
        </p:nvGrpSpPr>
        <p:grpSpPr>
          <a:xfrm>
            <a:off x="4913413" y="1305543"/>
            <a:ext cx="6650110" cy="4343713"/>
            <a:chOff x="8361" y="555103"/>
            <a:chExt cx="6650110" cy="4343713"/>
          </a:xfrm>
        </p:grpSpPr>
        <p:sp>
          <p:nvSpPr>
            <p:cNvPr id="750" name="Google Shape;750;p36"/>
            <p:cNvSpPr/>
            <p:nvPr/>
          </p:nvSpPr>
          <p:spPr>
            <a:xfrm>
              <a:off x="1928558" y="1085982"/>
              <a:ext cx="411459" cy="91440"/>
            </a:xfrm>
            <a:custGeom>
              <a:avLst/>
              <a:gdLst/>
              <a:ahLst/>
              <a:cxnLst/>
              <a:rect l="l" t="t" r="r" b="b"/>
              <a:pathLst>
                <a:path w="120000" h="120000" extrusionOk="0">
                  <a:moveTo>
                    <a:pt x="0" y="60000"/>
                  </a:moveTo>
                  <a:lnTo>
                    <a:pt x="120000" y="60000"/>
                  </a:lnTo>
                </a:path>
              </a:pathLst>
            </a:custGeom>
            <a:noFill/>
            <a:ln w="12700" cap="flat" cmpd="sng">
              <a:solidFill>
                <a:srgbClr val="E97131"/>
              </a:solidFill>
              <a:prstDash val="solid"/>
              <a:miter lim="800000"/>
              <a:headEnd type="none" w="sm" len="sm"/>
              <a:tailEnd type="stealth" w="med" len="med"/>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1" name="Google Shape;751;p36"/>
            <p:cNvSpPr txBox="1"/>
            <p:nvPr/>
          </p:nvSpPr>
          <p:spPr>
            <a:xfrm>
              <a:off x="2123236" y="1129489"/>
              <a:ext cx="22102" cy="4424"/>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2" name="Google Shape;752;p36"/>
            <p:cNvSpPr/>
            <p:nvPr/>
          </p:nvSpPr>
          <p:spPr>
            <a:xfrm>
              <a:off x="8361" y="555103"/>
              <a:ext cx="1921997" cy="1153198"/>
            </a:xfrm>
            <a:prstGeom prst="rect">
              <a:avLst/>
            </a:prstGeom>
            <a:gradFill>
              <a:gsLst>
                <a:gs pos="0">
                  <a:srgbClr val="EC8154"/>
                </a:gs>
                <a:gs pos="50000">
                  <a:srgbClr val="F16E27"/>
                </a:gs>
                <a:gs pos="100000">
                  <a:srgbClr val="DF5D18"/>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3" name="Google Shape;753;p36"/>
            <p:cNvSpPr txBox="1"/>
            <p:nvPr/>
          </p:nvSpPr>
          <p:spPr>
            <a:xfrm>
              <a:off x="8361" y="555103"/>
              <a:ext cx="1921997" cy="1153198"/>
            </a:xfrm>
            <a:prstGeom prst="rect">
              <a:avLst/>
            </a:prstGeom>
            <a:noFill/>
            <a:ln>
              <a:noFill/>
            </a:ln>
          </p:spPr>
          <p:txBody>
            <a:bodyPr spcFirstLastPara="1" wrap="square" lIns="94175" tIns="98850" rIns="94175" bIns="9885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Create a stage</a:t>
              </a:r>
              <a:endParaRPr sz="1400" b="0" i="0" u="none" strike="noStrike" cap="none">
                <a:solidFill>
                  <a:srgbClr val="000000"/>
                </a:solidFill>
                <a:latin typeface="Arial"/>
                <a:ea typeface="Arial"/>
                <a:cs typeface="Arial"/>
                <a:sym typeface="Arial"/>
              </a:endParaRPr>
            </a:p>
          </p:txBody>
        </p:sp>
        <p:sp>
          <p:nvSpPr>
            <p:cNvPr id="754" name="Google Shape;754;p36"/>
            <p:cNvSpPr/>
            <p:nvPr/>
          </p:nvSpPr>
          <p:spPr>
            <a:xfrm>
              <a:off x="4292615" y="1085982"/>
              <a:ext cx="411459" cy="91440"/>
            </a:xfrm>
            <a:custGeom>
              <a:avLst/>
              <a:gdLst/>
              <a:ahLst/>
              <a:cxnLst/>
              <a:rect l="l" t="t" r="r" b="b"/>
              <a:pathLst>
                <a:path w="120000" h="120000" extrusionOk="0">
                  <a:moveTo>
                    <a:pt x="0" y="60000"/>
                  </a:moveTo>
                  <a:lnTo>
                    <a:pt x="120000" y="60000"/>
                  </a:lnTo>
                </a:path>
              </a:pathLst>
            </a:custGeom>
            <a:noFill/>
            <a:ln w="12700" cap="flat" cmpd="sng">
              <a:solidFill>
                <a:srgbClr val="DDA41D"/>
              </a:solidFill>
              <a:prstDash val="solid"/>
              <a:miter lim="800000"/>
              <a:headEnd type="none" w="sm" len="sm"/>
              <a:tailEnd type="stealth" w="med" len="med"/>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5" name="Google Shape;755;p36"/>
            <p:cNvSpPr txBox="1"/>
            <p:nvPr/>
          </p:nvSpPr>
          <p:spPr>
            <a:xfrm>
              <a:off x="4487293" y="1129489"/>
              <a:ext cx="22102" cy="4424"/>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56" name="Google Shape;756;p36"/>
            <p:cNvSpPr/>
            <p:nvPr/>
          </p:nvSpPr>
          <p:spPr>
            <a:xfrm>
              <a:off x="2372417" y="555103"/>
              <a:ext cx="1921997" cy="1153198"/>
            </a:xfrm>
            <a:prstGeom prst="rect">
              <a:avLst/>
            </a:prstGeom>
            <a:gradFill>
              <a:gsLst>
                <a:gs pos="0">
                  <a:srgbClr val="E7A64B"/>
                </a:gs>
                <a:gs pos="50000">
                  <a:srgbClr val="EB9E12"/>
                </a:gs>
                <a:gs pos="100000">
                  <a:srgbClr val="D88E07"/>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7" name="Google Shape;757;p36"/>
            <p:cNvSpPr txBox="1"/>
            <p:nvPr/>
          </p:nvSpPr>
          <p:spPr>
            <a:xfrm>
              <a:off x="2372417" y="555103"/>
              <a:ext cx="1921997" cy="1153198"/>
            </a:xfrm>
            <a:prstGeom prst="rect">
              <a:avLst/>
            </a:prstGeom>
            <a:noFill/>
            <a:ln>
              <a:noFill/>
            </a:ln>
          </p:spPr>
          <p:txBody>
            <a:bodyPr spcFirstLastPara="1" wrap="square" lIns="94175" tIns="98850" rIns="94175" bIns="9885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Create a table has a variant column</a:t>
              </a:r>
              <a:endParaRPr sz="1400" b="0" i="0" u="none" strike="noStrike" cap="none">
                <a:solidFill>
                  <a:srgbClr val="000000"/>
                </a:solidFill>
                <a:latin typeface="Arial"/>
                <a:ea typeface="Arial"/>
                <a:cs typeface="Arial"/>
                <a:sym typeface="Arial"/>
              </a:endParaRPr>
            </a:p>
          </p:txBody>
        </p:sp>
        <p:sp>
          <p:nvSpPr>
            <p:cNvPr id="758" name="Google Shape;758;p36"/>
            <p:cNvSpPr/>
            <p:nvPr/>
          </p:nvSpPr>
          <p:spPr>
            <a:xfrm>
              <a:off x="969359" y="1706501"/>
              <a:ext cx="4728113" cy="411459"/>
            </a:xfrm>
            <a:custGeom>
              <a:avLst/>
              <a:gdLst/>
              <a:ahLst/>
              <a:cxnLst/>
              <a:rect l="l" t="t" r="r" b="b"/>
              <a:pathLst>
                <a:path w="120000" h="120000" extrusionOk="0">
                  <a:moveTo>
                    <a:pt x="120000" y="0"/>
                  </a:moveTo>
                  <a:lnTo>
                    <a:pt x="120000" y="64987"/>
                  </a:lnTo>
                  <a:lnTo>
                    <a:pt x="0" y="64987"/>
                  </a:lnTo>
                  <a:lnTo>
                    <a:pt x="0" y="120000"/>
                  </a:lnTo>
                </a:path>
              </a:pathLst>
            </a:custGeom>
            <a:noFill/>
            <a:ln w="12700" cap="flat" cmpd="sng">
              <a:solidFill>
                <a:srgbClr val="B4BE1D"/>
              </a:solidFill>
              <a:prstDash val="solid"/>
              <a:miter lim="800000"/>
              <a:headEnd type="none" w="sm" len="sm"/>
              <a:tailEnd type="stealth" w="med" len="med"/>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59" name="Google Shape;759;p36"/>
            <p:cNvSpPr txBox="1"/>
            <p:nvPr/>
          </p:nvSpPr>
          <p:spPr>
            <a:xfrm>
              <a:off x="3214698" y="1910018"/>
              <a:ext cx="237436" cy="4424"/>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60" name="Google Shape;760;p36"/>
            <p:cNvSpPr/>
            <p:nvPr/>
          </p:nvSpPr>
          <p:spPr>
            <a:xfrm>
              <a:off x="4736474" y="555103"/>
              <a:ext cx="1921997" cy="1153198"/>
            </a:xfrm>
            <a:prstGeom prst="rect">
              <a:avLst/>
            </a:prstGeom>
            <a:gradFill>
              <a:gsLst>
                <a:gs pos="0">
                  <a:srgbClr val="D1C74A"/>
                </a:gs>
                <a:gs pos="50000">
                  <a:srgbClr val="D0C514"/>
                </a:gs>
                <a:gs pos="100000">
                  <a:srgbClr val="BFB40A"/>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1" name="Google Shape;761;p36"/>
            <p:cNvSpPr txBox="1"/>
            <p:nvPr/>
          </p:nvSpPr>
          <p:spPr>
            <a:xfrm>
              <a:off x="4736474" y="555103"/>
              <a:ext cx="1921997" cy="1153198"/>
            </a:xfrm>
            <a:prstGeom prst="rect">
              <a:avLst/>
            </a:prstGeom>
            <a:noFill/>
            <a:ln>
              <a:noFill/>
            </a:ln>
          </p:spPr>
          <p:txBody>
            <a:bodyPr spcFirstLastPara="1" wrap="square" lIns="94175" tIns="98850" rIns="94175" bIns="9885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Create a pipe</a:t>
              </a:r>
              <a:endParaRPr sz="1400" b="0" i="0" u="none" strike="noStrike" cap="none">
                <a:solidFill>
                  <a:srgbClr val="000000"/>
                </a:solidFill>
                <a:latin typeface="Arial"/>
                <a:ea typeface="Arial"/>
                <a:cs typeface="Arial"/>
                <a:sym typeface="Arial"/>
              </a:endParaRPr>
            </a:p>
          </p:txBody>
        </p:sp>
        <p:sp>
          <p:nvSpPr>
            <p:cNvPr id="762" name="Google Shape;762;p36"/>
            <p:cNvSpPr/>
            <p:nvPr/>
          </p:nvSpPr>
          <p:spPr>
            <a:xfrm>
              <a:off x="1928558" y="2681240"/>
              <a:ext cx="411459" cy="91440"/>
            </a:xfrm>
            <a:custGeom>
              <a:avLst/>
              <a:gdLst/>
              <a:ahLst/>
              <a:cxnLst/>
              <a:rect l="l" t="t" r="r" b="b"/>
              <a:pathLst>
                <a:path w="120000" h="120000" extrusionOk="0">
                  <a:moveTo>
                    <a:pt x="0" y="60000"/>
                  </a:moveTo>
                  <a:lnTo>
                    <a:pt x="120000" y="60000"/>
                  </a:lnTo>
                </a:path>
              </a:pathLst>
            </a:custGeom>
            <a:noFill/>
            <a:ln w="12700" cap="flat" cmpd="sng">
              <a:solidFill>
                <a:srgbClr val="69A11D"/>
              </a:solidFill>
              <a:prstDash val="solid"/>
              <a:miter lim="800000"/>
              <a:headEnd type="none" w="sm" len="sm"/>
              <a:tailEnd type="stealth" w="med" len="med"/>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3" name="Google Shape;763;p36"/>
            <p:cNvSpPr txBox="1"/>
            <p:nvPr/>
          </p:nvSpPr>
          <p:spPr>
            <a:xfrm>
              <a:off x="2123236" y="2724747"/>
              <a:ext cx="22102" cy="4424"/>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64" name="Google Shape;764;p36"/>
            <p:cNvSpPr/>
            <p:nvPr/>
          </p:nvSpPr>
          <p:spPr>
            <a:xfrm>
              <a:off x="8361" y="2150360"/>
              <a:ext cx="1921997" cy="1153198"/>
            </a:xfrm>
            <a:prstGeom prst="rect">
              <a:avLst/>
            </a:prstGeom>
            <a:gradFill>
              <a:gsLst>
                <a:gs pos="0">
                  <a:srgbClr val="99BA4A"/>
                </a:gs>
                <a:gs pos="50000">
                  <a:srgbClr val="8FB614"/>
                </a:gs>
                <a:gs pos="100000">
                  <a:srgbClr val="81A70B"/>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5" name="Google Shape;765;p36"/>
            <p:cNvSpPr txBox="1"/>
            <p:nvPr/>
          </p:nvSpPr>
          <p:spPr>
            <a:xfrm>
              <a:off x="8361" y="2150360"/>
              <a:ext cx="1921997" cy="1153198"/>
            </a:xfrm>
            <a:prstGeom prst="rect">
              <a:avLst/>
            </a:prstGeom>
            <a:noFill/>
            <a:ln>
              <a:noFill/>
            </a:ln>
          </p:spPr>
          <p:txBody>
            <a:bodyPr spcFirstLastPara="1" wrap="square" lIns="94175" tIns="98850" rIns="94175" bIns="9885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Show pipes to get the ARN in the notification_channel column</a:t>
              </a:r>
              <a:endParaRPr sz="1400" b="0" i="0" u="none" strike="noStrike" cap="none">
                <a:solidFill>
                  <a:srgbClr val="000000"/>
                </a:solidFill>
                <a:latin typeface="Arial"/>
                <a:ea typeface="Arial"/>
                <a:cs typeface="Arial"/>
                <a:sym typeface="Arial"/>
              </a:endParaRPr>
            </a:p>
          </p:txBody>
        </p:sp>
        <p:sp>
          <p:nvSpPr>
            <p:cNvPr id="766" name="Google Shape;766;p36"/>
            <p:cNvSpPr/>
            <p:nvPr/>
          </p:nvSpPr>
          <p:spPr>
            <a:xfrm>
              <a:off x="4292615" y="2681240"/>
              <a:ext cx="411459" cy="91440"/>
            </a:xfrm>
            <a:custGeom>
              <a:avLst/>
              <a:gdLst/>
              <a:ahLst/>
              <a:cxnLst/>
              <a:rect l="l" t="t" r="r" b="b"/>
              <a:pathLst>
                <a:path w="120000" h="120000" extrusionOk="0">
                  <a:moveTo>
                    <a:pt x="0" y="60000"/>
                  </a:moveTo>
                  <a:lnTo>
                    <a:pt x="120000" y="60000"/>
                  </a:lnTo>
                </a:path>
              </a:pathLst>
            </a:custGeom>
            <a:noFill/>
            <a:ln w="12700" cap="flat" cmpd="sng">
              <a:solidFill>
                <a:srgbClr val="33841B"/>
              </a:solidFill>
              <a:prstDash val="solid"/>
              <a:miter lim="800000"/>
              <a:headEnd type="none" w="sm" len="sm"/>
              <a:tailEnd type="stealth" w="med" len="med"/>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7" name="Google Shape;767;p36"/>
            <p:cNvSpPr txBox="1"/>
            <p:nvPr/>
          </p:nvSpPr>
          <p:spPr>
            <a:xfrm>
              <a:off x="4487293" y="2724747"/>
              <a:ext cx="22102" cy="4424"/>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68" name="Google Shape;768;p36"/>
            <p:cNvSpPr/>
            <p:nvPr/>
          </p:nvSpPr>
          <p:spPr>
            <a:xfrm>
              <a:off x="2372417" y="2150360"/>
              <a:ext cx="1921997" cy="1153198"/>
            </a:xfrm>
            <a:prstGeom prst="rect">
              <a:avLst/>
            </a:prstGeom>
            <a:gradFill>
              <a:gsLst>
                <a:gs pos="0">
                  <a:srgbClr val="6AA34A"/>
                </a:gs>
                <a:gs pos="50000">
                  <a:srgbClr val="549D15"/>
                </a:gs>
                <a:gs pos="100000">
                  <a:srgbClr val="4A8F0D"/>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69" name="Google Shape;769;p36"/>
            <p:cNvSpPr txBox="1"/>
            <p:nvPr/>
          </p:nvSpPr>
          <p:spPr>
            <a:xfrm>
              <a:off x="2372417" y="2150360"/>
              <a:ext cx="1921997" cy="1153198"/>
            </a:xfrm>
            <a:prstGeom prst="rect">
              <a:avLst/>
            </a:prstGeom>
            <a:noFill/>
            <a:ln>
              <a:noFill/>
            </a:ln>
          </p:spPr>
          <p:txBody>
            <a:bodyPr spcFirstLastPara="1" wrap="square" lIns="94175" tIns="98850" rIns="94175" bIns="9885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Create a new event from S3</a:t>
              </a:r>
              <a:endParaRPr sz="1400" b="0" i="0" u="none" strike="noStrike" cap="none">
                <a:solidFill>
                  <a:srgbClr val="000000"/>
                </a:solidFill>
                <a:latin typeface="Arial"/>
                <a:ea typeface="Arial"/>
                <a:cs typeface="Arial"/>
                <a:sym typeface="Arial"/>
              </a:endParaRPr>
            </a:p>
          </p:txBody>
        </p:sp>
        <p:sp>
          <p:nvSpPr>
            <p:cNvPr id="770" name="Google Shape;770;p36"/>
            <p:cNvSpPr/>
            <p:nvPr/>
          </p:nvSpPr>
          <p:spPr>
            <a:xfrm>
              <a:off x="969359" y="3301759"/>
              <a:ext cx="4728113" cy="411459"/>
            </a:xfrm>
            <a:custGeom>
              <a:avLst/>
              <a:gdLst/>
              <a:ahLst/>
              <a:cxnLst/>
              <a:rect l="l" t="t" r="r" b="b"/>
              <a:pathLst>
                <a:path w="120000" h="120000" extrusionOk="0">
                  <a:moveTo>
                    <a:pt x="120000" y="0"/>
                  </a:moveTo>
                  <a:lnTo>
                    <a:pt x="120000" y="64987"/>
                  </a:lnTo>
                  <a:lnTo>
                    <a:pt x="0" y="64987"/>
                  </a:lnTo>
                  <a:lnTo>
                    <a:pt x="0" y="120000"/>
                  </a:lnTo>
                </a:path>
              </a:pathLst>
            </a:custGeom>
            <a:noFill/>
            <a:ln w="12700" cap="flat" cmpd="sng">
              <a:solidFill>
                <a:srgbClr val="186923"/>
              </a:solidFill>
              <a:prstDash val="solid"/>
              <a:miter lim="800000"/>
              <a:headEnd type="none" w="sm" len="sm"/>
              <a:tailEnd type="stealth" w="med" len="med"/>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1" name="Google Shape;771;p36"/>
            <p:cNvSpPr txBox="1"/>
            <p:nvPr/>
          </p:nvSpPr>
          <p:spPr>
            <a:xfrm>
              <a:off x="3214698" y="3505276"/>
              <a:ext cx="237436" cy="4424"/>
            </a:xfrm>
            <a:prstGeom prst="rect">
              <a:avLst/>
            </a:prstGeom>
            <a:noFill/>
            <a:ln>
              <a:noFill/>
            </a:ln>
          </p:spPr>
          <p:txBody>
            <a:bodyPr spcFirstLastPara="1" wrap="square" lIns="12700" tIns="0" rIns="12700" bIns="0" anchor="ctr" anchorCtr="0">
              <a:noAutofit/>
            </a:bodyPr>
            <a:lstStyle/>
            <a:p>
              <a:pPr marL="0" marR="0" lvl="0" indent="0" algn="ctr"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772" name="Google Shape;772;p36"/>
            <p:cNvSpPr/>
            <p:nvPr/>
          </p:nvSpPr>
          <p:spPr>
            <a:xfrm>
              <a:off x="4736474" y="2150360"/>
              <a:ext cx="1921997" cy="1153198"/>
            </a:xfrm>
            <a:prstGeom prst="rect">
              <a:avLst/>
            </a:prstGeom>
            <a:gradFill>
              <a:gsLst>
                <a:gs pos="0">
                  <a:srgbClr val="508E4A"/>
                </a:gs>
                <a:gs pos="50000">
                  <a:srgbClr val="288514"/>
                </a:gs>
                <a:gs pos="100000">
                  <a:srgbClr val="20790D"/>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3" name="Google Shape;773;p36"/>
            <p:cNvSpPr txBox="1"/>
            <p:nvPr/>
          </p:nvSpPr>
          <p:spPr>
            <a:xfrm>
              <a:off x="4736474" y="2150360"/>
              <a:ext cx="1921997" cy="1153198"/>
            </a:xfrm>
            <a:prstGeom prst="rect">
              <a:avLst/>
            </a:prstGeom>
            <a:noFill/>
            <a:ln>
              <a:noFill/>
            </a:ln>
          </p:spPr>
          <p:txBody>
            <a:bodyPr spcFirstLastPara="1" wrap="square" lIns="94175" tIns="98850" rIns="94175" bIns="9885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Start producer in the container</a:t>
              </a:r>
              <a:endParaRPr sz="1400" b="0" i="0" u="none" strike="noStrike" cap="none">
                <a:solidFill>
                  <a:srgbClr val="000000"/>
                </a:solidFill>
                <a:latin typeface="Arial"/>
                <a:ea typeface="Arial"/>
                <a:cs typeface="Arial"/>
                <a:sym typeface="Arial"/>
              </a:endParaRPr>
            </a:p>
          </p:txBody>
        </p:sp>
        <p:sp>
          <p:nvSpPr>
            <p:cNvPr id="774" name="Google Shape;774;p36"/>
            <p:cNvSpPr/>
            <p:nvPr/>
          </p:nvSpPr>
          <p:spPr>
            <a:xfrm>
              <a:off x="8361" y="3745618"/>
              <a:ext cx="1921997" cy="1153198"/>
            </a:xfrm>
            <a:prstGeom prst="rect">
              <a:avLst/>
            </a:prstGeom>
            <a:gradFill>
              <a:gsLst>
                <a:gs pos="0">
                  <a:srgbClr val="497B4D"/>
                </a:gs>
                <a:gs pos="50000">
                  <a:srgbClr val="126D20"/>
                </a:gs>
                <a:gs pos="100000">
                  <a:srgbClr val="0C6319"/>
                </a:gs>
              </a:gsLst>
              <a:lin ang="5400000" scaled="0"/>
            </a:gra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5" name="Google Shape;775;p36"/>
            <p:cNvSpPr txBox="1"/>
            <p:nvPr/>
          </p:nvSpPr>
          <p:spPr>
            <a:xfrm>
              <a:off x="8361" y="3745618"/>
              <a:ext cx="1921997" cy="1153198"/>
            </a:xfrm>
            <a:prstGeom prst="rect">
              <a:avLst/>
            </a:prstGeom>
            <a:noFill/>
            <a:ln>
              <a:noFill/>
            </a:ln>
          </p:spPr>
          <p:txBody>
            <a:bodyPr spcFirstLastPara="1" wrap="square" lIns="94175" tIns="98850" rIns="94175" bIns="98850" anchor="ctr"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Check data in Snowflake table in a minute</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9"/>
        <p:cNvGrpSpPr/>
        <p:nvPr/>
      </p:nvGrpSpPr>
      <p:grpSpPr>
        <a:xfrm>
          <a:off x="0" y="0"/>
          <a:ext cx="0" cy="0"/>
          <a:chOff x="0" y="0"/>
          <a:chExt cx="0" cy="0"/>
        </a:xfrm>
      </p:grpSpPr>
      <p:sp>
        <p:nvSpPr>
          <p:cNvPr id="780" name="Google Shape;780;p3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81" name="Google Shape;781;p37"/>
          <p:cNvSpPr/>
          <p:nvPr/>
        </p:nvSpPr>
        <p:spPr>
          <a:xfrm rot="5400000" flipH="1">
            <a:off x="-1417539" y="1417538"/>
            <a:ext cx="6875818" cy="4040744"/>
          </a:xfrm>
          <a:prstGeom prst="rect">
            <a:avLst/>
          </a:prstGeom>
          <a:gradFill>
            <a:gsLst>
              <a:gs pos="0">
                <a:srgbClr val="000000"/>
              </a:gs>
              <a:gs pos="100000">
                <a:srgbClr val="0F4861"/>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82" name="Google Shape;782;p37"/>
          <p:cNvSpPr/>
          <p:nvPr/>
        </p:nvSpPr>
        <p:spPr>
          <a:xfrm rot="-5400000">
            <a:off x="-158495" y="2660473"/>
            <a:ext cx="4355594" cy="4038603"/>
          </a:xfrm>
          <a:prstGeom prst="rect">
            <a:avLst/>
          </a:prstGeom>
          <a:gradFill>
            <a:gsLst>
              <a:gs pos="0">
                <a:srgbClr val="156082">
                  <a:alpha val="50196"/>
                </a:srgbClr>
              </a:gs>
              <a:gs pos="100000">
                <a:srgbClr val="0A3041">
                  <a:alpha val="0"/>
                </a:srgbClr>
              </a:gs>
            </a:gsLst>
            <a:lin ang="114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83" name="Google Shape;783;p37"/>
          <p:cNvSpPr/>
          <p:nvPr/>
        </p:nvSpPr>
        <p:spPr>
          <a:xfrm rot="-5400000" flipH="1">
            <a:off x="-1180882" y="1638085"/>
            <a:ext cx="6857572" cy="3581401"/>
          </a:xfrm>
          <a:prstGeom prst="rect">
            <a:avLst/>
          </a:prstGeom>
          <a:gradFill>
            <a:gsLst>
              <a:gs pos="0">
                <a:srgbClr val="000000">
                  <a:alpha val="58823"/>
                </a:srgbClr>
              </a:gs>
              <a:gs pos="69000">
                <a:srgbClr val="156082">
                  <a:alpha val="0"/>
                </a:srgbClr>
              </a:gs>
              <a:gs pos="100000">
                <a:srgbClr val="156082">
                  <a:alpha val="0"/>
                </a:srgbClr>
              </a:gs>
            </a:gsLst>
            <a:lin ang="132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84" name="Google Shape;784;p37"/>
          <p:cNvSpPr/>
          <p:nvPr/>
        </p:nvSpPr>
        <p:spPr>
          <a:xfrm rot="6097846">
            <a:off x="-747355" y="1201312"/>
            <a:ext cx="4808302" cy="4088666"/>
          </a:xfrm>
          <a:custGeom>
            <a:avLst/>
            <a:gdLst/>
            <a:ahLst/>
            <a:cxnLst/>
            <a:rect l="l" t="t" r="r" b="b"/>
            <a:pathLst>
              <a:path w="4808302" h="4088666" extrusionOk="0">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43AFE2">
                  <a:alpha val="0"/>
                </a:srgbClr>
              </a:gs>
              <a:gs pos="39000">
                <a:srgbClr val="43AFE2">
                  <a:alpha val="0"/>
                </a:srgbClr>
              </a:gs>
              <a:gs pos="100000">
                <a:srgbClr val="0F4861">
                  <a:alpha val="25882"/>
                </a:srgbClr>
              </a:gs>
            </a:gsLst>
            <a:lin ang="1860000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85" name="Google Shape;785;p37" descr="$PPTXTitle"/>
          <p:cNvSpPr txBox="1">
            <a:spLocks noGrp="1"/>
          </p:cNvSpPr>
          <p:nvPr>
            <p:ph type="title"/>
          </p:nvPr>
        </p:nvSpPr>
        <p:spPr>
          <a:xfrm>
            <a:off x="660041" y="2767106"/>
            <a:ext cx="2880828" cy="3071906"/>
          </a:xfrm>
          <a:prstGeom prst="rect">
            <a:avLst/>
          </a:prstGeom>
          <a:noFill/>
          <a:ln>
            <a:noFill/>
          </a:ln>
        </p:spPr>
        <p:txBody>
          <a:bodyPr spcFirstLastPara="1" wrap="square" lIns="91425" tIns="45700" rIns="91425" bIns="45700" anchor="t" anchorCtr="0">
            <a:normAutofit/>
          </a:bodyPr>
          <a:lstStyle/>
          <a:p>
            <a:pPr marL="1795145" lvl="0" indent="0" algn="l" rtl="0">
              <a:lnSpc>
                <a:spcPct val="90000"/>
              </a:lnSpc>
              <a:spcBef>
                <a:spcPts val="0"/>
              </a:spcBef>
              <a:spcAft>
                <a:spcPts val="0"/>
              </a:spcAft>
              <a:buClr>
                <a:srgbClr val="FFFFFF"/>
              </a:buClr>
              <a:buSzPts val="1400"/>
              <a:buFont typeface="Play"/>
              <a:buNone/>
            </a:pPr>
            <a:r>
              <a:rPr lang="en-US" sz="1900">
                <a:solidFill>
                  <a:srgbClr val="FFFFFF"/>
                </a:solidFill>
                <a:latin typeface="Play"/>
                <a:ea typeface="Play"/>
                <a:cs typeface="Play"/>
                <a:sym typeface="Play"/>
              </a:rPr>
              <a:t>Log based Change Data Capture </a:t>
            </a:r>
            <a:endParaRPr/>
          </a:p>
        </p:txBody>
      </p:sp>
      <p:pic>
        <p:nvPicPr>
          <p:cNvPr id="786" name="Google Shape;786;p37"/>
          <p:cNvPicPr preferRelativeResize="0"/>
          <p:nvPr/>
        </p:nvPicPr>
        <p:blipFill rotWithShape="1">
          <a:blip r:embed="rId3">
            <a:alphaModFix/>
          </a:blip>
          <a:srcRect/>
          <a:stretch/>
        </p:blipFill>
        <p:spPr>
          <a:xfrm>
            <a:off x="4502428" y="1044503"/>
            <a:ext cx="7225748" cy="4768993"/>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90"/>
        <p:cNvGrpSpPr/>
        <p:nvPr/>
      </p:nvGrpSpPr>
      <p:grpSpPr>
        <a:xfrm>
          <a:off x="0" y="0"/>
          <a:ext cx="0" cy="0"/>
          <a:chOff x="0" y="0"/>
          <a:chExt cx="0" cy="0"/>
        </a:xfrm>
      </p:grpSpPr>
      <p:sp>
        <p:nvSpPr>
          <p:cNvPr id="791" name="Google Shape;791;p38"/>
          <p:cNvSpPr/>
          <p:nvPr/>
        </p:nvSpPr>
        <p:spPr>
          <a:xfrm rot="-5400000">
            <a:off x="800100" y="1491343"/>
            <a:ext cx="3333749" cy="3499103"/>
          </a:xfrm>
          <a:prstGeom prst="downArrow">
            <a:avLst>
              <a:gd name="adj1" fmla="val 100000"/>
              <a:gd name="adj2" fmla="val 15788"/>
            </a:avLst>
          </a:prstGeom>
          <a:solidFill>
            <a:srgbClr val="40404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92" name="Google Shape;792;p38" descr="$PPTXTitle"/>
          <p:cNvSpPr txBox="1">
            <a:spLocks noGrp="1"/>
          </p:cNvSpPr>
          <p:nvPr>
            <p:ph type="title"/>
          </p:nvPr>
        </p:nvSpPr>
        <p:spPr>
          <a:xfrm>
            <a:off x="1028700" y="1967266"/>
            <a:ext cx="2628900" cy="2547257"/>
          </a:xfrm>
          <a:prstGeom prst="rect">
            <a:avLst/>
          </a:prstGeom>
          <a:noFill/>
          <a:ln>
            <a:noFill/>
          </a:ln>
        </p:spPr>
        <p:txBody>
          <a:bodyPr spcFirstLastPara="1" wrap="square" lIns="91425" tIns="45700" rIns="91425" bIns="45700" anchor="ctr" anchorCtr="0">
            <a:normAutofit/>
          </a:bodyPr>
          <a:lstStyle/>
          <a:p>
            <a:pPr marL="774700" lvl="0" indent="0" algn="ctr" rtl="0">
              <a:lnSpc>
                <a:spcPct val="90000"/>
              </a:lnSpc>
              <a:spcBef>
                <a:spcPts val="0"/>
              </a:spcBef>
              <a:spcAft>
                <a:spcPts val="0"/>
              </a:spcAft>
              <a:buClr>
                <a:srgbClr val="FFFFFF"/>
              </a:buClr>
              <a:buSzPts val="1400"/>
              <a:buFont typeface="Play"/>
              <a:buNone/>
            </a:pPr>
            <a:r>
              <a:rPr lang="en-US" sz="2800">
                <a:solidFill>
                  <a:srgbClr val="FFFFFF"/>
                </a:solidFill>
                <a:latin typeface="Play"/>
                <a:ea typeface="Play"/>
                <a:cs typeface="Play"/>
                <a:sym typeface="Play"/>
              </a:rPr>
              <a:t>Spark Streaming Processing</a:t>
            </a:r>
            <a:endParaRPr/>
          </a:p>
        </p:txBody>
      </p:sp>
      <p:pic>
        <p:nvPicPr>
          <p:cNvPr id="793" name="Google Shape;793;p38"/>
          <p:cNvPicPr preferRelativeResize="0"/>
          <p:nvPr/>
        </p:nvPicPr>
        <p:blipFill rotWithShape="1">
          <a:blip r:embed="rId3">
            <a:alphaModFix/>
          </a:blip>
          <a:srcRect/>
          <a:stretch/>
        </p:blipFill>
        <p:spPr>
          <a:xfrm>
            <a:off x="4216527" y="597159"/>
            <a:ext cx="7558706" cy="4542803"/>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g3d8db7b50a1_0_16"/>
          <p:cNvSpPr txBox="1">
            <a:spLocks noGrp="1"/>
          </p:cNvSpPr>
          <p:nvPr>
            <p:ph type="title"/>
          </p:nvPr>
        </p:nvSpPr>
        <p:spPr>
          <a:xfrm>
            <a:off x="838200" y="365125"/>
            <a:ext cx="10515600" cy="1325563"/>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SzPts val="1400"/>
              <a:buNone/>
            </a:pPr>
            <a:r>
              <a:rPr lang="en-US"/>
              <a:t>Azure Synapse WorkFlow</a:t>
            </a:r>
            <a:endParaRPr/>
          </a:p>
        </p:txBody>
      </p:sp>
      <p:pic>
        <p:nvPicPr>
          <p:cNvPr id="799" name="Google Shape;799;g3d8db7b50a1_0_16"/>
          <p:cNvPicPr preferRelativeResize="0"/>
          <p:nvPr/>
        </p:nvPicPr>
        <p:blipFill rotWithShape="1">
          <a:blip r:embed="rId3">
            <a:alphaModFix/>
          </a:blip>
          <a:srcRect l="45864" r="1" b="1"/>
          <a:stretch/>
        </p:blipFill>
        <p:spPr>
          <a:xfrm>
            <a:off x="838200" y="1881188"/>
            <a:ext cx="5067300" cy="4352544"/>
          </a:xfrm>
          <a:prstGeom prst="rect">
            <a:avLst/>
          </a:prstGeom>
          <a:noFill/>
          <a:ln>
            <a:noFill/>
          </a:ln>
        </p:spPr>
      </p:pic>
      <p:pic>
        <p:nvPicPr>
          <p:cNvPr id="800" name="Google Shape;800;g3d8db7b50a1_0_16"/>
          <p:cNvPicPr preferRelativeResize="0"/>
          <p:nvPr/>
        </p:nvPicPr>
        <p:blipFill rotWithShape="1">
          <a:blip r:embed="rId4">
            <a:alphaModFix/>
          </a:blip>
          <a:srcRect l="47084" r="13333"/>
          <a:stretch/>
        </p:blipFill>
        <p:spPr>
          <a:xfrm>
            <a:off x="6286500" y="1881188"/>
            <a:ext cx="5067300" cy="4352544"/>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g3d8db7b50a1_0_0"/>
          <p:cNvSpPr txBox="1">
            <a:spLocks noGrp="1"/>
          </p:cNvSpPr>
          <p:nvPr>
            <p:ph type="title"/>
          </p:nvPr>
        </p:nvSpPr>
        <p:spPr>
          <a:xfrm>
            <a:off x="838200" y="365125"/>
            <a:ext cx="10515600" cy="1325563"/>
          </a:xfrm>
          <a:prstGeom prst="rect">
            <a:avLst/>
          </a:prstGeom>
          <a:noFill/>
          <a:ln>
            <a:noFill/>
          </a:ln>
        </p:spPr>
        <p:txBody>
          <a:bodyPr spcFirstLastPara="1" wrap="square" lIns="0" tIns="0" rIns="0" bIns="0" anchor="ctr" anchorCtr="0">
            <a:normAutofit/>
          </a:bodyPr>
          <a:lstStyle/>
          <a:p>
            <a:pPr marL="0" lvl="0" indent="0" algn="l" rtl="0">
              <a:lnSpc>
                <a:spcPct val="90000"/>
              </a:lnSpc>
              <a:spcBef>
                <a:spcPts val="0"/>
              </a:spcBef>
              <a:spcAft>
                <a:spcPts val="0"/>
              </a:spcAft>
              <a:buSzPts val="1400"/>
              <a:buNone/>
            </a:pPr>
            <a:r>
              <a:rPr lang="en-US"/>
              <a:t>Azure Synapse WorkFlow</a:t>
            </a:r>
            <a:endParaRPr/>
          </a:p>
        </p:txBody>
      </p:sp>
      <p:pic>
        <p:nvPicPr>
          <p:cNvPr id="806" name="Google Shape;806;g3d8db7b50a1_0_0"/>
          <p:cNvPicPr preferRelativeResize="0"/>
          <p:nvPr/>
        </p:nvPicPr>
        <p:blipFill rotWithShape="1">
          <a:blip r:embed="rId3">
            <a:alphaModFix/>
          </a:blip>
          <a:srcRect l="13790" r="45171"/>
          <a:stretch/>
        </p:blipFill>
        <p:spPr>
          <a:xfrm>
            <a:off x="838200" y="1881188"/>
            <a:ext cx="5067300" cy="4352544"/>
          </a:xfrm>
          <a:prstGeom prst="rect">
            <a:avLst/>
          </a:prstGeom>
          <a:noFill/>
          <a:ln>
            <a:noFill/>
          </a:ln>
        </p:spPr>
      </p:pic>
      <p:pic>
        <p:nvPicPr>
          <p:cNvPr id="807" name="Google Shape;807;g3d8db7b50a1_0_0"/>
          <p:cNvPicPr preferRelativeResize="0"/>
          <p:nvPr/>
        </p:nvPicPr>
        <p:blipFill rotWithShape="1">
          <a:blip r:embed="rId4">
            <a:alphaModFix/>
          </a:blip>
          <a:srcRect l="8464" r="29250"/>
          <a:stretch/>
        </p:blipFill>
        <p:spPr>
          <a:xfrm>
            <a:off x="6286500" y="1881188"/>
            <a:ext cx="5067300" cy="4352544"/>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11"/>
        <p:cNvGrpSpPr/>
        <p:nvPr/>
      </p:nvGrpSpPr>
      <p:grpSpPr>
        <a:xfrm>
          <a:off x="0" y="0"/>
          <a:ext cx="0" cy="0"/>
          <a:chOff x="0" y="0"/>
          <a:chExt cx="0" cy="0"/>
        </a:xfrm>
      </p:grpSpPr>
      <p:sp>
        <p:nvSpPr>
          <p:cNvPr id="812" name="Google Shape;812;g3d8db7b50a1_0_12"/>
          <p:cNvSpPr txBox="1">
            <a:spLocks noGrp="1"/>
          </p:cNvSpPr>
          <p:nvPr>
            <p:ph type="title"/>
          </p:nvPr>
        </p:nvSpPr>
        <p:spPr>
          <a:xfrm>
            <a:off x="838200" y="365125"/>
            <a:ext cx="10515600" cy="1325563"/>
          </a:xfrm>
        </p:spPr>
        <p:txBody>
          <a:bodyPr spcFirstLastPara="1" wrap="square" lIns="0" tIns="0" rIns="0" bIns="0" anchor="ctr" anchorCtr="0">
            <a:normAutofit/>
          </a:bodyPr>
          <a:lstStyle/>
          <a:p>
            <a:pPr marL="0" lvl="0" indent="0" rtl="0">
              <a:spcBef>
                <a:spcPts val="0"/>
              </a:spcBef>
              <a:spcAft>
                <a:spcPts val="0"/>
              </a:spcAft>
              <a:buSzPts val="1400"/>
              <a:buNone/>
            </a:pPr>
            <a:r>
              <a:rPr lang="en-US"/>
              <a:t>Microsoft </a:t>
            </a:r>
            <a:r>
              <a:rPr lang="en-US" dirty="0"/>
              <a:t>SQL Server</a:t>
            </a:r>
          </a:p>
        </p:txBody>
      </p:sp>
      <p:pic>
        <p:nvPicPr>
          <p:cNvPr id="814" name="Google Shape;814;g3d8db7b50a1_0_12"/>
          <p:cNvPicPr preferRelativeResize="0"/>
          <p:nvPr/>
        </p:nvPicPr>
        <p:blipFill>
          <a:blip r:embed="rId3"/>
          <a:srcRect t="378" r="3" b="24803"/>
          <a:stretch>
            <a:fillRect/>
          </a:stretch>
        </p:blipFill>
        <p:spPr>
          <a:xfrm>
            <a:off x="838200" y="1881188"/>
            <a:ext cx="7094220" cy="4352544"/>
          </a:xfrm>
          <a:prstGeom prst="rect">
            <a:avLst/>
          </a:prstGeom>
          <a:noFill/>
          <a:ln>
            <a:noFill/>
          </a:ln>
        </p:spPr>
      </p:pic>
      <p:pic>
        <p:nvPicPr>
          <p:cNvPr id="813" name="Google Shape;813;g3d8db7b50a1_0_12"/>
          <p:cNvPicPr preferRelativeResize="0"/>
          <p:nvPr/>
        </p:nvPicPr>
        <p:blipFill>
          <a:blip r:embed="rId4"/>
          <a:srcRect t="58127" b="13599"/>
          <a:stretch>
            <a:fillRect/>
          </a:stretch>
        </p:blipFill>
        <p:spPr>
          <a:xfrm>
            <a:off x="8313420" y="1881188"/>
            <a:ext cx="3040379" cy="4352544"/>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DAY 4 — Apache Airflow Fundamentals</a:t>
            </a:r>
          </a:p>
        </p:txBody>
      </p:sp>
      <p:sp>
        <p:nvSpPr>
          <p:cNvPr id="3" name="Text Placeholder 2"/>
          <p:cNvSpPr>
            <a:spLocks noGrp="1"/>
          </p:cNvSpPr>
          <p:nvPr>
            <p:ph type="body" idx="1"/>
          </p:nvPr>
        </p:nvSpPr>
        <p:spPr>
          <a:xfrm>
            <a:off x="1019934" y="2044005"/>
            <a:ext cx="10565765" cy="3693319"/>
          </a:xfrm>
        </p:spPr>
        <p:txBody>
          <a:bodyPr/>
          <a:lstStyle/>
          <a:p>
            <a:pPr>
              <a:lnSpc>
                <a:spcPct val="100000"/>
              </a:lnSpc>
              <a:defRPr sz="2000"/>
            </a:pPr>
            <a:r>
              <a:rPr sz="2400" dirty="0"/>
              <a:t>Goal: Teach orchestration properly</a:t>
            </a:r>
          </a:p>
          <a:p>
            <a:pPr>
              <a:lnSpc>
                <a:spcPct val="100000"/>
              </a:lnSpc>
              <a:defRPr sz="2000"/>
            </a:pPr>
            <a:r>
              <a:rPr sz="2400" dirty="0"/>
              <a:t>MOST IMPORTANT INDUSTRY DAY</a:t>
            </a:r>
          </a:p>
          <a:p>
            <a:pPr>
              <a:lnSpc>
                <a:spcPct val="100000"/>
              </a:lnSpc>
              <a:defRPr sz="2000"/>
            </a:pPr>
            <a:endParaRPr sz="2400" dirty="0"/>
          </a:p>
          <a:p>
            <a:pPr>
              <a:lnSpc>
                <a:spcPct val="100000"/>
              </a:lnSpc>
              <a:defRPr sz="2000"/>
            </a:pPr>
            <a:r>
              <a:rPr sz="2400" dirty="0"/>
              <a:t>Topics:</a:t>
            </a:r>
          </a:p>
          <a:p>
            <a:pPr>
              <a:lnSpc>
                <a:spcPct val="100000"/>
              </a:lnSpc>
              <a:defRPr sz="2000"/>
            </a:pPr>
            <a:r>
              <a:rPr sz="2400" dirty="0"/>
              <a:t>• DAGs</a:t>
            </a:r>
          </a:p>
          <a:p>
            <a:pPr>
              <a:lnSpc>
                <a:spcPct val="100000"/>
              </a:lnSpc>
              <a:defRPr sz="2000"/>
            </a:pPr>
            <a:r>
              <a:rPr sz="2400" dirty="0"/>
              <a:t>• scheduling</a:t>
            </a:r>
          </a:p>
          <a:p>
            <a:pPr>
              <a:lnSpc>
                <a:spcPct val="100000"/>
              </a:lnSpc>
              <a:defRPr sz="2000"/>
            </a:pPr>
            <a:r>
              <a:rPr sz="2400" dirty="0"/>
              <a:t>• retries</a:t>
            </a:r>
          </a:p>
          <a:p>
            <a:pPr>
              <a:lnSpc>
                <a:spcPct val="100000"/>
              </a:lnSpc>
              <a:defRPr sz="2000"/>
            </a:pPr>
            <a:r>
              <a:rPr sz="2400" dirty="0"/>
              <a:t>• operators</a:t>
            </a:r>
          </a:p>
          <a:p>
            <a:pPr>
              <a:lnSpc>
                <a:spcPct val="100000"/>
              </a:lnSpc>
              <a:defRPr sz="2000"/>
            </a:pPr>
            <a:r>
              <a:rPr sz="2400" dirty="0"/>
              <a:t>• dependencies</a:t>
            </a:r>
          </a:p>
          <a:p>
            <a:pPr>
              <a:lnSpc>
                <a:spcPct val="100000"/>
              </a:lnSpc>
              <a:defRPr sz="2000"/>
            </a:pPr>
            <a:r>
              <a:rPr sz="2400" dirty="0"/>
              <a:t>• execution flow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is Apache Airflow?</a:t>
            </a:r>
          </a:p>
        </p:txBody>
      </p:sp>
      <p:sp>
        <p:nvSpPr>
          <p:cNvPr id="3" name="Text Placeholder 2"/>
          <p:cNvSpPr>
            <a:spLocks noGrp="1"/>
          </p:cNvSpPr>
          <p:nvPr>
            <p:ph type="body" idx="1"/>
          </p:nvPr>
        </p:nvSpPr>
        <p:spPr>
          <a:xfrm>
            <a:off x="954620" y="1379999"/>
            <a:ext cx="10565765" cy="2991588"/>
          </a:xfrm>
        </p:spPr>
        <p:txBody>
          <a:bodyPr/>
          <a:lstStyle/>
          <a:p>
            <a:pPr>
              <a:defRPr sz="2000"/>
            </a:pPr>
            <a:r>
              <a:rPr sz="2400" dirty="0"/>
              <a:t>Open-source workflow orchestration platform</a:t>
            </a:r>
          </a:p>
          <a:p>
            <a:pPr>
              <a:defRPr sz="2000"/>
            </a:pPr>
            <a:r>
              <a:rPr sz="2400" dirty="0"/>
              <a:t>Used to automate ETL and analytics pipelines</a:t>
            </a:r>
          </a:p>
          <a:p>
            <a:pPr>
              <a:defRPr sz="2000"/>
            </a:pPr>
            <a:endParaRPr sz="2400" dirty="0"/>
          </a:p>
          <a:p>
            <a:pPr>
              <a:defRPr sz="2000"/>
            </a:pPr>
            <a:r>
              <a:rPr sz="2400" dirty="0"/>
              <a:t>Core concepts:</a:t>
            </a:r>
          </a:p>
          <a:p>
            <a:pPr>
              <a:defRPr sz="2000"/>
            </a:pPr>
            <a:r>
              <a:rPr sz="2400" dirty="0"/>
              <a:t>• DAG (Directed Acyclic Graph)</a:t>
            </a:r>
          </a:p>
          <a:p>
            <a:pPr>
              <a:defRPr sz="2000"/>
            </a:pPr>
            <a:r>
              <a:rPr sz="2400" dirty="0"/>
              <a:t>• Tasks</a:t>
            </a:r>
          </a:p>
          <a:p>
            <a:pPr>
              <a:defRPr sz="2000"/>
            </a:pPr>
            <a:r>
              <a:rPr sz="2400" dirty="0"/>
              <a:t>• Operators</a:t>
            </a:r>
          </a:p>
          <a:p>
            <a:pPr>
              <a:defRPr sz="2000"/>
            </a:pPr>
            <a:r>
              <a:rPr sz="2400" dirty="0"/>
              <a:t>• Scheduling</a:t>
            </a:r>
          </a:p>
          <a:p>
            <a:pPr>
              <a:defRPr sz="2000"/>
            </a:pPr>
            <a:r>
              <a:rPr sz="2400" dirty="0"/>
              <a:t>• Monitoring and Logging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Airflow Architecture</a:t>
            </a:r>
          </a:p>
        </p:txBody>
      </p:sp>
      <p:sp>
        <p:nvSpPr>
          <p:cNvPr id="3" name="Text Placeholder 2"/>
          <p:cNvSpPr>
            <a:spLocks noGrp="1"/>
          </p:cNvSpPr>
          <p:nvPr>
            <p:ph type="body" idx="1"/>
          </p:nvPr>
        </p:nvSpPr>
        <p:spPr>
          <a:xfrm>
            <a:off x="954620" y="1379999"/>
            <a:ext cx="10565765" cy="2659190"/>
          </a:xfrm>
        </p:spPr>
        <p:txBody>
          <a:bodyPr/>
          <a:lstStyle/>
          <a:p>
            <a:pPr>
              <a:defRPr sz="2000"/>
            </a:pPr>
            <a:r>
              <a:rPr sz="2400" dirty="0"/>
              <a:t>Main Components:</a:t>
            </a:r>
          </a:p>
          <a:p>
            <a:pPr>
              <a:defRPr sz="2000"/>
            </a:pPr>
            <a:r>
              <a:rPr sz="2400" dirty="0"/>
              <a:t>• Webserver</a:t>
            </a:r>
          </a:p>
          <a:p>
            <a:pPr>
              <a:defRPr sz="2000"/>
            </a:pPr>
            <a:r>
              <a:rPr sz="2400" dirty="0"/>
              <a:t>• Scheduler</a:t>
            </a:r>
          </a:p>
          <a:p>
            <a:pPr>
              <a:defRPr sz="2000"/>
            </a:pPr>
            <a:r>
              <a:rPr sz="2400" dirty="0"/>
              <a:t>• Metadata Database</a:t>
            </a:r>
          </a:p>
          <a:p>
            <a:pPr>
              <a:defRPr sz="2000"/>
            </a:pPr>
            <a:r>
              <a:rPr sz="2400" dirty="0"/>
              <a:t>• DAG Files</a:t>
            </a:r>
          </a:p>
          <a:p>
            <a:pPr>
              <a:defRPr sz="2000"/>
            </a:pPr>
            <a:endParaRPr sz="2400" dirty="0"/>
          </a:p>
          <a:p>
            <a:pPr>
              <a:defRPr sz="2000"/>
            </a:pPr>
            <a:r>
              <a:rPr sz="2400" dirty="0"/>
              <a:t>Execution Flow:</a:t>
            </a:r>
          </a:p>
          <a:p>
            <a:pPr>
              <a:defRPr sz="2000"/>
            </a:pPr>
            <a:r>
              <a:rPr sz="2400" dirty="0"/>
              <a:t>DAG → Tasks → Scheduler → Logs → Monitoring</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Understanding DAGs</a:t>
            </a:r>
          </a:p>
        </p:txBody>
      </p:sp>
      <p:sp>
        <p:nvSpPr>
          <p:cNvPr id="3" name="Text Placeholder 2"/>
          <p:cNvSpPr>
            <a:spLocks noGrp="1"/>
          </p:cNvSpPr>
          <p:nvPr>
            <p:ph type="body" idx="1"/>
          </p:nvPr>
        </p:nvSpPr>
        <p:spPr>
          <a:xfrm>
            <a:off x="954620" y="1379999"/>
            <a:ext cx="10565765" cy="2659190"/>
          </a:xfrm>
        </p:spPr>
        <p:txBody>
          <a:bodyPr/>
          <a:lstStyle/>
          <a:p>
            <a:pPr>
              <a:defRPr sz="2000"/>
            </a:pPr>
            <a:r>
              <a:rPr sz="2400" dirty="0"/>
              <a:t>DAG = Directed Acyclic Graph</a:t>
            </a:r>
          </a:p>
          <a:p>
            <a:pPr>
              <a:defRPr sz="2000"/>
            </a:pPr>
            <a:endParaRPr sz="2400" dirty="0"/>
          </a:p>
          <a:p>
            <a:pPr>
              <a:defRPr sz="2000"/>
            </a:pPr>
            <a:r>
              <a:rPr sz="2400" dirty="0"/>
              <a:t>Defines workflow dependencies</a:t>
            </a:r>
          </a:p>
          <a:p>
            <a:pPr>
              <a:defRPr sz="2000"/>
            </a:pPr>
            <a:endParaRPr sz="2400" dirty="0"/>
          </a:p>
          <a:p>
            <a:pPr>
              <a:defRPr sz="2000"/>
            </a:pPr>
            <a:r>
              <a:rPr sz="2400" dirty="0"/>
              <a:t>Example:</a:t>
            </a:r>
          </a:p>
          <a:p>
            <a:pPr>
              <a:defRPr sz="2000"/>
            </a:pPr>
            <a:r>
              <a:rPr sz="2400" dirty="0"/>
              <a:t>task1 &gt;&gt; task2 &gt;&gt; task3</a:t>
            </a:r>
          </a:p>
          <a:p>
            <a:pPr>
              <a:defRPr sz="2000"/>
            </a:pPr>
            <a:endParaRPr sz="2400" dirty="0"/>
          </a:p>
          <a:p>
            <a:pPr>
              <a:defRPr sz="2000"/>
            </a:pPr>
            <a:r>
              <a:rPr sz="2400" dirty="0"/>
              <a:t>Airflow executes tasks in dependency order</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Create Your First DAG</a:t>
            </a:r>
          </a:p>
        </p:txBody>
      </p:sp>
      <p:sp>
        <p:nvSpPr>
          <p:cNvPr id="3" name="Text Placeholder 2"/>
          <p:cNvSpPr>
            <a:spLocks noGrp="1"/>
          </p:cNvSpPr>
          <p:nvPr>
            <p:ph type="body" idx="1"/>
          </p:nvPr>
        </p:nvSpPr>
        <p:spPr>
          <a:xfrm>
            <a:off x="954620" y="1379999"/>
            <a:ext cx="10565765" cy="2991588"/>
          </a:xfrm>
        </p:spPr>
        <p:txBody>
          <a:bodyPr/>
          <a:lstStyle/>
          <a:p>
            <a:pPr>
              <a:defRPr sz="2000"/>
            </a:pPr>
            <a:r>
              <a:rPr sz="2400" dirty="0"/>
              <a:t>Example DAG:</a:t>
            </a:r>
          </a:p>
          <a:p>
            <a:pPr>
              <a:defRPr sz="2000"/>
            </a:pPr>
            <a:endParaRPr sz="2400" dirty="0"/>
          </a:p>
          <a:p>
            <a:pPr>
              <a:defRPr sz="2000"/>
            </a:pPr>
            <a:r>
              <a:rPr sz="2400" dirty="0"/>
              <a:t>from airflow import DAG</a:t>
            </a:r>
          </a:p>
          <a:p>
            <a:pPr>
              <a:defRPr sz="2000"/>
            </a:pPr>
            <a:r>
              <a:rPr sz="2400" dirty="0"/>
              <a:t>from </a:t>
            </a:r>
            <a:r>
              <a:rPr sz="2400" dirty="0" err="1"/>
              <a:t>airflow.operators.python</a:t>
            </a:r>
            <a:r>
              <a:rPr sz="2400" dirty="0"/>
              <a:t> import </a:t>
            </a:r>
            <a:r>
              <a:rPr sz="2400" dirty="0" err="1"/>
              <a:t>PythonOperator</a:t>
            </a:r>
            <a:endParaRPr sz="2400" dirty="0"/>
          </a:p>
          <a:p>
            <a:pPr>
              <a:defRPr sz="2000"/>
            </a:pPr>
            <a:endParaRPr sz="2400" dirty="0"/>
          </a:p>
          <a:p>
            <a:pPr>
              <a:defRPr sz="2000"/>
            </a:pPr>
            <a:r>
              <a:rPr sz="2400" dirty="0"/>
              <a:t>with DAG(...) as </a:t>
            </a:r>
            <a:r>
              <a:rPr sz="2400" dirty="0" err="1"/>
              <a:t>dag</a:t>
            </a:r>
            <a:r>
              <a:rPr sz="2400" dirty="0"/>
              <a:t>:</a:t>
            </a:r>
          </a:p>
          <a:p>
            <a:pPr>
              <a:defRPr sz="2000"/>
            </a:pPr>
            <a:r>
              <a:rPr sz="2400" dirty="0"/>
              <a:t>    task1 = </a:t>
            </a:r>
            <a:r>
              <a:rPr sz="2400" dirty="0" err="1"/>
              <a:t>PythonOperator</a:t>
            </a:r>
            <a:r>
              <a:rPr sz="2400" dirty="0"/>
              <a:t>(...)</a:t>
            </a:r>
          </a:p>
          <a:p>
            <a:pPr>
              <a:defRPr sz="2000"/>
            </a:pPr>
            <a:r>
              <a:rPr sz="2400" dirty="0"/>
              <a:t>    task2 = </a:t>
            </a:r>
            <a:r>
              <a:rPr sz="2400" dirty="0" err="1"/>
              <a:t>PythonOperator</a:t>
            </a:r>
            <a:r>
              <a:rPr sz="2400" dirty="0"/>
              <a:t>(...)</a:t>
            </a:r>
          </a:p>
          <a:p>
            <a:pPr>
              <a:defRPr sz="2000"/>
            </a:pPr>
            <a:r>
              <a:rPr sz="2400" dirty="0"/>
              <a:t>    task1 &gt;&gt; task2</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Scheduling and Retries</a:t>
            </a:r>
          </a:p>
        </p:txBody>
      </p:sp>
      <p:sp>
        <p:nvSpPr>
          <p:cNvPr id="3" name="Text Placeholder 2"/>
          <p:cNvSpPr>
            <a:spLocks noGrp="1"/>
          </p:cNvSpPr>
          <p:nvPr>
            <p:ph type="body" idx="1"/>
          </p:nvPr>
        </p:nvSpPr>
        <p:spPr>
          <a:xfrm>
            <a:off x="954620" y="1379999"/>
            <a:ext cx="10565765" cy="3323987"/>
          </a:xfrm>
        </p:spPr>
        <p:txBody>
          <a:bodyPr/>
          <a:lstStyle/>
          <a:p>
            <a:pPr>
              <a:defRPr sz="2000"/>
            </a:pPr>
            <a:r>
              <a:rPr sz="2400" dirty="0"/>
              <a:t>Scheduling Concepts:</a:t>
            </a:r>
          </a:p>
          <a:p>
            <a:pPr>
              <a:defRPr sz="2000"/>
            </a:pPr>
            <a:r>
              <a:rPr sz="2400" dirty="0"/>
              <a:t>• daily</a:t>
            </a:r>
          </a:p>
          <a:p>
            <a:pPr>
              <a:defRPr sz="2000"/>
            </a:pPr>
            <a:r>
              <a:rPr sz="2400" dirty="0"/>
              <a:t>• hourly</a:t>
            </a:r>
          </a:p>
          <a:p>
            <a:pPr>
              <a:defRPr sz="2000"/>
            </a:pPr>
            <a:r>
              <a:rPr sz="2400" dirty="0"/>
              <a:t>• </a:t>
            </a:r>
            <a:r>
              <a:rPr sz="2400" dirty="0" err="1"/>
              <a:t>cron</a:t>
            </a:r>
            <a:r>
              <a:rPr sz="2400" dirty="0"/>
              <a:t> scheduling</a:t>
            </a:r>
          </a:p>
          <a:p>
            <a:pPr>
              <a:defRPr sz="2000"/>
            </a:pPr>
            <a:endParaRPr sz="2400" dirty="0"/>
          </a:p>
          <a:p>
            <a:pPr>
              <a:defRPr sz="2000"/>
            </a:pPr>
            <a:r>
              <a:rPr sz="2400" dirty="0"/>
              <a:t>Retry Example:</a:t>
            </a:r>
          </a:p>
          <a:p>
            <a:pPr>
              <a:defRPr sz="2000"/>
            </a:pPr>
            <a:r>
              <a:rPr sz="2400" dirty="0"/>
              <a:t>retries=3</a:t>
            </a:r>
          </a:p>
          <a:p>
            <a:pPr>
              <a:defRPr sz="2000"/>
            </a:pPr>
            <a:r>
              <a:rPr sz="2400" dirty="0" err="1"/>
              <a:t>retry_delay</a:t>
            </a:r>
            <a:r>
              <a:rPr sz="2400" dirty="0"/>
              <a:t>=</a:t>
            </a:r>
            <a:r>
              <a:rPr sz="2400" dirty="0" err="1"/>
              <a:t>timedelta</a:t>
            </a:r>
            <a:r>
              <a:rPr sz="2400" dirty="0"/>
              <a:t>(minutes=5)</a:t>
            </a:r>
          </a:p>
          <a:p>
            <a:pPr>
              <a:defRPr sz="2000"/>
            </a:pPr>
            <a:endParaRPr sz="2400" dirty="0"/>
          </a:p>
          <a:p>
            <a:pPr>
              <a:defRPr sz="2000"/>
            </a:pPr>
            <a:r>
              <a:rPr sz="2400" dirty="0"/>
              <a:t>Improves production reliability</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Airflow Operators</a:t>
            </a:r>
          </a:p>
        </p:txBody>
      </p:sp>
      <p:sp>
        <p:nvSpPr>
          <p:cNvPr id="3" name="Text Placeholder 2"/>
          <p:cNvSpPr>
            <a:spLocks noGrp="1"/>
          </p:cNvSpPr>
          <p:nvPr>
            <p:ph type="body" idx="1"/>
          </p:nvPr>
        </p:nvSpPr>
        <p:spPr>
          <a:xfrm>
            <a:off x="954620" y="1379999"/>
            <a:ext cx="10565765" cy="2326791"/>
          </a:xfrm>
        </p:spPr>
        <p:txBody>
          <a:bodyPr/>
          <a:lstStyle/>
          <a:p>
            <a:pPr>
              <a:defRPr sz="2000"/>
            </a:pPr>
            <a:r>
              <a:rPr sz="2400" dirty="0"/>
              <a:t>Common Operators:</a:t>
            </a:r>
          </a:p>
          <a:p>
            <a:pPr>
              <a:defRPr sz="2000"/>
            </a:pPr>
            <a:r>
              <a:rPr sz="2400" dirty="0"/>
              <a:t>• </a:t>
            </a:r>
            <a:r>
              <a:rPr sz="2400" dirty="0" err="1"/>
              <a:t>PythonOperator</a:t>
            </a:r>
            <a:endParaRPr sz="2400" dirty="0"/>
          </a:p>
          <a:p>
            <a:pPr>
              <a:defRPr sz="2000"/>
            </a:pPr>
            <a:r>
              <a:rPr sz="2400" dirty="0"/>
              <a:t>• </a:t>
            </a:r>
            <a:r>
              <a:rPr sz="2400" dirty="0" err="1"/>
              <a:t>BashOperator</a:t>
            </a:r>
            <a:endParaRPr sz="2400" dirty="0"/>
          </a:p>
          <a:p>
            <a:pPr>
              <a:defRPr sz="2000"/>
            </a:pPr>
            <a:r>
              <a:rPr sz="2400" dirty="0"/>
              <a:t>• </a:t>
            </a:r>
            <a:r>
              <a:rPr sz="2400" dirty="0" err="1"/>
              <a:t>EmailOperator</a:t>
            </a:r>
            <a:endParaRPr sz="2400" dirty="0"/>
          </a:p>
          <a:p>
            <a:pPr>
              <a:defRPr sz="2000"/>
            </a:pPr>
            <a:r>
              <a:rPr sz="2400" dirty="0"/>
              <a:t>• </a:t>
            </a:r>
            <a:r>
              <a:rPr sz="2400" dirty="0" err="1"/>
              <a:t>BranchPythonOperator</a:t>
            </a:r>
            <a:endParaRPr sz="2400" dirty="0"/>
          </a:p>
          <a:p>
            <a:pPr>
              <a:defRPr sz="2000"/>
            </a:pPr>
            <a:endParaRPr sz="2400" dirty="0"/>
          </a:p>
          <a:p>
            <a:pPr>
              <a:defRPr sz="2000"/>
            </a:pPr>
            <a:r>
              <a:rPr sz="2400" dirty="0"/>
              <a:t>Operators define the actual task execution logic</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Logging and Monitoring</a:t>
            </a:r>
          </a:p>
        </p:txBody>
      </p:sp>
      <p:sp>
        <p:nvSpPr>
          <p:cNvPr id="3" name="Text Placeholder 2"/>
          <p:cNvSpPr>
            <a:spLocks noGrp="1"/>
          </p:cNvSpPr>
          <p:nvPr>
            <p:ph type="body" idx="1"/>
          </p:nvPr>
        </p:nvSpPr>
        <p:spPr>
          <a:xfrm>
            <a:off x="954620" y="1379999"/>
            <a:ext cx="10565765" cy="2326791"/>
          </a:xfrm>
        </p:spPr>
        <p:txBody>
          <a:bodyPr/>
          <a:lstStyle/>
          <a:p>
            <a:pPr>
              <a:defRPr sz="2000"/>
            </a:pPr>
            <a:r>
              <a:rPr sz="2400" dirty="0"/>
              <a:t>Airflow provides:</a:t>
            </a:r>
          </a:p>
          <a:p>
            <a:pPr>
              <a:defRPr sz="2000"/>
            </a:pPr>
            <a:r>
              <a:rPr sz="2400" dirty="0"/>
              <a:t>• task logs</a:t>
            </a:r>
          </a:p>
          <a:p>
            <a:pPr>
              <a:defRPr sz="2000"/>
            </a:pPr>
            <a:r>
              <a:rPr sz="2400" dirty="0"/>
              <a:t>• DAG history</a:t>
            </a:r>
          </a:p>
          <a:p>
            <a:pPr>
              <a:defRPr sz="2000"/>
            </a:pPr>
            <a:r>
              <a:rPr sz="2400" dirty="0"/>
              <a:t>• retries</a:t>
            </a:r>
          </a:p>
          <a:p>
            <a:pPr>
              <a:defRPr sz="2000"/>
            </a:pPr>
            <a:r>
              <a:rPr sz="2400" dirty="0"/>
              <a:t>• error tracking</a:t>
            </a:r>
          </a:p>
          <a:p>
            <a:pPr>
              <a:defRPr sz="2000"/>
            </a:pPr>
            <a:endParaRPr sz="2400" dirty="0"/>
          </a:p>
          <a:p>
            <a:pPr>
              <a:defRPr sz="2000"/>
            </a:pPr>
            <a:r>
              <a:rPr sz="2400" dirty="0"/>
              <a:t>Students learn how to debug ETL pipelines using Airflow logs</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Guided Lab — Build ETL DAG</a:t>
            </a:r>
          </a:p>
        </p:txBody>
      </p:sp>
      <p:sp>
        <p:nvSpPr>
          <p:cNvPr id="3" name="Text Placeholder 2"/>
          <p:cNvSpPr>
            <a:spLocks noGrp="1"/>
          </p:cNvSpPr>
          <p:nvPr>
            <p:ph type="body" idx="1"/>
          </p:nvPr>
        </p:nvSpPr>
        <p:spPr>
          <a:xfrm>
            <a:off x="954620" y="1379999"/>
            <a:ext cx="10565765" cy="3988784"/>
          </a:xfrm>
        </p:spPr>
        <p:txBody>
          <a:bodyPr/>
          <a:lstStyle/>
          <a:p>
            <a:pPr>
              <a:defRPr sz="2000"/>
            </a:pPr>
            <a:r>
              <a:rPr sz="2400" dirty="0"/>
              <a:t>Students build:</a:t>
            </a:r>
          </a:p>
          <a:p>
            <a:pPr>
              <a:defRPr sz="2000"/>
            </a:pPr>
            <a:endParaRPr sz="2400" dirty="0"/>
          </a:p>
          <a:p>
            <a:pPr>
              <a:defRPr sz="2000"/>
            </a:pPr>
            <a:r>
              <a:rPr sz="2400" dirty="0" err="1"/>
              <a:t>daily_pipeline_dag.py</a:t>
            </a:r>
            <a:endParaRPr sz="2400" dirty="0"/>
          </a:p>
          <a:p>
            <a:pPr>
              <a:defRPr sz="2000"/>
            </a:pPr>
            <a:endParaRPr sz="2400" dirty="0"/>
          </a:p>
          <a:p>
            <a:pPr>
              <a:defRPr sz="2000"/>
            </a:pPr>
            <a:r>
              <a:rPr sz="2400" dirty="0"/>
              <a:t>Workflow:</a:t>
            </a:r>
          </a:p>
          <a:p>
            <a:pPr>
              <a:defRPr sz="2000"/>
            </a:pPr>
            <a:r>
              <a:rPr sz="2400" dirty="0"/>
              <a:t>Extract Data</a:t>
            </a:r>
          </a:p>
          <a:p>
            <a:pPr>
              <a:defRPr sz="2000"/>
            </a:pPr>
            <a:r>
              <a:rPr sz="2400" dirty="0"/>
              <a:t> ↓</a:t>
            </a:r>
          </a:p>
          <a:p>
            <a:pPr>
              <a:defRPr sz="2000"/>
            </a:pPr>
            <a:r>
              <a:rPr sz="2400" dirty="0"/>
              <a:t>Transform Data</a:t>
            </a:r>
          </a:p>
          <a:p>
            <a:pPr>
              <a:defRPr sz="2000"/>
            </a:pPr>
            <a:r>
              <a:rPr sz="2400" dirty="0"/>
              <a:t> ↓</a:t>
            </a:r>
          </a:p>
          <a:p>
            <a:pPr>
              <a:defRPr sz="2000"/>
            </a:pPr>
            <a:r>
              <a:rPr sz="2400" dirty="0"/>
              <a:t>Load PostgreSQL</a:t>
            </a:r>
          </a:p>
          <a:p>
            <a:pPr>
              <a:defRPr sz="2000"/>
            </a:pPr>
            <a:endParaRPr sz="2400" dirty="0"/>
          </a:p>
          <a:p>
            <a:pPr>
              <a:defRPr sz="2000"/>
            </a:pPr>
            <a:r>
              <a:rPr sz="2400" dirty="0"/>
              <a:t>Add retries and logging</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Assignment and Deliverables</a:t>
            </a:r>
          </a:p>
        </p:txBody>
      </p:sp>
      <p:sp>
        <p:nvSpPr>
          <p:cNvPr id="3" name="Text Placeholder 2"/>
          <p:cNvSpPr>
            <a:spLocks noGrp="1"/>
          </p:cNvSpPr>
          <p:nvPr>
            <p:ph type="body" idx="1"/>
          </p:nvPr>
        </p:nvSpPr>
        <p:spPr>
          <a:xfrm>
            <a:off x="954620" y="1379999"/>
            <a:ext cx="10565765" cy="2991588"/>
          </a:xfrm>
        </p:spPr>
        <p:txBody>
          <a:bodyPr/>
          <a:lstStyle/>
          <a:p>
            <a:pPr>
              <a:defRPr sz="2000"/>
            </a:pPr>
            <a:r>
              <a:rPr sz="2400" dirty="0"/>
              <a:t>Assignment:</a:t>
            </a:r>
          </a:p>
          <a:p>
            <a:pPr>
              <a:defRPr sz="2000"/>
            </a:pPr>
            <a:r>
              <a:rPr sz="2400" dirty="0"/>
              <a:t>Create </a:t>
            </a:r>
            <a:r>
              <a:rPr sz="2400" dirty="0" err="1"/>
              <a:t>daily_pipeline_dag.py</a:t>
            </a:r>
            <a:endParaRPr sz="2400" dirty="0"/>
          </a:p>
          <a:p>
            <a:pPr>
              <a:defRPr sz="2000"/>
            </a:pPr>
            <a:endParaRPr sz="2400" dirty="0"/>
          </a:p>
          <a:p>
            <a:pPr>
              <a:defRPr sz="2000"/>
            </a:pPr>
            <a:r>
              <a:rPr sz="2400" dirty="0"/>
              <a:t>Deliverable:</a:t>
            </a:r>
          </a:p>
          <a:p>
            <a:pPr>
              <a:defRPr sz="2000"/>
            </a:pPr>
            <a:r>
              <a:rPr sz="2400" dirty="0"/>
              <a:t>• Working DAG</a:t>
            </a:r>
          </a:p>
          <a:p>
            <a:pPr>
              <a:defRPr sz="2000"/>
            </a:pPr>
            <a:r>
              <a:rPr sz="2400" dirty="0"/>
              <a:t>• Task dependencies</a:t>
            </a:r>
          </a:p>
          <a:p>
            <a:pPr>
              <a:defRPr sz="2000"/>
            </a:pPr>
            <a:r>
              <a:rPr sz="2400" dirty="0"/>
              <a:t>• Retries configured</a:t>
            </a:r>
          </a:p>
          <a:p>
            <a:pPr>
              <a:defRPr sz="2000"/>
            </a:pPr>
            <a:r>
              <a:rPr sz="2400" dirty="0"/>
              <a:t>• Logging enabled</a:t>
            </a:r>
          </a:p>
          <a:p>
            <a:pPr>
              <a:defRPr sz="2000"/>
            </a:pPr>
            <a:r>
              <a:rPr sz="2400" dirty="0"/>
              <a:t>• Airflow UI demonstration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2283</Words>
  <Application>Microsoft Macintosh PowerPoint</Application>
  <PresentationFormat>Widescreen</PresentationFormat>
  <Paragraphs>432</Paragraphs>
  <Slides>54</Slides>
  <Notes>44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Calibri</vt:lpstr>
      <vt:lpstr>Play</vt:lpstr>
      <vt:lpstr>Times New Roman</vt:lpstr>
      <vt:lpstr>Arial</vt:lpstr>
      <vt:lpstr>Helvetica Neue</vt:lpstr>
      <vt:lpstr>Office Theme</vt:lpstr>
      <vt:lpstr>Big Data Analytics (Spring 2026)  ETL and Data Pipeline Automation</vt:lpstr>
      <vt:lpstr>ETL Overview</vt:lpstr>
      <vt:lpstr>ETL Overview</vt:lpstr>
      <vt:lpstr>Common ETL Language</vt:lpstr>
      <vt:lpstr>ETL Tools</vt:lpstr>
      <vt:lpstr>ETL on HDFS</vt:lpstr>
      <vt:lpstr>ETL on the Cloud</vt:lpstr>
      <vt:lpstr>Case Study: SuperStore</vt:lpstr>
      <vt:lpstr>Tasks</vt:lpstr>
      <vt:lpstr>4 ways to load data into Snowflake</vt:lpstr>
      <vt:lpstr>Data Model Design</vt:lpstr>
      <vt:lpstr>Data Pipeline Design</vt:lpstr>
      <vt:lpstr>Data Warehouse Design</vt:lpstr>
      <vt:lpstr>DWH Design Process</vt:lpstr>
      <vt:lpstr>1. Architecture Design: Bottom UP Approach</vt:lpstr>
      <vt:lpstr>2. Architecture Design: Top Down Approach</vt:lpstr>
      <vt:lpstr>3. Data Management</vt:lpstr>
      <vt:lpstr>4. Data Security &amp; Risk</vt:lpstr>
      <vt:lpstr>5. Data Backup &amp; Recovery</vt:lpstr>
      <vt:lpstr>6. Performance Turning</vt:lpstr>
      <vt:lpstr>Demo ETL Pipeline</vt:lpstr>
      <vt:lpstr>Step 1. Create CTE and then analyze with LAG and LEAD to compare each customer's purchase with the previous and next purchases to analyze purchase trends over time</vt:lpstr>
      <vt:lpstr>-- Step 3: Create a CTE to get customer + sales info</vt:lpstr>
      <vt:lpstr>PowerPoint Presentation</vt:lpstr>
      <vt:lpstr>PowerPoint Presentation</vt:lpstr>
      <vt:lpstr>scrape.py</vt:lpstr>
      <vt:lpstr>Scheduling</vt:lpstr>
      <vt:lpstr>ETF Airflow - Weather Dag </vt:lpstr>
      <vt:lpstr>ETF Airflow - Weather Dag </vt:lpstr>
      <vt:lpstr>Full Load vs Incremental Load</vt:lpstr>
      <vt:lpstr>Batch Data Processing</vt:lpstr>
      <vt:lpstr>ETL Data Pipeline Design</vt:lpstr>
      <vt:lpstr>Stream Data Processing</vt:lpstr>
      <vt:lpstr>Introduce Kafka MPP Streaming</vt:lpstr>
      <vt:lpstr>Kafka Partition</vt:lpstr>
      <vt:lpstr>Kafka Brokers</vt:lpstr>
      <vt:lpstr>Instruction—Set up Kafka Docker Environment</vt:lpstr>
      <vt:lpstr>Instruction—Create topic, producer, and Kafka S3 connect</vt:lpstr>
      <vt:lpstr>Instruction: Load data from S3 to SF</vt:lpstr>
      <vt:lpstr>Log based Change Data Capture </vt:lpstr>
      <vt:lpstr>Spark Streaming Processing</vt:lpstr>
      <vt:lpstr>Azure Synapse WorkFlow</vt:lpstr>
      <vt:lpstr>Azure Synapse WorkFlow</vt:lpstr>
      <vt:lpstr>Microsoft SQL Server</vt:lpstr>
      <vt:lpstr>DAY 4 — Apache Airflow Fundamentals</vt:lpstr>
      <vt:lpstr>What is Apache Airflow?</vt:lpstr>
      <vt:lpstr>Airflow Architecture</vt:lpstr>
      <vt:lpstr>Understanding DAGs</vt:lpstr>
      <vt:lpstr>Create Your First DAG</vt:lpstr>
      <vt:lpstr>Scheduling and Retries</vt:lpstr>
      <vt:lpstr>Airflow Operators</vt:lpstr>
      <vt:lpstr>Logging and Monitoring</vt:lpstr>
      <vt:lpstr>Guided Lab — Build ETL DAG</vt:lpstr>
      <vt:lpstr>Assignment and Deliverables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Yu Zhang</cp:lastModifiedBy>
  <cp:revision>5</cp:revision>
  <dcterms:created xsi:type="dcterms:W3CDTF">2025-11-14T20:40:15Z</dcterms:created>
  <dcterms:modified xsi:type="dcterms:W3CDTF">2026-05-17T02:46:39Z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2021-01-03T00:00:00Z</vt:filetime>
  </property>
  <property fmtid="{D5CDD505-2E9C-101B-9397-08002B2CF9AE}" pid="3" name="LastSaved">
    <vt:filetime>2025-11-14T00:00:00Z</vt:filetime>
  </property>
  <property fmtid="{D5CDD505-2E9C-101B-9397-08002B2CF9AE}" pid="4" name="Producer">
    <vt:lpwstr>macOS Version 10.15.5 (Build 19F101) Quartz PDFContext</vt:lpwstr>
  </property>
</Properties>
</file>