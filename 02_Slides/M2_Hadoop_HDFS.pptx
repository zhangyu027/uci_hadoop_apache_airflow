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329" r:id="rId43"/>
    <p:sldId id="330" r:id="rId44"/>
    <p:sldId id="331" r:id="rId45"/>
    <p:sldId id="300" r:id="rId46"/>
    <p:sldId id="301" r:id="rId47"/>
    <p:sldId id="302" r:id="rId48"/>
    <p:sldId id="303" r:id="rId49"/>
    <p:sldId id="341" r:id="rId50"/>
    <p:sldId id="332" r:id="rId51"/>
    <p:sldId id="333" r:id="rId52"/>
    <p:sldId id="334" r:id="rId53"/>
    <p:sldId id="335" r:id="rId54"/>
    <p:sldId id="336" r:id="rId55"/>
    <p:sldId id="337" r:id="rId56"/>
    <p:sldId id="311" r:id="rId57"/>
    <p:sldId id="338" r:id="rId58"/>
    <p:sldId id="339" r:id="rId59"/>
    <p:sldId id="340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42" r:id="rId75"/>
    <p:sldId id="343" r:id="rId76"/>
    <p:sldId id="344" r:id="rId77"/>
    <p:sldId id="345" r:id="rId78"/>
    <p:sldId id="346" r:id="rId79"/>
    <p:sldId id="347" r:id="rId80"/>
    <p:sldId id="348" r:id="rId81"/>
    <p:sldId id="349" r:id="rId82"/>
    <p:sldId id="350" r:id="rId83"/>
    <p:sldId id="351" r:id="rId84"/>
    <p:sldId id="352" r:id="rId85"/>
    <p:sldId id="353" r:id="rId86"/>
    <p:sldId id="354" r:id="rId87"/>
    <p:sldId id="355" r:id="rId88"/>
    <p:sldId id="356" r:id="rId89"/>
    <p:sldId id="357" r:id="rId90"/>
    <p:sldId id="358" r:id="rId91"/>
    <p:sldId id="359" r:id="rId92"/>
    <p:sldId id="360" r:id="rId93"/>
    <p:sldId id="361" r:id="rId94"/>
    <p:sldId id="362" r:id="rId95"/>
    <p:sldId id="363" r:id="rId96"/>
    <p:sldId id="364" r:id="rId97"/>
    <p:sldId id="365" r:id="rId98"/>
    <p:sldId id="366" r:id="rId99"/>
    <p:sldId id="367" r:id="rId100"/>
    <p:sldId id="297" r:id="rId101"/>
    <p:sldId id="298" r:id="rId102"/>
    <p:sldId id="299" r:id="rId103"/>
    <p:sldId id="368" r:id="rId104"/>
    <p:sldId id="370" r:id="rId105"/>
    <p:sldId id="371" r:id="rId106"/>
    <p:sldId id="372" r:id="rId107"/>
    <p:sldId id="373" r:id="rId108"/>
    <p:sldId id="374" r:id="rId109"/>
    <p:sldId id="375" r:id="rId110"/>
    <p:sldId id="376" r:id="rId111"/>
    <p:sldId id="377" r:id="rId112"/>
    <p:sldId id="378" r:id="rId113"/>
    <p:sldId id="379" r:id="rId114"/>
    <p:sldId id="369" r:id="rId115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843" autoAdjust="0"/>
    <p:restoredTop sz="94705"/>
  </p:normalViewPr>
  <p:slideViewPr>
    <p:cSldViewPr>
      <p:cViewPr varScale="1">
        <p:scale>
          <a:sx n="94" d="100"/>
          <a:sy n="94" d="100"/>
        </p:scale>
        <p:origin x="208" y="3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viewProps" Target="view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ata12.xml.rels><?xml version="1.0" encoding="UTF-8" standalone="yes"?>
<Relationships xmlns="http://schemas.openxmlformats.org/package/2006/relationships"><Relationship Id="rId1" Type="http://schemas.openxmlformats.org/officeDocument/2006/relationships/hyperlink" Target="http://infotechgems.blogspot.com/2011/11/java-collections-performance-time.html" TargetMode="External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12.xml.rels><?xml version="1.0" encoding="UTF-8" standalone="yes"?>
<Relationships xmlns="http://schemas.openxmlformats.org/package/2006/relationships"><Relationship Id="rId1" Type="http://schemas.openxmlformats.org/officeDocument/2006/relationships/hyperlink" Target="http://infotechgems.blogspot.com/2011/11/java-collections-performance-time.html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971CCF-650F-4A01-8C92-6AA25C17377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5A0DE990-1555-4AEC-BDC8-63B3E3701907}">
      <dgm:prSet/>
      <dgm:spPr/>
      <dgm:t>
        <a:bodyPr/>
        <a:lstStyle/>
        <a:p>
          <a:r>
            <a:rPr lang="en-US"/>
            <a:t>∗ Review: MapReduce</a:t>
          </a:r>
        </a:p>
      </dgm:t>
    </dgm:pt>
    <dgm:pt modelId="{104374D0-4029-4894-B91C-D397D6704A05}" type="parTrans" cxnId="{AA77F585-488F-4F4A-B8D3-88172F7B3197}">
      <dgm:prSet/>
      <dgm:spPr/>
      <dgm:t>
        <a:bodyPr/>
        <a:lstStyle/>
        <a:p>
          <a:endParaRPr lang="en-US"/>
        </a:p>
      </dgm:t>
    </dgm:pt>
    <dgm:pt modelId="{42EC5976-84C9-477C-A279-A47EB21AE0B3}" type="sibTrans" cxnId="{AA77F585-488F-4F4A-B8D3-88172F7B3197}">
      <dgm:prSet/>
      <dgm:spPr/>
      <dgm:t>
        <a:bodyPr/>
        <a:lstStyle/>
        <a:p>
          <a:endParaRPr lang="en-US"/>
        </a:p>
      </dgm:t>
    </dgm:pt>
    <dgm:pt modelId="{8078DD26-F851-4291-878E-3682677E578B}">
      <dgm:prSet/>
      <dgm:spPr/>
      <dgm:t>
        <a:bodyPr/>
        <a:lstStyle/>
        <a:p>
          <a:r>
            <a:rPr lang="en-US"/>
            <a:t>∗ Introduction to Design Pattern</a:t>
          </a:r>
        </a:p>
      </dgm:t>
    </dgm:pt>
    <dgm:pt modelId="{5BD50AA3-4495-486B-AB9D-2ECC82ACB5D0}" type="parTrans" cxnId="{74A4396B-CD6F-4CDC-A650-86567E03DD3D}">
      <dgm:prSet/>
      <dgm:spPr/>
      <dgm:t>
        <a:bodyPr/>
        <a:lstStyle/>
        <a:p>
          <a:endParaRPr lang="en-US"/>
        </a:p>
      </dgm:t>
    </dgm:pt>
    <dgm:pt modelId="{9B9C1259-BFF4-4A0D-8A67-36366DFEA699}" type="sibTrans" cxnId="{74A4396B-CD6F-4CDC-A650-86567E03DD3D}">
      <dgm:prSet/>
      <dgm:spPr/>
      <dgm:t>
        <a:bodyPr/>
        <a:lstStyle/>
        <a:p>
          <a:endParaRPr lang="en-US"/>
        </a:p>
      </dgm:t>
    </dgm:pt>
    <dgm:pt modelId="{C0B98938-3C44-4ED4-9871-7B5D70FD11BF}">
      <dgm:prSet/>
      <dgm:spPr/>
      <dgm:t>
        <a:bodyPr/>
        <a:lstStyle/>
        <a:p>
          <a:r>
            <a:rPr lang="en-US"/>
            <a:t>∗ MapReduce Design Pattern</a:t>
          </a:r>
        </a:p>
      </dgm:t>
    </dgm:pt>
    <dgm:pt modelId="{17A6296C-F232-45CD-8A81-6621F89C7763}" type="parTrans" cxnId="{FD47946B-B836-4048-8DB5-96348432F862}">
      <dgm:prSet/>
      <dgm:spPr/>
      <dgm:t>
        <a:bodyPr/>
        <a:lstStyle/>
        <a:p>
          <a:endParaRPr lang="en-US"/>
        </a:p>
      </dgm:t>
    </dgm:pt>
    <dgm:pt modelId="{F73615DF-B712-4561-BAB6-979BB9462CC6}" type="sibTrans" cxnId="{FD47946B-B836-4048-8DB5-96348432F862}">
      <dgm:prSet/>
      <dgm:spPr/>
      <dgm:t>
        <a:bodyPr/>
        <a:lstStyle/>
        <a:p>
          <a:endParaRPr lang="en-US"/>
        </a:p>
      </dgm:t>
    </dgm:pt>
    <dgm:pt modelId="{0F3C1776-D548-4304-9F13-75EA0B150241}" type="pres">
      <dgm:prSet presAssocID="{D2971CCF-650F-4A01-8C92-6AA25C17377B}" presName="root" presStyleCnt="0">
        <dgm:presLayoutVars>
          <dgm:dir/>
          <dgm:resizeHandles val="exact"/>
        </dgm:presLayoutVars>
      </dgm:prSet>
      <dgm:spPr/>
    </dgm:pt>
    <dgm:pt modelId="{8F200520-A2B6-4F8C-ACD6-9292AE377B06}" type="pres">
      <dgm:prSet presAssocID="{5A0DE990-1555-4AEC-BDC8-63B3E3701907}" presName="compNode" presStyleCnt="0"/>
      <dgm:spPr/>
    </dgm:pt>
    <dgm:pt modelId="{58BF59D3-DB64-4E6D-92FC-0888EE5077B7}" type="pres">
      <dgm:prSet presAssocID="{5A0DE990-1555-4AEC-BDC8-63B3E3701907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821ABFAD-15B5-4B42-A48B-A1C88F5FD80C}" type="pres">
      <dgm:prSet presAssocID="{5A0DE990-1555-4AEC-BDC8-63B3E3701907}" presName="spaceRect" presStyleCnt="0"/>
      <dgm:spPr/>
    </dgm:pt>
    <dgm:pt modelId="{270BC2EF-0CDF-4D04-8022-C2044A94E511}" type="pres">
      <dgm:prSet presAssocID="{5A0DE990-1555-4AEC-BDC8-63B3E3701907}" presName="textRect" presStyleLbl="revTx" presStyleIdx="0" presStyleCnt="3">
        <dgm:presLayoutVars>
          <dgm:chMax val="1"/>
          <dgm:chPref val="1"/>
        </dgm:presLayoutVars>
      </dgm:prSet>
      <dgm:spPr/>
    </dgm:pt>
    <dgm:pt modelId="{1E7C84FA-48DD-41AF-BEB5-7B1187452A29}" type="pres">
      <dgm:prSet presAssocID="{42EC5976-84C9-477C-A279-A47EB21AE0B3}" presName="sibTrans" presStyleCnt="0"/>
      <dgm:spPr/>
    </dgm:pt>
    <dgm:pt modelId="{C542AEB0-E1B6-42CC-8BB2-592E5B19072C}" type="pres">
      <dgm:prSet presAssocID="{8078DD26-F851-4291-878E-3682677E578B}" presName="compNode" presStyleCnt="0"/>
      <dgm:spPr/>
    </dgm:pt>
    <dgm:pt modelId="{B30CAAA1-5D34-4A0A-99C9-FEE1BC037462}" type="pres">
      <dgm:prSet presAssocID="{8078DD26-F851-4291-878E-3682677E578B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7BB02FAD-7120-4C12-AF34-CBAB6B47541C}" type="pres">
      <dgm:prSet presAssocID="{8078DD26-F851-4291-878E-3682677E578B}" presName="spaceRect" presStyleCnt="0"/>
      <dgm:spPr/>
    </dgm:pt>
    <dgm:pt modelId="{D5237CA8-3372-415C-876A-FAE44E23708C}" type="pres">
      <dgm:prSet presAssocID="{8078DD26-F851-4291-878E-3682677E578B}" presName="textRect" presStyleLbl="revTx" presStyleIdx="1" presStyleCnt="3">
        <dgm:presLayoutVars>
          <dgm:chMax val="1"/>
          <dgm:chPref val="1"/>
        </dgm:presLayoutVars>
      </dgm:prSet>
      <dgm:spPr/>
    </dgm:pt>
    <dgm:pt modelId="{35478062-1E66-4457-B039-DB89CF1A25B1}" type="pres">
      <dgm:prSet presAssocID="{9B9C1259-BFF4-4A0D-8A67-36366DFEA699}" presName="sibTrans" presStyleCnt="0"/>
      <dgm:spPr/>
    </dgm:pt>
    <dgm:pt modelId="{52E67A08-86AD-45C8-8420-F5376DC52B56}" type="pres">
      <dgm:prSet presAssocID="{C0B98938-3C44-4ED4-9871-7B5D70FD11BF}" presName="compNode" presStyleCnt="0"/>
      <dgm:spPr/>
    </dgm:pt>
    <dgm:pt modelId="{3A3CD06F-2400-4C6D-960D-03A0F0FB5D25}" type="pres">
      <dgm:prSet presAssocID="{C0B98938-3C44-4ED4-9871-7B5D70FD11B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40A34C9-3138-4A8B-9091-2D71BA6437DE}" type="pres">
      <dgm:prSet presAssocID="{C0B98938-3C44-4ED4-9871-7B5D70FD11BF}" presName="spaceRect" presStyleCnt="0"/>
      <dgm:spPr/>
    </dgm:pt>
    <dgm:pt modelId="{6895BCBA-1201-452D-9DBA-A73BD0D4D677}" type="pres">
      <dgm:prSet presAssocID="{C0B98938-3C44-4ED4-9871-7B5D70FD11B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8374507-D6A0-4B42-89AE-089D6226CC3E}" type="presOf" srcId="{5A0DE990-1555-4AEC-BDC8-63B3E3701907}" destId="{270BC2EF-0CDF-4D04-8022-C2044A94E511}" srcOrd="0" destOrd="0" presId="urn:microsoft.com/office/officeart/2018/2/layout/IconLabelList"/>
    <dgm:cxn modelId="{74A4396B-CD6F-4CDC-A650-86567E03DD3D}" srcId="{D2971CCF-650F-4A01-8C92-6AA25C17377B}" destId="{8078DD26-F851-4291-878E-3682677E578B}" srcOrd="1" destOrd="0" parTransId="{5BD50AA3-4495-486B-AB9D-2ECC82ACB5D0}" sibTransId="{9B9C1259-BFF4-4A0D-8A67-36366DFEA699}"/>
    <dgm:cxn modelId="{FD47946B-B836-4048-8DB5-96348432F862}" srcId="{D2971CCF-650F-4A01-8C92-6AA25C17377B}" destId="{C0B98938-3C44-4ED4-9871-7B5D70FD11BF}" srcOrd="2" destOrd="0" parTransId="{17A6296C-F232-45CD-8A81-6621F89C7763}" sibTransId="{F73615DF-B712-4561-BAB6-979BB9462CC6}"/>
    <dgm:cxn modelId="{AA77F585-488F-4F4A-B8D3-88172F7B3197}" srcId="{D2971CCF-650F-4A01-8C92-6AA25C17377B}" destId="{5A0DE990-1555-4AEC-BDC8-63B3E3701907}" srcOrd="0" destOrd="0" parTransId="{104374D0-4029-4894-B91C-D397D6704A05}" sibTransId="{42EC5976-84C9-477C-A279-A47EB21AE0B3}"/>
    <dgm:cxn modelId="{C5F4EA87-7350-458A-83D1-0F1E69C9FA7B}" type="presOf" srcId="{C0B98938-3C44-4ED4-9871-7B5D70FD11BF}" destId="{6895BCBA-1201-452D-9DBA-A73BD0D4D677}" srcOrd="0" destOrd="0" presId="urn:microsoft.com/office/officeart/2018/2/layout/IconLabelList"/>
    <dgm:cxn modelId="{AABC4BE5-2008-4369-B5FB-687AD0389516}" type="presOf" srcId="{8078DD26-F851-4291-878E-3682677E578B}" destId="{D5237CA8-3372-415C-876A-FAE44E23708C}" srcOrd="0" destOrd="0" presId="urn:microsoft.com/office/officeart/2018/2/layout/IconLabelList"/>
    <dgm:cxn modelId="{55348EF1-3578-4AAE-B637-AA6AC8D9D8F6}" type="presOf" srcId="{D2971CCF-650F-4A01-8C92-6AA25C17377B}" destId="{0F3C1776-D548-4304-9F13-75EA0B150241}" srcOrd="0" destOrd="0" presId="urn:microsoft.com/office/officeart/2018/2/layout/IconLabelList"/>
    <dgm:cxn modelId="{A7EC0432-0E4C-4A8A-B963-9FAEB7E8E7B1}" type="presParOf" srcId="{0F3C1776-D548-4304-9F13-75EA0B150241}" destId="{8F200520-A2B6-4F8C-ACD6-9292AE377B06}" srcOrd="0" destOrd="0" presId="urn:microsoft.com/office/officeart/2018/2/layout/IconLabelList"/>
    <dgm:cxn modelId="{3DF2DA43-E9BA-40F9-9FD2-5AF183BB3640}" type="presParOf" srcId="{8F200520-A2B6-4F8C-ACD6-9292AE377B06}" destId="{58BF59D3-DB64-4E6D-92FC-0888EE5077B7}" srcOrd="0" destOrd="0" presId="urn:microsoft.com/office/officeart/2018/2/layout/IconLabelList"/>
    <dgm:cxn modelId="{6FE052F6-AD58-49FB-82F1-00F827734EB6}" type="presParOf" srcId="{8F200520-A2B6-4F8C-ACD6-9292AE377B06}" destId="{821ABFAD-15B5-4B42-A48B-A1C88F5FD80C}" srcOrd="1" destOrd="0" presId="urn:microsoft.com/office/officeart/2018/2/layout/IconLabelList"/>
    <dgm:cxn modelId="{B374F4DB-C3A2-495A-ACDC-190DC6713AA4}" type="presParOf" srcId="{8F200520-A2B6-4F8C-ACD6-9292AE377B06}" destId="{270BC2EF-0CDF-4D04-8022-C2044A94E511}" srcOrd="2" destOrd="0" presId="urn:microsoft.com/office/officeart/2018/2/layout/IconLabelList"/>
    <dgm:cxn modelId="{392DDF41-6655-4D3A-A8AE-B65B523601B9}" type="presParOf" srcId="{0F3C1776-D548-4304-9F13-75EA0B150241}" destId="{1E7C84FA-48DD-41AF-BEB5-7B1187452A29}" srcOrd="1" destOrd="0" presId="urn:microsoft.com/office/officeart/2018/2/layout/IconLabelList"/>
    <dgm:cxn modelId="{960902FA-2CB0-48B0-A2F4-D03152053A41}" type="presParOf" srcId="{0F3C1776-D548-4304-9F13-75EA0B150241}" destId="{C542AEB0-E1B6-42CC-8BB2-592E5B19072C}" srcOrd="2" destOrd="0" presId="urn:microsoft.com/office/officeart/2018/2/layout/IconLabelList"/>
    <dgm:cxn modelId="{743EF63B-23F0-4C8C-A186-C1D26F917E03}" type="presParOf" srcId="{C542AEB0-E1B6-42CC-8BB2-592E5B19072C}" destId="{B30CAAA1-5D34-4A0A-99C9-FEE1BC037462}" srcOrd="0" destOrd="0" presId="urn:microsoft.com/office/officeart/2018/2/layout/IconLabelList"/>
    <dgm:cxn modelId="{3E9AC70B-F447-4804-9309-A4FBEFD1C096}" type="presParOf" srcId="{C542AEB0-E1B6-42CC-8BB2-592E5B19072C}" destId="{7BB02FAD-7120-4C12-AF34-CBAB6B47541C}" srcOrd="1" destOrd="0" presId="urn:microsoft.com/office/officeart/2018/2/layout/IconLabelList"/>
    <dgm:cxn modelId="{542917BC-A1B7-490D-B429-6E8560F1B855}" type="presParOf" srcId="{C542AEB0-E1B6-42CC-8BB2-592E5B19072C}" destId="{D5237CA8-3372-415C-876A-FAE44E23708C}" srcOrd="2" destOrd="0" presId="urn:microsoft.com/office/officeart/2018/2/layout/IconLabelList"/>
    <dgm:cxn modelId="{D6BD192A-A216-4FE6-BE2D-AF3FEB851038}" type="presParOf" srcId="{0F3C1776-D548-4304-9F13-75EA0B150241}" destId="{35478062-1E66-4457-B039-DB89CF1A25B1}" srcOrd="3" destOrd="0" presId="urn:microsoft.com/office/officeart/2018/2/layout/IconLabelList"/>
    <dgm:cxn modelId="{0F2647E9-9852-4C91-AA7A-0E5849803A5F}" type="presParOf" srcId="{0F3C1776-D548-4304-9F13-75EA0B150241}" destId="{52E67A08-86AD-45C8-8420-F5376DC52B56}" srcOrd="4" destOrd="0" presId="urn:microsoft.com/office/officeart/2018/2/layout/IconLabelList"/>
    <dgm:cxn modelId="{F2441BB1-90D2-4454-8ACD-8DAEC42DBCB0}" type="presParOf" srcId="{52E67A08-86AD-45C8-8420-F5376DC52B56}" destId="{3A3CD06F-2400-4C6D-960D-03A0F0FB5D25}" srcOrd="0" destOrd="0" presId="urn:microsoft.com/office/officeart/2018/2/layout/IconLabelList"/>
    <dgm:cxn modelId="{F910D77C-3C4D-4F06-8030-82ECA73D32AE}" type="presParOf" srcId="{52E67A08-86AD-45C8-8420-F5376DC52B56}" destId="{B40A34C9-3138-4A8B-9091-2D71BA6437DE}" srcOrd="1" destOrd="0" presId="urn:microsoft.com/office/officeart/2018/2/layout/IconLabelList"/>
    <dgm:cxn modelId="{3A83EDEB-18C0-44D2-9BCB-9CF4025562F4}" type="presParOf" srcId="{52E67A08-86AD-45C8-8420-F5376DC52B56}" destId="{6895BCBA-1201-452D-9DBA-A73BD0D4D67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EAC508D-8F09-40E7-8462-EBFA631D405F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6046621-9457-49F8-8141-052629F1C98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Simplifies large-scale computations that fit this model</a:t>
          </a:r>
        </a:p>
      </dgm:t>
    </dgm:pt>
    <dgm:pt modelId="{68F9402C-9F5A-49BC-B008-863CBA856E95}" type="parTrans" cxnId="{3AD5D07E-5CF1-4293-A759-767D362CD3C6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44804D5-D763-41ED-93FB-A83437DADD54}" type="sibTrans" cxnId="{3AD5D07E-5CF1-4293-A759-767D362CD3C6}">
      <dgm:prSet custT="1"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040CCE3-AB18-4294-BE17-E7F3F58978A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Allows user to focus on the problem without worrying about details</a:t>
          </a:r>
        </a:p>
      </dgm:t>
    </dgm:pt>
    <dgm:pt modelId="{6531CEBB-6A0E-4DFD-B644-2069864A0B0C}" type="parTrans" cxnId="{72337C15-74CD-4D86-9E85-0887796A7658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F790A71-129D-407D-8E1F-BB8B0FA77B4D}" type="sibTrans" cxnId="{72337C15-74CD-4D86-9E85-0887796A7658}">
      <dgm:prSet custT="1"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EEAFCB6-6770-400A-A162-8C2DB42BECC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Computer architecture not very important</a:t>
          </a:r>
        </a:p>
      </dgm:t>
    </dgm:pt>
    <dgm:pt modelId="{C5317D62-569C-46D7-9DB0-3D946B765C9F}" type="parTrans" cxnId="{C4A4114D-03C1-462B-A9AB-89A84E92DB61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95A6672-1040-4A38-8477-02E3E2422FC6}" type="sibTrans" cxnId="{C4A4114D-03C1-462B-A9AB-89A84E92DB61}">
      <dgm:prSet custT="1"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6DD8C64-4896-4A46-9F1C-CDD158B4C72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Portable model</a:t>
          </a:r>
        </a:p>
      </dgm:t>
    </dgm:pt>
    <dgm:pt modelId="{B12B59A0-0C9E-4252-B865-E2F3F5B97CAE}" type="parTrans" cxnId="{12B43D43-2713-486D-9EBE-27C6B00A2456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F8E50C7-97E3-4E7B-8495-F5B5BE1E4A3B}" type="sibTrans" cxnId="{12B43D43-2713-486D-9EBE-27C6B00A2456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38AD8F0-7EB6-4992-8374-6168B93740E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Fault tolerant, reliable, and supports thousands of nodes and petabytes of data</a:t>
          </a:r>
        </a:p>
      </dgm:t>
    </dgm:pt>
    <dgm:pt modelId="{CEAC02F8-203B-466C-8F18-BAEA2EDB4AAA}" type="parTrans" cxnId="{79C6EC8D-EFC2-4F9F-8D96-CECE9BE4AA14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E4F064B-F741-4FB8-ABCA-DDC6DD1666E2}" type="sibTrans" cxnId="{79C6EC8D-EFC2-4F9F-8D96-CECE9BE4AA14}">
      <dgm:prSet custT="1"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B27BFD9-2C2A-4834-A9AF-08E06662677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If you can rewrite algorithms into Maps and Reduces, and your problem can be broken up into small pieces solvable in parallel, then Hadoop’s MapReduce is the way to go for a distributed problem solving approach to large datasets</a:t>
          </a:r>
        </a:p>
      </dgm:t>
    </dgm:pt>
    <dgm:pt modelId="{0DF78773-6237-4AC7-A1B8-DF86C8CAAF30}" type="parTrans" cxnId="{2A9514FB-7B1F-405E-B03F-D6BA9070CC44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26AB90E-96F6-4537-9731-50C59134E6D2}" type="sibTrans" cxnId="{2A9514FB-7B1F-405E-B03F-D6BA9070CC44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34BD920-5E10-9341-B1AC-BBC30FAC54DB}" type="pres">
      <dgm:prSet presAssocID="{BEAC508D-8F09-40E7-8462-EBFA631D405F}" presName="Name0" presStyleCnt="0">
        <dgm:presLayoutVars>
          <dgm:dir/>
          <dgm:resizeHandles val="exact"/>
        </dgm:presLayoutVars>
      </dgm:prSet>
      <dgm:spPr/>
    </dgm:pt>
    <dgm:pt modelId="{641315D4-E053-5245-8B2F-C9A1F267B520}" type="pres">
      <dgm:prSet presAssocID="{A6046621-9457-49F8-8141-052629F1C989}" presName="node" presStyleLbl="node1" presStyleIdx="0" presStyleCnt="5">
        <dgm:presLayoutVars>
          <dgm:bulletEnabled val="1"/>
        </dgm:presLayoutVars>
      </dgm:prSet>
      <dgm:spPr/>
    </dgm:pt>
    <dgm:pt modelId="{2174786B-2F6E-774A-AFB6-76D7BFFE0EB2}" type="pres">
      <dgm:prSet presAssocID="{044804D5-D763-41ED-93FB-A83437DADD54}" presName="sibTrans" presStyleLbl="sibTrans1D1" presStyleIdx="0" presStyleCnt="4"/>
      <dgm:spPr/>
    </dgm:pt>
    <dgm:pt modelId="{C30C538D-1BFB-EC40-9A80-9C60C96E120D}" type="pres">
      <dgm:prSet presAssocID="{044804D5-D763-41ED-93FB-A83437DADD54}" presName="connectorText" presStyleLbl="sibTrans1D1" presStyleIdx="0" presStyleCnt="4"/>
      <dgm:spPr/>
    </dgm:pt>
    <dgm:pt modelId="{9C4327B5-45A8-FE41-A573-A7771E2FF194}" type="pres">
      <dgm:prSet presAssocID="{5040CCE3-AB18-4294-BE17-E7F3F58978A7}" presName="node" presStyleLbl="node1" presStyleIdx="1" presStyleCnt="5">
        <dgm:presLayoutVars>
          <dgm:bulletEnabled val="1"/>
        </dgm:presLayoutVars>
      </dgm:prSet>
      <dgm:spPr/>
    </dgm:pt>
    <dgm:pt modelId="{86178230-3C76-7049-84E4-76162D269FF3}" type="pres">
      <dgm:prSet presAssocID="{3F790A71-129D-407D-8E1F-BB8B0FA77B4D}" presName="sibTrans" presStyleLbl="sibTrans1D1" presStyleIdx="1" presStyleCnt="4"/>
      <dgm:spPr/>
    </dgm:pt>
    <dgm:pt modelId="{17AA191F-AE5F-AF4E-9EC2-4C4A3D8EBE3E}" type="pres">
      <dgm:prSet presAssocID="{3F790A71-129D-407D-8E1F-BB8B0FA77B4D}" presName="connectorText" presStyleLbl="sibTrans1D1" presStyleIdx="1" presStyleCnt="4"/>
      <dgm:spPr/>
    </dgm:pt>
    <dgm:pt modelId="{CE181030-9B2A-514C-A78C-7AC7C3013B8E}" type="pres">
      <dgm:prSet presAssocID="{1EEAFCB6-6770-400A-A162-8C2DB42BECC7}" presName="node" presStyleLbl="node1" presStyleIdx="2" presStyleCnt="5">
        <dgm:presLayoutVars>
          <dgm:bulletEnabled val="1"/>
        </dgm:presLayoutVars>
      </dgm:prSet>
      <dgm:spPr/>
    </dgm:pt>
    <dgm:pt modelId="{B255A0CA-AB23-4C4B-8E92-EE6A69A3BC42}" type="pres">
      <dgm:prSet presAssocID="{E95A6672-1040-4A38-8477-02E3E2422FC6}" presName="sibTrans" presStyleLbl="sibTrans1D1" presStyleIdx="2" presStyleCnt="4"/>
      <dgm:spPr/>
    </dgm:pt>
    <dgm:pt modelId="{C9552CBE-BF4D-8E4A-867B-36AE6F4EDFA1}" type="pres">
      <dgm:prSet presAssocID="{E95A6672-1040-4A38-8477-02E3E2422FC6}" presName="connectorText" presStyleLbl="sibTrans1D1" presStyleIdx="2" presStyleCnt="4"/>
      <dgm:spPr/>
    </dgm:pt>
    <dgm:pt modelId="{ADA6B566-86B2-1941-924D-7CDE8B7EE1D6}" type="pres">
      <dgm:prSet presAssocID="{538AD8F0-7EB6-4992-8374-6168B93740EF}" presName="node" presStyleLbl="node1" presStyleIdx="3" presStyleCnt="5">
        <dgm:presLayoutVars>
          <dgm:bulletEnabled val="1"/>
        </dgm:presLayoutVars>
      </dgm:prSet>
      <dgm:spPr/>
    </dgm:pt>
    <dgm:pt modelId="{9ABA0E8B-66BF-364E-85FC-D65A7BED1A1C}" type="pres">
      <dgm:prSet presAssocID="{2E4F064B-F741-4FB8-ABCA-DDC6DD1666E2}" presName="sibTrans" presStyleLbl="sibTrans1D1" presStyleIdx="3" presStyleCnt="4"/>
      <dgm:spPr/>
    </dgm:pt>
    <dgm:pt modelId="{20C9E9AE-5E40-1C44-B184-D2D984577B37}" type="pres">
      <dgm:prSet presAssocID="{2E4F064B-F741-4FB8-ABCA-DDC6DD1666E2}" presName="connectorText" presStyleLbl="sibTrans1D1" presStyleIdx="3" presStyleCnt="4"/>
      <dgm:spPr/>
    </dgm:pt>
    <dgm:pt modelId="{9251D96C-9409-D445-8CB7-90B193AD1999}" type="pres">
      <dgm:prSet presAssocID="{7B27BFD9-2C2A-4834-A9AF-08E066626773}" presName="node" presStyleLbl="node1" presStyleIdx="4" presStyleCnt="5">
        <dgm:presLayoutVars>
          <dgm:bulletEnabled val="1"/>
        </dgm:presLayoutVars>
      </dgm:prSet>
      <dgm:spPr/>
    </dgm:pt>
  </dgm:ptLst>
  <dgm:cxnLst>
    <dgm:cxn modelId="{12E8C701-C61A-0343-B391-C7DF054E90B5}" type="presOf" srcId="{3F790A71-129D-407D-8E1F-BB8B0FA77B4D}" destId="{86178230-3C76-7049-84E4-76162D269FF3}" srcOrd="0" destOrd="0" presId="urn:microsoft.com/office/officeart/2016/7/layout/RepeatingBendingProcessNew"/>
    <dgm:cxn modelId="{BF551C03-537F-D74B-8AC0-97AC0E55653A}" type="presOf" srcId="{5040CCE3-AB18-4294-BE17-E7F3F58978A7}" destId="{9C4327B5-45A8-FE41-A573-A7771E2FF194}" srcOrd="0" destOrd="0" presId="urn:microsoft.com/office/officeart/2016/7/layout/RepeatingBendingProcessNew"/>
    <dgm:cxn modelId="{EE9A4B0A-0A82-E349-87A9-6B2FF606BDF9}" type="presOf" srcId="{2E4F064B-F741-4FB8-ABCA-DDC6DD1666E2}" destId="{9ABA0E8B-66BF-364E-85FC-D65A7BED1A1C}" srcOrd="0" destOrd="0" presId="urn:microsoft.com/office/officeart/2016/7/layout/RepeatingBendingProcessNew"/>
    <dgm:cxn modelId="{72337C15-74CD-4D86-9E85-0887796A7658}" srcId="{BEAC508D-8F09-40E7-8462-EBFA631D405F}" destId="{5040CCE3-AB18-4294-BE17-E7F3F58978A7}" srcOrd="1" destOrd="0" parTransId="{6531CEBB-6A0E-4DFD-B644-2069864A0B0C}" sibTransId="{3F790A71-129D-407D-8E1F-BB8B0FA77B4D}"/>
    <dgm:cxn modelId="{7F054417-393F-DB45-BBE1-8C4648D6FF08}" type="presOf" srcId="{538AD8F0-7EB6-4992-8374-6168B93740EF}" destId="{ADA6B566-86B2-1941-924D-7CDE8B7EE1D6}" srcOrd="0" destOrd="0" presId="urn:microsoft.com/office/officeart/2016/7/layout/RepeatingBendingProcessNew"/>
    <dgm:cxn modelId="{B7E09026-4981-3544-B1AC-00E3682219E4}" type="presOf" srcId="{3F790A71-129D-407D-8E1F-BB8B0FA77B4D}" destId="{17AA191F-AE5F-AF4E-9EC2-4C4A3D8EBE3E}" srcOrd="1" destOrd="0" presId="urn:microsoft.com/office/officeart/2016/7/layout/RepeatingBendingProcessNew"/>
    <dgm:cxn modelId="{20D91441-AB3D-6541-A4F3-418196A61B0A}" type="presOf" srcId="{7B27BFD9-2C2A-4834-A9AF-08E066626773}" destId="{9251D96C-9409-D445-8CB7-90B193AD1999}" srcOrd="0" destOrd="0" presId="urn:microsoft.com/office/officeart/2016/7/layout/RepeatingBendingProcessNew"/>
    <dgm:cxn modelId="{F65D1A43-C774-6946-8299-FF0691C532F2}" type="presOf" srcId="{E95A6672-1040-4A38-8477-02E3E2422FC6}" destId="{B255A0CA-AB23-4C4B-8E92-EE6A69A3BC42}" srcOrd="0" destOrd="0" presId="urn:microsoft.com/office/officeart/2016/7/layout/RepeatingBendingProcessNew"/>
    <dgm:cxn modelId="{12B43D43-2713-486D-9EBE-27C6B00A2456}" srcId="{1EEAFCB6-6770-400A-A162-8C2DB42BECC7}" destId="{36DD8C64-4896-4A46-9F1C-CDD158B4C724}" srcOrd="0" destOrd="0" parTransId="{B12B59A0-0C9E-4252-B865-E2F3F5B97CAE}" sibTransId="{0F8E50C7-97E3-4E7B-8495-F5B5BE1E4A3B}"/>
    <dgm:cxn modelId="{7E83E648-341B-6E46-8470-70445EA5ED1B}" type="presOf" srcId="{1EEAFCB6-6770-400A-A162-8C2DB42BECC7}" destId="{CE181030-9B2A-514C-A78C-7AC7C3013B8E}" srcOrd="0" destOrd="0" presId="urn:microsoft.com/office/officeart/2016/7/layout/RepeatingBendingProcessNew"/>
    <dgm:cxn modelId="{2122154C-7F02-1B47-818F-258D357FE046}" type="presOf" srcId="{36DD8C64-4896-4A46-9F1C-CDD158B4C724}" destId="{CE181030-9B2A-514C-A78C-7AC7C3013B8E}" srcOrd="0" destOrd="1" presId="urn:microsoft.com/office/officeart/2016/7/layout/RepeatingBendingProcessNew"/>
    <dgm:cxn modelId="{C4A4114D-03C1-462B-A9AB-89A84E92DB61}" srcId="{BEAC508D-8F09-40E7-8462-EBFA631D405F}" destId="{1EEAFCB6-6770-400A-A162-8C2DB42BECC7}" srcOrd="2" destOrd="0" parTransId="{C5317D62-569C-46D7-9DB0-3D946B765C9F}" sibTransId="{E95A6672-1040-4A38-8477-02E3E2422FC6}"/>
    <dgm:cxn modelId="{97EFAF4D-4058-D746-BAB0-3C63ADE904ED}" type="presOf" srcId="{E95A6672-1040-4A38-8477-02E3E2422FC6}" destId="{C9552CBE-BF4D-8E4A-867B-36AE6F4EDFA1}" srcOrd="1" destOrd="0" presId="urn:microsoft.com/office/officeart/2016/7/layout/RepeatingBendingProcessNew"/>
    <dgm:cxn modelId="{3AD5D07E-5CF1-4293-A759-767D362CD3C6}" srcId="{BEAC508D-8F09-40E7-8462-EBFA631D405F}" destId="{A6046621-9457-49F8-8141-052629F1C989}" srcOrd="0" destOrd="0" parTransId="{68F9402C-9F5A-49BC-B008-863CBA856E95}" sibTransId="{044804D5-D763-41ED-93FB-A83437DADD54}"/>
    <dgm:cxn modelId="{79C6EC8D-EFC2-4F9F-8D96-CECE9BE4AA14}" srcId="{BEAC508D-8F09-40E7-8462-EBFA631D405F}" destId="{538AD8F0-7EB6-4992-8374-6168B93740EF}" srcOrd="3" destOrd="0" parTransId="{CEAC02F8-203B-466C-8F18-BAEA2EDB4AAA}" sibTransId="{2E4F064B-F741-4FB8-ABCA-DDC6DD1666E2}"/>
    <dgm:cxn modelId="{7FED078E-6352-3142-808A-BD4CB85487DB}" type="presOf" srcId="{044804D5-D763-41ED-93FB-A83437DADD54}" destId="{C30C538D-1BFB-EC40-9A80-9C60C96E120D}" srcOrd="1" destOrd="0" presId="urn:microsoft.com/office/officeart/2016/7/layout/RepeatingBendingProcessNew"/>
    <dgm:cxn modelId="{D4F2A091-70FA-F04E-879F-841BD33A951D}" type="presOf" srcId="{044804D5-D763-41ED-93FB-A83437DADD54}" destId="{2174786B-2F6E-774A-AFB6-76D7BFFE0EB2}" srcOrd="0" destOrd="0" presId="urn:microsoft.com/office/officeart/2016/7/layout/RepeatingBendingProcessNew"/>
    <dgm:cxn modelId="{5D080193-AF03-044B-8F7A-0ED28C49C38D}" type="presOf" srcId="{A6046621-9457-49F8-8141-052629F1C989}" destId="{641315D4-E053-5245-8B2F-C9A1F267B520}" srcOrd="0" destOrd="0" presId="urn:microsoft.com/office/officeart/2016/7/layout/RepeatingBendingProcessNew"/>
    <dgm:cxn modelId="{C2A1F2C8-298D-794E-811B-CADCBC04D600}" type="presOf" srcId="{BEAC508D-8F09-40E7-8462-EBFA631D405F}" destId="{734BD920-5E10-9341-B1AC-BBC30FAC54DB}" srcOrd="0" destOrd="0" presId="urn:microsoft.com/office/officeart/2016/7/layout/RepeatingBendingProcessNew"/>
    <dgm:cxn modelId="{432F00EE-0CF5-FA4A-AD90-6510256CFAE8}" type="presOf" srcId="{2E4F064B-F741-4FB8-ABCA-DDC6DD1666E2}" destId="{20C9E9AE-5E40-1C44-B184-D2D984577B37}" srcOrd="1" destOrd="0" presId="urn:microsoft.com/office/officeart/2016/7/layout/RepeatingBendingProcessNew"/>
    <dgm:cxn modelId="{2A9514FB-7B1F-405E-B03F-D6BA9070CC44}" srcId="{BEAC508D-8F09-40E7-8462-EBFA631D405F}" destId="{7B27BFD9-2C2A-4834-A9AF-08E066626773}" srcOrd="4" destOrd="0" parTransId="{0DF78773-6237-4AC7-A1B8-DF86C8CAAF30}" sibTransId="{D26AB90E-96F6-4537-9731-50C59134E6D2}"/>
    <dgm:cxn modelId="{99C61107-4ABF-1646-894F-A54B7B8E73B5}" type="presParOf" srcId="{734BD920-5E10-9341-B1AC-BBC30FAC54DB}" destId="{641315D4-E053-5245-8B2F-C9A1F267B520}" srcOrd="0" destOrd="0" presId="urn:microsoft.com/office/officeart/2016/7/layout/RepeatingBendingProcessNew"/>
    <dgm:cxn modelId="{C68BFD26-302A-284D-A0A2-6051D428742A}" type="presParOf" srcId="{734BD920-5E10-9341-B1AC-BBC30FAC54DB}" destId="{2174786B-2F6E-774A-AFB6-76D7BFFE0EB2}" srcOrd="1" destOrd="0" presId="urn:microsoft.com/office/officeart/2016/7/layout/RepeatingBendingProcessNew"/>
    <dgm:cxn modelId="{2B35FF1E-1F89-9941-8DAC-9956D3A8B917}" type="presParOf" srcId="{2174786B-2F6E-774A-AFB6-76D7BFFE0EB2}" destId="{C30C538D-1BFB-EC40-9A80-9C60C96E120D}" srcOrd="0" destOrd="0" presId="urn:microsoft.com/office/officeart/2016/7/layout/RepeatingBendingProcessNew"/>
    <dgm:cxn modelId="{9F9B0445-BE42-6047-B10E-33F449E2E771}" type="presParOf" srcId="{734BD920-5E10-9341-B1AC-BBC30FAC54DB}" destId="{9C4327B5-45A8-FE41-A573-A7771E2FF194}" srcOrd="2" destOrd="0" presId="urn:microsoft.com/office/officeart/2016/7/layout/RepeatingBendingProcessNew"/>
    <dgm:cxn modelId="{EBBD84FA-6A9E-7243-889D-CC15F69666D3}" type="presParOf" srcId="{734BD920-5E10-9341-B1AC-BBC30FAC54DB}" destId="{86178230-3C76-7049-84E4-76162D269FF3}" srcOrd="3" destOrd="0" presId="urn:microsoft.com/office/officeart/2016/7/layout/RepeatingBendingProcessNew"/>
    <dgm:cxn modelId="{EAEFA2FB-C3AF-A34B-9271-4337011F3EE0}" type="presParOf" srcId="{86178230-3C76-7049-84E4-76162D269FF3}" destId="{17AA191F-AE5F-AF4E-9EC2-4C4A3D8EBE3E}" srcOrd="0" destOrd="0" presId="urn:microsoft.com/office/officeart/2016/7/layout/RepeatingBendingProcessNew"/>
    <dgm:cxn modelId="{06CB1ABF-D7B8-DF4D-9622-85E43B426F42}" type="presParOf" srcId="{734BD920-5E10-9341-B1AC-BBC30FAC54DB}" destId="{CE181030-9B2A-514C-A78C-7AC7C3013B8E}" srcOrd="4" destOrd="0" presId="urn:microsoft.com/office/officeart/2016/7/layout/RepeatingBendingProcessNew"/>
    <dgm:cxn modelId="{675D05C6-A83F-7A46-AC20-515F5D975095}" type="presParOf" srcId="{734BD920-5E10-9341-B1AC-BBC30FAC54DB}" destId="{B255A0CA-AB23-4C4B-8E92-EE6A69A3BC42}" srcOrd="5" destOrd="0" presId="urn:microsoft.com/office/officeart/2016/7/layout/RepeatingBendingProcessNew"/>
    <dgm:cxn modelId="{31C8D1E2-B986-4D4D-AC0D-DBBA9A837C97}" type="presParOf" srcId="{B255A0CA-AB23-4C4B-8E92-EE6A69A3BC42}" destId="{C9552CBE-BF4D-8E4A-867B-36AE6F4EDFA1}" srcOrd="0" destOrd="0" presId="urn:microsoft.com/office/officeart/2016/7/layout/RepeatingBendingProcessNew"/>
    <dgm:cxn modelId="{6ADD4BD8-C314-B547-AD6D-6ABA4C7A091B}" type="presParOf" srcId="{734BD920-5E10-9341-B1AC-BBC30FAC54DB}" destId="{ADA6B566-86B2-1941-924D-7CDE8B7EE1D6}" srcOrd="6" destOrd="0" presId="urn:microsoft.com/office/officeart/2016/7/layout/RepeatingBendingProcessNew"/>
    <dgm:cxn modelId="{38D0AFA7-2324-E646-AE31-AC0EFC8C5434}" type="presParOf" srcId="{734BD920-5E10-9341-B1AC-BBC30FAC54DB}" destId="{9ABA0E8B-66BF-364E-85FC-D65A7BED1A1C}" srcOrd="7" destOrd="0" presId="urn:microsoft.com/office/officeart/2016/7/layout/RepeatingBendingProcessNew"/>
    <dgm:cxn modelId="{59004824-8544-B34C-8198-7513EE3DE9BC}" type="presParOf" srcId="{9ABA0E8B-66BF-364E-85FC-D65A7BED1A1C}" destId="{20C9E9AE-5E40-1C44-B184-D2D984577B37}" srcOrd="0" destOrd="0" presId="urn:microsoft.com/office/officeart/2016/7/layout/RepeatingBendingProcessNew"/>
    <dgm:cxn modelId="{166CD090-D335-9445-A109-A011E03D4A39}" type="presParOf" srcId="{734BD920-5E10-9341-B1AC-BBC30FAC54DB}" destId="{9251D96C-9409-D445-8CB7-90B193AD1999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D937A2F-2515-4C85-BCA8-53B823738B1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A07642E-CA85-47A9-86D8-533FB9C7276F}">
      <dgm:prSet custT="1"/>
      <dgm:spPr/>
      <dgm:t>
        <a:bodyPr/>
        <a:lstStyle/>
        <a:p>
          <a:pPr algn="l">
            <a:lnSpc>
              <a:spcPct val="100000"/>
            </a:lnSpc>
          </a:pPr>
          <a:r>
            <a:rPr lang="en-US" sz="1200">
              <a:latin typeface="Arial" panose="020B0604020202020204" pitchFamily="34" charset="0"/>
              <a:cs typeface="Arial" panose="020B0604020202020204" pitchFamily="34" charset="0"/>
            </a:rPr>
            <a:t>∗	A general repeatable solution to a commonly occurring problem in software design</a:t>
          </a:r>
        </a:p>
      </dgm:t>
    </dgm:pt>
    <dgm:pt modelId="{D621A26B-D425-4037-A13C-DF8E6CAA2AB6}" type="parTrans" cxnId="{67A72A01-288E-423D-9AFE-8ECF84C44B87}">
      <dgm:prSet/>
      <dgm:spPr/>
      <dgm:t>
        <a:bodyPr/>
        <a:lstStyle/>
        <a:p>
          <a:pPr algn="l">
            <a:lnSpc>
              <a:spcPct val="100000"/>
            </a:lnSpc>
          </a:pPr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3739011-50AD-4F07-964F-A20D790F874F}" type="sibTrans" cxnId="{67A72A01-288E-423D-9AFE-8ECF84C44B87}">
      <dgm:prSet/>
      <dgm:spPr/>
      <dgm:t>
        <a:bodyPr/>
        <a:lstStyle/>
        <a:p>
          <a:pPr algn="l">
            <a:lnSpc>
              <a:spcPct val="100000"/>
            </a:lnSpc>
          </a:pPr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D84BBBC-8F31-4508-8B9A-C4A72150F25B}">
      <dgm:prSet custT="1"/>
      <dgm:spPr/>
      <dgm:t>
        <a:bodyPr/>
        <a:lstStyle/>
        <a:p>
          <a:pPr algn="l">
            <a:lnSpc>
              <a:spcPct val="100000"/>
            </a:lnSpc>
          </a:pPr>
          <a:r>
            <a:rPr lang="en-US" sz="1200">
              <a:latin typeface="Arial" panose="020B0604020202020204" pitchFamily="34" charset="0"/>
              <a:cs typeface="Arial" panose="020B0604020202020204" pitchFamily="34" charset="0"/>
            </a:rPr>
            <a:t>∗	Not a finished design that can be transformed directly into source or machine code</a:t>
          </a:r>
        </a:p>
      </dgm:t>
    </dgm:pt>
    <dgm:pt modelId="{47C43A1D-2ED5-45C7-B19B-C240CA21DDFC}" type="parTrans" cxnId="{7AE9552A-16EE-4AA5-BF51-A74FDFF8D528}">
      <dgm:prSet/>
      <dgm:spPr/>
      <dgm:t>
        <a:bodyPr/>
        <a:lstStyle/>
        <a:p>
          <a:pPr algn="l">
            <a:lnSpc>
              <a:spcPct val="100000"/>
            </a:lnSpc>
          </a:pPr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F1EB736-22A4-4BF5-9F1C-3E3FE0C6C0A4}" type="sibTrans" cxnId="{7AE9552A-16EE-4AA5-BF51-A74FDFF8D528}">
      <dgm:prSet/>
      <dgm:spPr/>
      <dgm:t>
        <a:bodyPr/>
        <a:lstStyle/>
        <a:p>
          <a:pPr algn="l">
            <a:lnSpc>
              <a:spcPct val="100000"/>
            </a:lnSpc>
          </a:pPr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1EF6782-F01F-432E-BCB1-2558A80F956A}">
      <dgm:prSet custT="1"/>
      <dgm:spPr/>
      <dgm:t>
        <a:bodyPr/>
        <a:lstStyle/>
        <a:p>
          <a:pPr algn="l">
            <a:lnSpc>
              <a:spcPct val="100000"/>
            </a:lnSpc>
          </a:pPr>
          <a:r>
            <a:rPr lang="en-US" sz="1200">
              <a:latin typeface="Arial" panose="020B0604020202020204" pitchFamily="34" charset="0"/>
              <a:cs typeface="Arial" panose="020B0604020202020204" pitchFamily="34" charset="0"/>
            </a:rPr>
            <a:t>∗	A description or template for how to solve a problem that can be used in many different situations</a:t>
          </a:r>
        </a:p>
      </dgm:t>
    </dgm:pt>
    <dgm:pt modelId="{927DAA51-4D6D-475C-88DD-2E00C4F490B4}" type="parTrans" cxnId="{EA54270C-35C2-4BB3-916E-CB2A39174C6A}">
      <dgm:prSet/>
      <dgm:spPr/>
      <dgm:t>
        <a:bodyPr/>
        <a:lstStyle/>
        <a:p>
          <a:pPr algn="l">
            <a:lnSpc>
              <a:spcPct val="100000"/>
            </a:lnSpc>
          </a:pPr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20E349A-12CA-45CD-9ED8-260C7C8CE08B}" type="sibTrans" cxnId="{EA54270C-35C2-4BB3-916E-CB2A39174C6A}">
      <dgm:prSet/>
      <dgm:spPr/>
      <dgm:t>
        <a:bodyPr/>
        <a:lstStyle/>
        <a:p>
          <a:pPr algn="l">
            <a:lnSpc>
              <a:spcPct val="100000"/>
            </a:lnSpc>
          </a:pPr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28C3646-1B2F-4EB7-9A27-A1D4B7F22076}">
      <dgm:prSet custT="1"/>
      <dgm:spPr/>
      <dgm:t>
        <a:bodyPr/>
        <a:lstStyle/>
        <a:p>
          <a:pPr algn="l">
            <a:lnSpc>
              <a:spcPct val="100000"/>
            </a:lnSpc>
          </a:pPr>
          <a:r>
            <a:rPr lang="en-US" sz="1200">
              <a:latin typeface="Arial" panose="020B0604020202020204" pitchFamily="34" charset="0"/>
              <a:cs typeface="Arial" panose="020B0604020202020204" pitchFamily="34" charset="0"/>
            </a:rPr>
            <a:t>∗	Traditional OOP Design Pattern Samples</a:t>
          </a:r>
        </a:p>
      </dgm:t>
    </dgm:pt>
    <dgm:pt modelId="{487704A9-8602-42E1-AB3C-378606A275D3}" type="parTrans" cxnId="{96765978-8925-475F-8AD1-B121E80DBFCD}">
      <dgm:prSet/>
      <dgm:spPr/>
      <dgm:t>
        <a:bodyPr/>
        <a:lstStyle/>
        <a:p>
          <a:pPr algn="l">
            <a:lnSpc>
              <a:spcPct val="100000"/>
            </a:lnSpc>
          </a:pPr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29B4857-6229-46CF-A9C9-4C415AE4AB4B}" type="sibTrans" cxnId="{96765978-8925-475F-8AD1-B121E80DBFCD}">
      <dgm:prSet/>
      <dgm:spPr/>
      <dgm:t>
        <a:bodyPr/>
        <a:lstStyle/>
        <a:p>
          <a:pPr algn="l">
            <a:lnSpc>
              <a:spcPct val="100000"/>
            </a:lnSpc>
          </a:pPr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4D45200-1F25-8647-82CF-17D95A5ACECA}" type="pres">
      <dgm:prSet presAssocID="{0D937A2F-2515-4C85-BCA8-53B823738B1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5AC751E-4A11-FB4D-99EA-1547F1AC78EC}" type="pres">
      <dgm:prSet presAssocID="{4A07642E-CA85-47A9-86D8-533FB9C7276F}" presName="hierRoot1" presStyleCnt="0"/>
      <dgm:spPr/>
    </dgm:pt>
    <dgm:pt modelId="{8A51B001-215B-DA41-98EF-65879FAE1DDE}" type="pres">
      <dgm:prSet presAssocID="{4A07642E-CA85-47A9-86D8-533FB9C7276F}" presName="composite" presStyleCnt="0"/>
      <dgm:spPr/>
    </dgm:pt>
    <dgm:pt modelId="{2D46D0A7-D11C-904A-A1AA-CDDAE740040A}" type="pres">
      <dgm:prSet presAssocID="{4A07642E-CA85-47A9-86D8-533FB9C7276F}" presName="background" presStyleLbl="node0" presStyleIdx="0" presStyleCnt="4"/>
      <dgm:spPr/>
    </dgm:pt>
    <dgm:pt modelId="{AEF5543C-1F2D-D24D-B014-0C9F4E905DCE}" type="pres">
      <dgm:prSet presAssocID="{4A07642E-CA85-47A9-86D8-533FB9C7276F}" presName="text" presStyleLbl="fgAcc0" presStyleIdx="0" presStyleCnt="4">
        <dgm:presLayoutVars>
          <dgm:chPref val="3"/>
        </dgm:presLayoutVars>
      </dgm:prSet>
      <dgm:spPr/>
    </dgm:pt>
    <dgm:pt modelId="{C67AA665-6401-F148-A0AB-36D240710AAC}" type="pres">
      <dgm:prSet presAssocID="{4A07642E-CA85-47A9-86D8-533FB9C7276F}" presName="hierChild2" presStyleCnt="0"/>
      <dgm:spPr/>
    </dgm:pt>
    <dgm:pt modelId="{BA32D693-6C75-F548-B0D5-1F133CC5B78F}" type="pres">
      <dgm:prSet presAssocID="{3D84BBBC-8F31-4508-8B9A-C4A72150F25B}" presName="hierRoot1" presStyleCnt="0"/>
      <dgm:spPr/>
    </dgm:pt>
    <dgm:pt modelId="{C8A6C570-6FE8-A641-AC5C-704F98CA65E9}" type="pres">
      <dgm:prSet presAssocID="{3D84BBBC-8F31-4508-8B9A-C4A72150F25B}" presName="composite" presStyleCnt="0"/>
      <dgm:spPr/>
    </dgm:pt>
    <dgm:pt modelId="{9446B44C-82F0-2046-9B3E-EAAF224EDAF0}" type="pres">
      <dgm:prSet presAssocID="{3D84BBBC-8F31-4508-8B9A-C4A72150F25B}" presName="background" presStyleLbl="node0" presStyleIdx="1" presStyleCnt="4"/>
      <dgm:spPr/>
    </dgm:pt>
    <dgm:pt modelId="{A1E7B4D2-7F65-8345-8672-3139F5AFD946}" type="pres">
      <dgm:prSet presAssocID="{3D84BBBC-8F31-4508-8B9A-C4A72150F25B}" presName="text" presStyleLbl="fgAcc0" presStyleIdx="1" presStyleCnt="4">
        <dgm:presLayoutVars>
          <dgm:chPref val="3"/>
        </dgm:presLayoutVars>
      </dgm:prSet>
      <dgm:spPr/>
    </dgm:pt>
    <dgm:pt modelId="{29AA6F3D-CE80-434D-ACD8-345211D3DDA4}" type="pres">
      <dgm:prSet presAssocID="{3D84BBBC-8F31-4508-8B9A-C4A72150F25B}" presName="hierChild2" presStyleCnt="0"/>
      <dgm:spPr/>
    </dgm:pt>
    <dgm:pt modelId="{706E677B-E469-C448-8208-5711762383E9}" type="pres">
      <dgm:prSet presAssocID="{A1EF6782-F01F-432E-BCB1-2558A80F956A}" presName="hierRoot1" presStyleCnt="0"/>
      <dgm:spPr/>
    </dgm:pt>
    <dgm:pt modelId="{78246924-C6EA-0D4F-A977-9D63EABBB6E0}" type="pres">
      <dgm:prSet presAssocID="{A1EF6782-F01F-432E-BCB1-2558A80F956A}" presName="composite" presStyleCnt="0"/>
      <dgm:spPr/>
    </dgm:pt>
    <dgm:pt modelId="{5D896BF5-C35B-064B-B9B1-6B81D3168E18}" type="pres">
      <dgm:prSet presAssocID="{A1EF6782-F01F-432E-BCB1-2558A80F956A}" presName="background" presStyleLbl="node0" presStyleIdx="2" presStyleCnt="4"/>
      <dgm:spPr/>
    </dgm:pt>
    <dgm:pt modelId="{A7E01A59-6B5D-704E-A49D-336CBAA5F554}" type="pres">
      <dgm:prSet presAssocID="{A1EF6782-F01F-432E-BCB1-2558A80F956A}" presName="text" presStyleLbl="fgAcc0" presStyleIdx="2" presStyleCnt="4">
        <dgm:presLayoutVars>
          <dgm:chPref val="3"/>
        </dgm:presLayoutVars>
      </dgm:prSet>
      <dgm:spPr/>
    </dgm:pt>
    <dgm:pt modelId="{10C07906-987C-BD49-AD61-8132EC645AD0}" type="pres">
      <dgm:prSet presAssocID="{A1EF6782-F01F-432E-BCB1-2558A80F956A}" presName="hierChild2" presStyleCnt="0"/>
      <dgm:spPr/>
    </dgm:pt>
    <dgm:pt modelId="{C355BB8A-C5AF-274D-A908-94637B3D3669}" type="pres">
      <dgm:prSet presAssocID="{428C3646-1B2F-4EB7-9A27-A1D4B7F22076}" presName="hierRoot1" presStyleCnt="0"/>
      <dgm:spPr/>
    </dgm:pt>
    <dgm:pt modelId="{5D5C4368-0A01-1B4F-8806-46EAFB18E9A0}" type="pres">
      <dgm:prSet presAssocID="{428C3646-1B2F-4EB7-9A27-A1D4B7F22076}" presName="composite" presStyleCnt="0"/>
      <dgm:spPr/>
    </dgm:pt>
    <dgm:pt modelId="{B58AB9EE-2CC6-5A48-ABD1-F40C4A1504FC}" type="pres">
      <dgm:prSet presAssocID="{428C3646-1B2F-4EB7-9A27-A1D4B7F22076}" presName="background" presStyleLbl="node0" presStyleIdx="3" presStyleCnt="4"/>
      <dgm:spPr/>
    </dgm:pt>
    <dgm:pt modelId="{2952F75D-A7BF-D54C-BF78-CC44E3A4009B}" type="pres">
      <dgm:prSet presAssocID="{428C3646-1B2F-4EB7-9A27-A1D4B7F22076}" presName="text" presStyleLbl="fgAcc0" presStyleIdx="3" presStyleCnt="4">
        <dgm:presLayoutVars>
          <dgm:chPref val="3"/>
        </dgm:presLayoutVars>
      </dgm:prSet>
      <dgm:spPr/>
    </dgm:pt>
    <dgm:pt modelId="{1F5301DD-42A3-C944-B75D-C203C632A074}" type="pres">
      <dgm:prSet presAssocID="{428C3646-1B2F-4EB7-9A27-A1D4B7F22076}" presName="hierChild2" presStyleCnt="0"/>
      <dgm:spPr/>
    </dgm:pt>
  </dgm:ptLst>
  <dgm:cxnLst>
    <dgm:cxn modelId="{67A72A01-288E-423D-9AFE-8ECF84C44B87}" srcId="{0D937A2F-2515-4C85-BCA8-53B823738B11}" destId="{4A07642E-CA85-47A9-86D8-533FB9C7276F}" srcOrd="0" destOrd="0" parTransId="{D621A26B-D425-4037-A13C-DF8E6CAA2AB6}" sibTransId="{93739011-50AD-4F07-964F-A20D790F874F}"/>
    <dgm:cxn modelId="{EA54270C-35C2-4BB3-916E-CB2A39174C6A}" srcId="{0D937A2F-2515-4C85-BCA8-53B823738B11}" destId="{A1EF6782-F01F-432E-BCB1-2558A80F956A}" srcOrd="2" destOrd="0" parTransId="{927DAA51-4D6D-475C-88DD-2E00C4F490B4}" sibTransId="{920E349A-12CA-45CD-9ED8-260C7C8CE08B}"/>
    <dgm:cxn modelId="{29858B0E-B03C-304D-A903-DE20EB9F8AA9}" type="presOf" srcId="{4A07642E-CA85-47A9-86D8-533FB9C7276F}" destId="{AEF5543C-1F2D-D24D-B014-0C9F4E905DCE}" srcOrd="0" destOrd="0" presId="urn:microsoft.com/office/officeart/2005/8/layout/hierarchy1"/>
    <dgm:cxn modelId="{1CA87A1F-BED1-D34C-AEDE-DC0A0E4E0D13}" type="presOf" srcId="{3D84BBBC-8F31-4508-8B9A-C4A72150F25B}" destId="{A1E7B4D2-7F65-8345-8672-3139F5AFD946}" srcOrd="0" destOrd="0" presId="urn:microsoft.com/office/officeart/2005/8/layout/hierarchy1"/>
    <dgm:cxn modelId="{7AE9552A-16EE-4AA5-BF51-A74FDFF8D528}" srcId="{0D937A2F-2515-4C85-BCA8-53B823738B11}" destId="{3D84BBBC-8F31-4508-8B9A-C4A72150F25B}" srcOrd="1" destOrd="0" parTransId="{47C43A1D-2ED5-45C7-B19B-C240CA21DDFC}" sibTransId="{CF1EB736-22A4-4BF5-9F1C-3E3FE0C6C0A4}"/>
    <dgm:cxn modelId="{9C46D354-92E6-C646-A2CC-CA348D97F122}" type="presOf" srcId="{A1EF6782-F01F-432E-BCB1-2558A80F956A}" destId="{A7E01A59-6B5D-704E-A49D-336CBAA5F554}" srcOrd="0" destOrd="0" presId="urn:microsoft.com/office/officeart/2005/8/layout/hierarchy1"/>
    <dgm:cxn modelId="{A9276B6D-0393-F547-AF50-D70F8947A890}" type="presOf" srcId="{428C3646-1B2F-4EB7-9A27-A1D4B7F22076}" destId="{2952F75D-A7BF-D54C-BF78-CC44E3A4009B}" srcOrd="0" destOrd="0" presId="urn:microsoft.com/office/officeart/2005/8/layout/hierarchy1"/>
    <dgm:cxn modelId="{96765978-8925-475F-8AD1-B121E80DBFCD}" srcId="{0D937A2F-2515-4C85-BCA8-53B823738B11}" destId="{428C3646-1B2F-4EB7-9A27-A1D4B7F22076}" srcOrd="3" destOrd="0" parTransId="{487704A9-8602-42E1-AB3C-378606A275D3}" sibTransId="{629B4857-6229-46CF-A9C9-4C415AE4AB4B}"/>
    <dgm:cxn modelId="{DDECE4D7-5B0F-614E-A9F8-BB166AAB1316}" type="presOf" srcId="{0D937A2F-2515-4C85-BCA8-53B823738B11}" destId="{34D45200-1F25-8647-82CF-17D95A5ACECA}" srcOrd="0" destOrd="0" presId="urn:microsoft.com/office/officeart/2005/8/layout/hierarchy1"/>
    <dgm:cxn modelId="{DFC46D84-5407-6A43-B75D-285DE1F2F9C8}" type="presParOf" srcId="{34D45200-1F25-8647-82CF-17D95A5ACECA}" destId="{25AC751E-4A11-FB4D-99EA-1547F1AC78EC}" srcOrd="0" destOrd="0" presId="urn:microsoft.com/office/officeart/2005/8/layout/hierarchy1"/>
    <dgm:cxn modelId="{2E2F3510-8644-4C4B-AC34-220DC37C4C7B}" type="presParOf" srcId="{25AC751E-4A11-FB4D-99EA-1547F1AC78EC}" destId="{8A51B001-215B-DA41-98EF-65879FAE1DDE}" srcOrd="0" destOrd="0" presId="urn:microsoft.com/office/officeart/2005/8/layout/hierarchy1"/>
    <dgm:cxn modelId="{F569CF1F-0B47-2144-826C-AEC0042B87E6}" type="presParOf" srcId="{8A51B001-215B-DA41-98EF-65879FAE1DDE}" destId="{2D46D0A7-D11C-904A-A1AA-CDDAE740040A}" srcOrd="0" destOrd="0" presId="urn:microsoft.com/office/officeart/2005/8/layout/hierarchy1"/>
    <dgm:cxn modelId="{2B34979E-F96C-3B4F-81C0-6CD2D7015FD8}" type="presParOf" srcId="{8A51B001-215B-DA41-98EF-65879FAE1DDE}" destId="{AEF5543C-1F2D-D24D-B014-0C9F4E905DCE}" srcOrd="1" destOrd="0" presId="urn:microsoft.com/office/officeart/2005/8/layout/hierarchy1"/>
    <dgm:cxn modelId="{96DA87A0-F89E-8641-A86F-A3966CAD000A}" type="presParOf" srcId="{25AC751E-4A11-FB4D-99EA-1547F1AC78EC}" destId="{C67AA665-6401-F148-A0AB-36D240710AAC}" srcOrd="1" destOrd="0" presId="urn:microsoft.com/office/officeart/2005/8/layout/hierarchy1"/>
    <dgm:cxn modelId="{5E4628C8-2BE7-DD45-8F8C-9FB2A0BBEF22}" type="presParOf" srcId="{34D45200-1F25-8647-82CF-17D95A5ACECA}" destId="{BA32D693-6C75-F548-B0D5-1F133CC5B78F}" srcOrd="1" destOrd="0" presId="urn:microsoft.com/office/officeart/2005/8/layout/hierarchy1"/>
    <dgm:cxn modelId="{3A7B45FB-43D9-174A-9108-C02A132DBA07}" type="presParOf" srcId="{BA32D693-6C75-F548-B0D5-1F133CC5B78F}" destId="{C8A6C570-6FE8-A641-AC5C-704F98CA65E9}" srcOrd="0" destOrd="0" presId="urn:microsoft.com/office/officeart/2005/8/layout/hierarchy1"/>
    <dgm:cxn modelId="{C6B93B45-9373-2247-A150-85A3AD05DAE5}" type="presParOf" srcId="{C8A6C570-6FE8-A641-AC5C-704F98CA65E9}" destId="{9446B44C-82F0-2046-9B3E-EAAF224EDAF0}" srcOrd="0" destOrd="0" presId="urn:microsoft.com/office/officeart/2005/8/layout/hierarchy1"/>
    <dgm:cxn modelId="{37E349A5-69EE-8549-8388-DF2EE53B10B0}" type="presParOf" srcId="{C8A6C570-6FE8-A641-AC5C-704F98CA65E9}" destId="{A1E7B4D2-7F65-8345-8672-3139F5AFD946}" srcOrd="1" destOrd="0" presId="urn:microsoft.com/office/officeart/2005/8/layout/hierarchy1"/>
    <dgm:cxn modelId="{127AF15D-A602-7140-BFF2-0094F0904F2A}" type="presParOf" srcId="{BA32D693-6C75-F548-B0D5-1F133CC5B78F}" destId="{29AA6F3D-CE80-434D-ACD8-345211D3DDA4}" srcOrd="1" destOrd="0" presId="urn:microsoft.com/office/officeart/2005/8/layout/hierarchy1"/>
    <dgm:cxn modelId="{BB1C52B6-F186-724E-94B3-25CB06E41AE0}" type="presParOf" srcId="{34D45200-1F25-8647-82CF-17D95A5ACECA}" destId="{706E677B-E469-C448-8208-5711762383E9}" srcOrd="2" destOrd="0" presId="urn:microsoft.com/office/officeart/2005/8/layout/hierarchy1"/>
    <dgm:cxn modelId="{A8F7DB0E-AD31-F147-9C96-DFCC86C333BA}" type="presParOf" srcId="{706E677B-E469-C448-8208-5711762383E9}" destId="{78246924-C6EA-0D4F-A977-9D63EABBB6E0}" srcOrd="0" destOrd="0" presId="urn:microsoft.com/office/officeart/2005/8/layout/hierarchy1"/>
    <dgm:cxn modelId="{BC79D920-26C4-7C43-84FE-D303DA30E442}" type="presParOf" srcId="{78246924-C6EA-0D4F-A977-9D63EABBB6E0}" destId="{5D896BF5-C35B-064B-B9B1-6B81D3168E18}" srcOrd="0" destOrd="0" presId="urn:microsoft.com/office/officeart/2005/8/layout/hierarchy1"/>
    <dgm:cxn modelId="{2227CD0F-8BF1-AF43-B90D-F810B9313ACD}" type="presParOf" srcId="{78246924-C6EA-0D4F-A977-9D63EABBB6E0}" destId="{A7E01A59-6B5D-704E-A49D-336CBAA5F554}" srcOrd="1" destOrd="0" presId="urn:microsoft.com/office/officeart/2005/8/layout/hierarchy1"/>
    <dgm:cxn modelId="{C58A9DEB-DDFE-024D-868B-6A61380F6366}" type="presParOf" srcId="{706E677B-E469-C448-8208-5711762383E9}" destId="{10C07906-987C-BD49-AD61-8132EC645AD0}" srcOrd="1" destOrd="0" presId="urn:microsoft.com/office/officeart/2005/8/layout/hierarchy1"/>
    <dgm:cxn modelId="{F09D7831-8862-C646-A7EF-919F503319B0}" type="presParOf" srcId="{34D45200-1F25-8647-82CF-17D95A5ACECA}" destId="{C355BB8A-C5AF-274D-A908-94637B3D3669}" srcOrd="3" destOrd="0" presId="urn:microsoft.com/office/officeart/2005/8/layout/hierarchy1"/>
    <dgm:cxn modelId="{3D260EDB-C1EB-AB4F-BDA5-57416EA60267}" type="presParOf" srcId="{C355BB8A-C5AF-274D-A908-94637B3D3669}" destId="{5D5C4368-0A01-1B4F-8806-46EAFB18E9A0}" srcOrd="0" destOrd="0" presId="urn:microsoft.com/office/officeart/2005/8/layout/hierarchy1"/>
    <dgm:cxn modelId="{4984F417-D9A8-C146-8B27-9E10C15737B8}" type="presParOf" srcId="{5D5C4368-0A01-1B4F-8806-46EAFB18E9A0}" destId="{B58AB9EE-2CC6-5A48-ABD1-F40C4A1504FC}" srcOrd="0" destOrd="0" presId="urn:microsoft.com/office/officeart/2005/8/layout/hierarchy1"/>
    <dgm:cxn modelId="{F580F1CB-6DE6-3C48-8BF1-CACEC44D1DCD}" type="presParOf" srcId="{5D5C4368-0A01-1B4F-8806-46EAFB18E9A0}" destId="{2952F75D-A7BF-D54C-BF78-CC44E3A4009B}" srcOrd="1" destOrd="0" presId="urn:microsoft.com/office/officeart/2005/8/layout/hierarchy1"/>
    <dgm:cxn modelId="{F752B8BC-1C8D-2A4B-A934-C50C08EB836E}" type="presParOf" srcId="{C355BB8A-C5AF-274D-A908-94637B3D3669}" destId="{1F5301DD-42A3-C944-B75D-C203C632A07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E8FF017-261B-4D06-8C2E-E053135FF735}" type="doc">
      <dgm:prSet loTypeId="urn:microsoft.com/office/officeart/2005/8/layout/vList2" loCatId="list" qsTypeId="urn:microsoft.com/office/officeart/2005/8/quickstyle/simple5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5E274F9-0DC4-47A3-A966-D5E9FD9AB8B0}">
      <dgm:prSet custT="1"/>
      <dgm:spPr/>
      <dgm:t>
        <a:bodyPr/>
        <a:lstStyle/>
        <a:p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∗	Your data is large and vast, with more data coming into the system every day</a:t>
          </a:r>
        </a:p>
      </dgm:t>
    </dgm:pt>
    <dgm:pt modelId="{169F79CB-8572-48AB-B630-C73219AD378E}" type="parTrans" cxnId="{84CFD447-70F9-4CC4-936C-86194B4AC0A2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91A5C07-B9DC-4A35-8AC7-67FEE72B2828}" type="sibTrans" cxnId="{84CFD447-70F9-4CC4-936C-86194B4AC0A2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94244C4-4AB2-4A35-93FE-5DEF987FD20E}">
      <dgm:prSet custT="1"/>
      <dgm:spPr/>
      <dgm:t>
        <a:bodyPr/>
        <a:lstStyle/>
        <a:p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∗	ex. web user-logs</a:t>
          </a:r>
        </a:p>
      </dgm:t>
    </dgm:pt>
    <dgm:pt modelId="{7B23263C-11F9-4CA8-AB19-0814D46BB445}" type="parTrans" cxnId="{45966BFC-2DDF-412E-9792-7EEEA2D3ECF5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BB5BDB6-FF2B-45DA-85CE-4F14A431FB1F}" type="sibTrans" cxnId="{45966BFC-2DDF-412E-9792-7EEEA2D3ECF5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3A96FB7-D206-4B4F-8C24-0B6137C0A48F}">
      <dgm:prSet custT="1"/>
      <dgm:spPr/>
      <dgm:t>
        <a:bodyPr/>
        <a:lstStyle/>
        <a:p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∗	Produce a top-level, summarized view of your data so you can glean insights not available from looking at a localized set of records alone</a:t>
          </a:r>
        </a:p>
      </dgm:t>
    </dgm:pt>
    <dgm:pt modelId="{BFF0C47F-0447-4D34-8D68-ECDFDBBEBAE5}" type="parTrans" cxnId="{E15526F7-4A27-4829-A947-5A7B4BB491EB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76BBE19-B6CA-409F-BE3C-D57B9B9C7688}" type="sibTrans" cxnId="{E15526F7-4A27-4829-A947-5A7B4BB491EB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79D194D-B977-4115-A541-EB07E045EE70}">
      <dgm:prSet custT="1"/>
      <dgm:spPr/>
      <dgm:t>
        <a:bodyPr/>
        <a:lstStyle/>
        <a:p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∗	Grouping similar data together and then performing an operation such as calculating a statistic, building an index, or just simply counting</a:t>
          </a:r>
        </a:p>
      </dgm:t>
    </dgm:pt>
    <dgm:pt modelId="{3F3CA95D-2297-4F32-AAA0-595ED8A32D2D}" type="parTrans" cxnId="{E0DB0766-AB92-4BDA-8A11-9DD941DE565D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7DB6F30-1AAB-47EA-A8B1-68929FE5F5B4}" type="sibTrans" cxnId="{E0DB0766-AB92-4BDA-8A11-9DD941DE565D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3581A6B-44EC-482E-9DC2-45A7762424F6}">
      <dgm:prSet custT="1"/>
      <dgm:spPr/>
      <dgm:t>
        <a:bodyPr/>
        <a:lstStyle/>
        <a:p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∗	Patterns</a:t>
          </a:r>
        </a:p>
      </dgm:t>
    </dgm:pt>
    <dgm:pt modelId="{500102E4-B9C0-4094-BB2D-CC2CA93B38BE}" type="parTrans" cxnId="{F5A86827-B922-43A6-88D9-076231672A26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C9D43B2-80FC-4B3D-8648-C9D7E10541C7}" type="sibTrans" cxnId="{F5A86827-B922-43A6-88D9-076231672A26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9835422-28BF-4028-A348-F7332859EDCE}">
      <dgm:prSet custT="1"/>
      <dgm:spPr/>
      <dgm:t>
        <a:bodyPr/>
        <a:lstStyle/>
        <a:p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∗	Numerical Summarizations</a:t>
          </a:r>
        </a:p>
      </dgm:t>
    </dgm:pt>
    <dgm:pt modelId="{526C0169-8505-48C3-BC65-ED4EC3561D68}" type="parTrans" cxnId="{5F37072F-00A8-45B5-ACDF-6E6066A87EF9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C56869D-CF3E-4E4B-B7DC-F7387D02A581}" type="sibTrans" cxnId="{5F37072F-00A8-45B5-ACDF-6E6066A87EF9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88FAF7A-7A2E-402B-B1AA-0349B73CBDE6}">
      <dgm:prSet custT="1"/>
      <dgm:spPr/>
      <dgm:t>
        <a:bodyPr/>
        <a:lstStyle/>
        <a:p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∗	Counting with Counters</a:t>
          </a:r>
        </a:p>
      </dgm:t>
    </dgm:pt>
    <dgm:pt modelId="{757BA4E2-E7D3-48B0-9FCA-B13FAC7CA394}" type="parTrans" cxnId="{CFE8A372-2175-40D8-82E6-A0F744CDDA3B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3314D80-B687-4F31-A171-EB5A5FC8994F}" type="sibTrans" cxnId="{CFE8A372-2175-40D8-82E6-A0F744CDDA3B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5E315B1-D6BF-774D-AC8E-10539E7148F0}" type="pres">
      <dgm:prSet presAssocID="{4E8FF017-261B-4D06-8C2E-E053135FF735}" presName="linear" presStyleCnt="0">
        <dgm:presLayoutVars>
          <dgm:animLvl val="lvl"/>
          <dgm:resizeHandles val="exact"/>
        </dgm:presLayoutVars>
      </dgm:prSet>
      <dgm:spPr/>
    </dgm:pt>
    <dgm:pt modelId="{287BE33C-C4CA-D34F-AE8A-475D078EE156}" type="pres">
      <dgm:prSet presAssocID="{F5E274F9-0DC4-47A3-A966-D5E9FD9AB8B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B32FE79-BCC2-3A43-AE5D-9E8A5016903F}" type="pres">
      <dgm:prSet presAssocID="{F5E274F9-0DC4-47A3-A966-D5E9FD9AB8B0}" presName="childText" presStyleLbl="revTx" presStyleIdx="0" presStyleCnt="2">
        <dgm:presLayoutVars>
          <dgm:bulletEnabled val="1"/>
        </dgm:presLayoutVars>
      </dgm:prSet>
      <dgm:spPr/>
    </dgm:pt>
    <dgm:pt modelId="{D67324A7-DEE9-244E-9D73-D20534C37143}" type="pres">
      <dgm:prSet presAssocID="{73A96FB7-D206-4B4F-8C24-0B6137C0A48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1AE8634-73DF-9A43-AA2E-AA8475CEEBB4}" type="pres">
      <dgm:prSet presAssocID="{676BBE19-B6CA-409F-BE3C-D57B9B9C7688}" presName="spacer" presStyleCnt="0"/>
      <dgm:spPr/>
    </dgm:pt>
    <dgm:pt modelId="{E76179F5-B0CA-E243-A0C8-D6EE321572E2}" type="pres">
      <dgm:prSet presAssocID="{279D194D-B977-4115-A541-EB07E045EE7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B7E672B-C9E2-2B4A-95F2-5B6A5B31265D}" type="pres">
      <dgm:prSet presAssocID="{D7DB6F30-1AAB-47EA-A8B1-68929FE5F5B4}" presName="spacer" presStyleCnt="0"/>
      <dgm:spPr/>
    </dgm:pt>
    <dgm:pt modelId="{216BE469-8F63-BE47-9E61-D31EDF14F67A}" type="pres">
      <dgm:prSet presAssocID="{23581A6B-44EC-482E-9DC2-45A7762424F6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73916694-3B7D-C747-9CB7-087BB28C2211}" type="pres">
      <dgm:prSet presAssocID="{23581A6B-44EC-482E-9DC2-45A7762424F6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9F5D9613-9A11-5A4C-9C1E-8A435A232DDF}" type="presOf" srcId="{29835422-28BF-4028-A348-F7332859EDCE}" destId="{73916694-3B7D-C747-9CB7-087BB28C2211}" srcOrd="0" destOrd="0" presId="urn:microsoft.com/office/officeart/2005/8/layout/vList2"/>
    <dgm:cxn modelId="{E52A8C1B-14D8-9D4D-814B-7D672DDCE8AB}" type="presOf" srcId="{188FAF7A-7A2E-402B-B1AA-0349B73CBDE6}" destId="{73916694-3B7D-C747-9CB7-087BB28C2211}" srcOrd="0" destOrd="1" presId="urn:microsoft.com/office/officeart/2005/8/layout/vList2"/>
    <dgm:cxn modelId="{F5A86827-B922-43A6-88D9-076231672A26}" srcId="{4E8FF017-261B-4D06-8C2E-E053135FF735}" destId="{23581A6B-44EC-482E-9DC2-45A7762424F6}" srcOrd="3" destOrd="0" parTransId="{500102E4-B9C0-4094-BB2D-CC2CA93B38BE}" sibTransId="{5C9D43B2-80FC-4B3D-8648-C9D7E10541C7}"/>
    <dgm:cxn modelId="{5F37072F-00A8-45B5-ACDF-6E6066A87EF9}" srcId="{23581A6B-44EC-482E-9DC2-45A7762424F6}" destId="{29835422-28BF-4028-A348-F7332859EDCE}" srcOrd="0" destOrd="0" parTransId="{526C0169-8505-48C3-BC65-ED4EC3561D68}" sibTransId="{2C56869D-CF3E-4E4B-B7DC-F7387D02A581}"/>
    <dgm:cxn modelId="{5992C239-5884-CB4E-98A0-24629DC1BD39}" type="presOf" srcId="{73A96FB7-D206-4B4F-8C24-0B6137C0A48F}" destId="{D67324A7-DEE9-244E-9D73-D20534C37143}" srcOrd="0" destOrd="0" presId="urn:microsoft.com/office/officeart/2005/8/layout/vList2"/>
    <dgm:cxn modelId="{84CFD447-70F9-4CC4-936C-86194B4AC0A2}" srcId="{4E8FF017-261B-4D06-8C2E-E053135FF735}" destId="{F5E274F9-0DC4-47A3-A966-D5E9FD9AB8B0}" srcOrd="0" destOrd="0" parTransId="{169F79CB-8572-48AB-B630-C73219AD378E}" sibTransId="{D91A5C07-B9DC-4A35-8AC7-67FEE72B2828}"/>
    <dgm:cxn modelId="{9D7CE765-E282-D346-BFC9-1D0ED0988FF1}" type="presOf" srcId="{4E8FF017-261B-4D06-8C2E-E053135FF735}" destId="{05E315B1-D6BF-774D-AC8E-10539E7148F0}" srcOrd="0" destOrd="0" presId="urn:microsoft.com/office/officeart/2005/8/layout/vList2"/>
    <dgm:cxn modelId="{E0DB0766-AB92-4BDA-8A11-9DD941DE565D}" srcId="{4E8FF017-261B-4D06-8C2E-E053135FF735}" destId="{279D194D-B977-4115-A541-EB07E045EE70}" srcOrd="2" destOrd="0" parTransId="{3F3CA95D-2297-4F32-AAA0-595ED8A32D2D}" sibTransId="{D7DB6F30-1AAB-47EA-A8B1-68929FE5F5B4}"/>
    <dgm:cxn modelId="{9C293E72-4BBF-7445-989A-0A73E72C95D2}" type="presOf" srcId="{23581A6B-44EC-482E-9DC2-45A7762424F6}" destId="{216BE469-8F63-BE47-9E61-D31EDF14F67A}" srcOrd="0" destOrd="0" presId="urn:microsoft.com/office/officeart/2005/8/layout/vList2"/>
    <dgm:cxn modelId="{CFE8A372-2175-40D8-82E6-A0F744CDDA3B}" srcId="{23581A6B-44EC-482E-9DC2-45A7762424F6}" destId="{188FAF7A-7A2E-402B-B1AA-0349B73CBDE6}" srcOrd="1" destOrd="0" parTransId="{757BA4E2-E7D3-48B0-9FCA-B13FAC7CA394}" sibTransId="{73314D80-B687-4F31-A171-EB5A5FC8994F}"/>
    <dgm:cxn modelId="{960AB677-85E0-694C-A5C2-4EBF5DF33426}" type="presOf" srcId="{279D194D-B977-4115-A541-EB07E045EE70}" destId="{E76179F5-B0CA-E243-A0C8-D6EE321572E2}" srcOrd="0" destOrd="0" presId="urn:microsoft.com/office/officeart/2005/8/layout/vList2"/>
    <dgm:cxn modelId="{687A5ED5-53A4-CD4F-A8A3-F497C160CAA9}" type="presOf" srcId="{794244C4-4AB2-4A35-93FE-5DEF987FD20E}" destId="{0B32FE79-BCC2-3A43-AE5D-9E8A5016903F}" srcOrd="0" destOrd="0" presId="urn:microsoft.com/office/officeart/2005/8/layout/vList2"/>
    <dgm:cxn modelId="{B4680AE3-C6BE-A249-852D-4DDF5CE8CE16}" type="presOf" srcId="{F5E274F9-0DC4-47A3-A966-D5E9FD9AB8B0}" destId="{287BE33C-C4CA-D34F-AE8A-475D078EE156}" srcOrd="0" destOrd="0" presId="urn:microsoft.com/office/officeart/2005/8/layout/vList2"/>
    <dgm:cxn modelId="{E15526F7-4A27-4829-A947-5A7B4BB491EB}" srcId="{4E8FF017-261B-4D06-8C2E-E053135FF735}" destId="{73A96FB7-D206-4B4F-8C24-0B6137C0A48F}" srcOrd="1" destOrd="0" parTransId="{BFF0C47F-0447-4D34-8D68-ECDFDBBEBAE5}" sibTransId="{676BBE19-B6CA-409F-BE3C-D57B9B9C7688}"/>
    <dgm:cxn modelId="{45966BFC-2DDF-412E-9792-7EEEA2D3ECF5}" srcId="{F5E274F9-0DC4-47A3-A966-D5E9FD9AB8B0}" destId="{794244C4-4AB2-4A35-93FE-5DEF987FD20E}" srcOrd="0" destOrd="0" parTransId="{7B23263C-11F9-4CA8-AB19-0814D46BB445}" sibTransId="{7BB5BDB6-FF2B-45DA-85CE-4F14A431FB1F}"/>
    <dgm:cxn modelId="{069DD986-DD9D-0640-BA19-1DD34ACA731D}" type="presParOf" srcId="{05E315B1-D6BF-774D-AC8E-10539E7148F0}" destId="{287BE33C-C4CA-D34F-AE8A-475D078EE156}" srcOrd="0" destOrd="0" presId="urn:microsoft.com/office/officeart/2005/8/layout/vList2"/>
    <dgm:cxn modelId="{317E4E2F-D7AB-F147-8D93-0434EEDE5853}" type="presParOf" srcId="{05E315B1-D6BF-774D-AC8E-10539E7148F0}" destId="{0B32FE79-BCC2-3A43-AE5D-9E8A5016903F}" srcOrd="1" destOrd="0" presId="urn:microsoft.com/office/officeart/2005/8/layout/vList2"/>
    <dgm:cxn modelId="{E42C56E7-FD72-CA45-961D-9A6E06DB03C7}" type="presParOf" srcId="{05E315B1-D6BF-774D-AC8E-10539E7148F0}" destId="{D67324A7-DEE9-244E-9D73-D20534C37143}" srcOrd="2" destOrd="0" presId="urn:microsoft.com/office/officeart/2005/8/layout/vList2"/>
    <dgm:cxn modelId="{9EDF6E08-221E-A942-A546-0184C1E95043}" type="presParOf" srcId="{05E315B1-D6BF-774D-AC8E-10539E7148F0}" destId="{01AE8634-73DF-9A43-AA2E-AA8475CEEBB4}" srcOrd="3" destOrd="0" presId="urn:microsoft.com/office/officeart/2005/8/layout/vList2"/>
    <dgm:cxn modelId="{6671ED11-F26C-C140-832D-0712352E5D66}" type="presParOf" srcId="{05E315B1-D6BF-774D-AC8E-10539E7148F0}" destId="{E76179F5-B0CA-E243-A0C8-D6EE321572E2}" srcOrd="4" destOrd="0" presId="urn:microsoft.com/office/officeart/2005/8/layout/vList2"/>
    <dgm:cxn modelId="{F01527CB-ABD2-C846-B91A-9A2A9F75429C}" type="presParOf" srcId="{05E315B1-D6BF-774D-AC8E-10539E7148F0}" destId="{DB7E672B-C9E2-2B4A-95F2-5B6A5B31265D}" srcOrd="5" destOrd="0" presId="urn:microsoft.com/office/officeart/2005/8/layout/vList2"/>
    <dgm:cxn modelId="{2BB5799A-7351-3947-986B-5E2772F723D7}" type="presParOf" srcId="{05E315B1-D6BF-774D-AC8E-10539E7148F0}" destId="{216BE469-8F63-BE47-9E61-D31EDF14F67A}" srcOrd="6" destOrd="0" presId="urn:microsoft.com/office/officeart/2005/8/layout/vList2"/>
    <dgm:cxn modelId="{2ED3928D-2518-2644-9AB5-7C1332F96975}" type="presParOf" srcId="{05E315B1-D6BF-774D-AC8E-10539E7148F0}" destId="{73916694-3B7D-C747-9CB7-087BB28C2211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3750BFC-AB7A-4678-A880-EED9DB2A6DA3}" type="doc">
      <dgm:prSet loTypeId="urn:microsoft.com/office/officeart/2005/8/layout/bProcess4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32DB884-7425-4D88-9471-0BF8F771551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Intent: Group records together by a key field and calculate a numerical aggregate per group to get a top-level view of the larger data set</a:t>
          </a:r>
        </a:p>
      </dgm:t>
    </dgm:pt>
    <dgm:pt modelId="{1B555DB8-38BE-490E-A033-A951F39446A1}" type="parTrans" cxnId="{B7F26699-3DBF-426D-B9B9-7B3B278BD9F9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0AA1A12-C008-4C5E-802C-C1611304D23E}" type="sibTrans" cxnId="{B7F26699-3DBF-426D-B9B9-7B3B278BD9F9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5CB1B9F-B454-4AD0-84EF-0CE2622D78B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Motivation</a:t>
          </a:r>
        </a:p>
      </dgm:t>
    </dgm:pt>
    <dgm:pt modelId="{7EA8B61C-6672-4C3E-8E7F-027386E37AE1}" type="parTrans" cxnId="{D782575C-B832-4F94-9BE0-7AEC951B8710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7C5A0CB-AAB6-46DD-B510-156400E2E431}" type="sibTrans" cxnId="{D782575C-B832-4F94-9BE0-7AEC951B8710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A82129F-EB92-4B8D-B1AF-42B23FA9655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Many data sets these days are too large for a human to get any real meaning out it by reading through it manually, e.g., terabytes of website log files.</a:t>
          </a:r>
        </a:p>
      </dgm:t>
    </dgm:pt>
    <dgm:pt modelId="{AFEC65BA-2144-4389-A065-931CA59F5E73}" type="parTrans" cxnId="{F2A83D08-8762-4A97-B971-1E59D302F6B4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CCDC748-C770-490F-B7F9-C727F7702AAC}" type="sibTrans" cxnId="{F2A83D08-8762-4A97-B971-1E59D302F6B4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5C09178-2E7B-4F77-8BED-BFEE8AECF64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minimum, maximum, average, median, and standard deviation</a:t>
          </a:r>
        </a:p>
      </dgm:t>
    </dgm:pt>
    <dgm:pt modelId="{FFED8B6F-C450-4F78-85D2-5EADC6EA9648}" type="parTrans" cxnId="{CAB02818-3F8F-4C5B-B9AE-2C7F27485EFC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D07FCA0-F9BB-47F2-A7E2-98B655540772}" type="sibTrans" cxnId="{CAB02818-3F8F-4C5B-B9AE-2C7F27485EFC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0B48620-E88B-4568-84DD-4BC06307CD5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Consider </a:t>
          </a:r>
          <a:r>
            <a:rPr lang="en-US" sz="160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θ </a:t>
          </a:r>
          <a:r>
            <a: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to be a generic numerical summarization function we wish to execute over some list of values </a:t>
          </a:r>
          <a:r>
            <a:rPr lang="en-US" sz="160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(v</a:t>
          </a:r>
          <a:r>
            <a:rPr lang="en-US" sz="1600" i="1" baseline="-2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1</a:t>
          </a:r>
          <a:r>
            <a:rPr lang="en-US" sz="160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, v</a:t>
          </a:r>
          <a:r>
            <a:rPr lang="en-US" sz="1600" i="1" baseline="-2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2</a:t>
          </a:r>
          <a:r>
            <a:rPr lang="en-US" sz="160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, v</a:t>
          </a:r>
          <a:r>
            <a:rPr lang="en-US" sz="1600" i="1" baseline="-2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3</a:t>
          </a:r>
          <a:r>
            <a:rPr lang="en-US" sz="160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, …, v</a:t>
          </a:r>
          <a:r>
            <a:rPr lang="en-US" sz="1600" i="1" baseline="-2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n</a:t>
          </a:r>
          <a:r>
            <a:rPr lang="en-US" sz="160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) </a:t>
          </a:r>
          <a:r>
            <a: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to find a value </a:t>
          </a:r>
          <a:r>
            <a:rPr lang="en-US" sz="160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λ</a:t>
          </a:r>
          <a:r>
            <a: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, i.e.</a:t>
          </a:r>
        </a:p>
      </dgm:t>
    </dgm:pt>
    <dgm:pt modelId="{C96949C5-62FE-4C07-B7F8-1C7A3056448B}" type="parTrans" cxnId="{44BD50F3-8E92-44C6-A947-9547859509EB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58ACB96-CD65-424E-8585-C7CE903651D6}" type="sibTrans" cxnId="{44BD50F3-8E92-44C6-A947-9547859509EB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600E962-C66B-46C4-B9C9-423B2D17C9C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λ </a:t>
          </a:r>
          <a:r>
            <a: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= </a:t>
          </a:r>
          <a:r>
            <a:rPr lang="en-US" sz="160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θ(v</a:t>
          </a:r>
          <a:r>
            <a:rPr lang="en-US" sz="1600" i="1" baseline="-2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1</a:t>
          </a:r>
          <a:r>
            <a:rPr lang="en-US" sz="160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, v</a:t>
          </a:r>
          <a:r>
            <a:rPr lang="en-US" sz="1600" i="1" baseline="-2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2</a:t>
          </a:r>
          <a:r>
            <a:rPr lang="en-US" sz="160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, v</a:t>
          </a:r>
          <a:r>
            <a:rPr lang="en-US" sz="1600" i="1" baseline="-2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3</a:t>
          </a:r>
          <a:r>
            <a:rPr lang="en-US" sz="160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, …, v</a:t>
          </a:r>
          <a:r>
            <a:rPr lang="en-US" sz="1600" i="1" baseline="-2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n</a:t>
          </a:r>
          <a:r>
            <a:rPr lang="en-US" sz="160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)</a:t>
          </a:r>
          <a:r>
            <a: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 Examples of </a:t>
          </a:r>
          <a:r>
            <a:rPr lang="en-US" sz="160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θ </a:t>
          </a:r>
          <a:r>
            <a: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include a minimum, maximum, average, median, and standard deviation</a:t>
          </a:r>
        </a:p>
      </dgm:t>
    </dgm:pt>
    <dgm:pt modelId="{C4E89507-6322-45C0-8032-028809AA0BDE}" type="parTrans" cxnId="{324C092C-B620-449F-A9DD-45DE51006BD4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6BD8598-9596-417B-AA86-04B54057E965}" type="sibTrans" cxnId="{324C092C-B620-449F-A9DD-45DE51006BD4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CA27B21-10EC-4B04-8975-DDE6BDD0F57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Applicability</a:t>
          </a:r>
        </a:p>
      </dgm:t>
    </dgm:pt>
    <dgm:pt modelId="{AC917756-E573-4BB5-85CC-51E273AE2203}" type="parTrans" cxnId="{3B14BB4F-B2B5-43E6-A956-FF18F70FAC90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E6C7569-ED7C-46AC-A544-E301241959AE}" type="sibTrans" cxnId="{3B14BB4F-B2B5-43E6-A956-FF18F70FAC90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382EC88-9F0B-4EE6-BD79-611358ED022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Multiple large data sets are being joined by a foreign key</a:t>
          </a:r>
        </a:p>
      </dgm:t>
    </dgm:pt>
    <dgm:pt modelId="{C584A8CD-0842-4B39-BCCE-87DF39B7FC8A}" type="parTrans" cxnId="{4A7EC95A-39F7-4C8E-95D4-425B9488078F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8FE0DBE-4E28-44F0-9092-725DE0EAD4EC}" type="sibTrans" cxnId="{4A7EC95A-39F7-4C8E-95D4-425B9488078F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15E29A8-3DA0-402F-8A1E-8570BD86266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You want the flexibility of being able to execute any join operation</a:t>
          </a:r>
        </a:p>
      </dgm:t>
    </dgm:pt>
    <dgm:pt modelId="{531EBDEE-EBCF-492D-860C-BC78463A125F}" type="parTrans" cxnId="{B3ED3AFD-0253-4DA6-B1E1-4BA67E0081FE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182976C-4675-41BB-9743-906D24727EAE}" type="sibTrans" cxnId="{B3ED3AFD-0253-4DA6-B1E1-4BA67E0081FE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6F9A974-D968-4D6B-A94B-BAA214B2E94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A large amount of network bandwidth</a:t>
          </a:r>
        </a:p>
      </dgm:t>
    </dgm:pt>
    <dgm:pt modelId="{D818E2AF-6633-46D8-AC4D-206B4F7CF389}" type="parTrans" cxnId="{4B25B0CA-98AD-4DBF-B8E5-3C83CCECD53A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F9F49D4-FAC5-4556-8696-74E31543C3D0}" type="sibTrans" cxnId="{4B25B0CA-98AD-4DBF-B8E5-3C83CCECD53A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922B5E0-7505-6244-BCA3-D5ADD33C6A52}" type="pres">
      <dgm:prSet presAssocID="{C3750BFC-AB7A-4678-A880-EED9DB2A6DA3}" presName="Name0" presStyleCnt="0">
        <dgm:presLayoutVars>
          <dgm:dir/>
          <dgm:resizeHandles/>
        </dgm:presLayoutVars>
      </dgm:prSet>
      <dgm:spPr/>
    </dgm:pt>
    <dgm:pt modelId="{8DBF972D-5ABD-194D-B038-E73C236B4796}" type="pres">
      <dgm:prSet presAssocID="{232DB884-7425-4D88-9471-0BF8F771551B}" presName="compNode" presStyleCnt="0"/>
      <dgm:spPr/>
    </dgm:pt>
    <dgm:pt modelId="{8BCBF203-D278-8647-9001-12567739D5D3}" type="pres">
      <dgm:prSet presAssocID="{232DB884-7425-4D88-9471-0BF8F771551B}" presName="dummyConnPt" presStyleCnt="0"/>
      <dgm:spPr/>
    </dgm:pt>
    <dgm:pt modelId="{91A4869E-95C1-654B-9E8A-9326BD5F642C}" type="pres">
      <dgm:prSet presAssocID="{232DB884-7425-4D88-9471-0BF8F771551B}" presName="node" presStyleLbl="node1" presStyleIdx="0" presStyleCnt="8">
        <dgm:presLayoutVars>
          <dgm:bulletEnabled val="1"/>
        </dgm:presLayoutVars>
      </dgm:prSet>
      <dgm:spPr/>
    </dgm:pt>
    <dgm:pt modelId="{105739E8-E6F4-A240-9975-7F314E5EF37B}" type="pres">
      <dgm:prSet presAssocID="{50AA1A12-C008-4C5E-802C-C1611304D23E}" presName="sibTrans" presStyleLbl="bgSibTrans2D1" presStyleIdx="0" presStyleCnt="7"/>
      <dgm:spPr/>
    </dgm:pt>
    <dgm:pt modelId="{AF0CC635-A284-714D-8233-0A20304AC546}" type="pres">
      <dgm:prSet presAssocID="{75CB1B9F-B454-4AD0-84EF-0CE2622D78BB}" presName="compNode" presStyleCnt="0"/>
      <dgm:spPr/>
    </dgm:pt>
    <dgm:pt modelId="{528D2851-666A-4F42-9FEA-5B6F686642BD}" type="pres">
      <dgm:prSet presAssocID="{75CB1B9F-B454-4AD0-84EF-0CE2622D78BB}" presName="dummyConnPt" presStyleCnt="0"/>
      <dgm:spPr/>
    </dgm:pt>
    <dgm:pt modelId="{D7FA0444-965A-F64E-BDA7-D8962C13E086}" type="pres">
      <dgm:prSet presAssocID="{75CB1B9F-B454-4AD0-84EF-0CE2622D78BB}" presName="node" presStyleLbl="node1" presStyleIdx="1" presStyleCnt="8">
        <dgm:presLayoutVars>
          <dgm:bulletEnabled val="1"/>
        </dgm:presLayoutVars>
      </dgm:prSet>
      <dgm:spPr/>
    </dgm:pt>
    <dgm:pt modelId="{5B6253A2-150A-794B-A248-2294D782F826}" type="pres">
      <dgm:prSet presAssocID="{97C5A0CB-AAB6-46DD-B510-156400E2E431}" presName="sibTrans" presStyleLbl="bgSibTrans2D1" presStyleIdx="1" presStyleCnt="7"/>
      <dgm:spPr/>
    </dgm:pt>
    <dgm:pt modelId="{0B74AF64-73F7-B14F-9643-319797296F77}" type="pres">
      <dgm:prSet presAssocID="{85C09178-2E7B-4F77-8BED-BFEE8AECF64E}" presName="compNode" presStyleCnt="0"/>
      <dgm:spPr/>
    </dgm:pt>
    <dgm:pt modelId="{0FFDA4A6-EC8C-DF41-8167-E5823E37B5A8}" type="pres">
      <dgm:prSet presAssocID="{85C09178-2E7B-4F77-8BED-BFEE8AECF64E}" presName="dummyConnPt" presStyleCnt="0"/>
      <dgm:spPr/>
    </dgm:pt>
    <dgm:pt modelId="{4314A240-5072-7F47-BFB2-3FFC78BCC542}" type="pres">
      <dgm:prSet presAssocID="{85C09178-2E7B-4F77-8BED-BFEE8AECF64E}" presName="node" presStyleLbl="node1" presStyleIdx="2" presStyleCnt="8">
        <dgm:presLayoutVars>
          <dgm:bulletEnabled val="1"/>
        </dgm:presLayoutVars>
      </dgm:prSet>
      <dgm:spPr/>
    </dgm:pt>
    <dgm:pt modelId="{41E0906B-5BAE-9049-BCE7-8513F1F0F281}" type="pres">
      <dgm:prSet presAssocID="{9D07FCA0-F9BB-47F2-A7E2-98B655540772}" presName="sibTrans" presStyleLbl="bgSibTrans2D1" presStyleIdx="2" presStyleCnt="7"/>
      <dgm:spPr/>
    </dgm:pt>
    <dgm:pt modelId="{58164AFF-A02E-2A45-B441-07A3C24F5C0D}" type="pres">
      <dgm:prSet presAssocID="{C0B48620-E88B-4568-84DD-4BC06307CD56}" presName="compNode" presStyleCnt="0"/>
      <dgm:spPr/>
    </dgm:pt>
    <dgm:pt modelId="{E694CD47-5AB3-5A49-AE92-5B0F956661A2}" type="pres">
      <dgm:prSet presAssocID="{C0B48620-E88B-4568-84DD-4BC06307CD56}" presName="dummyConnPt" presStyleCnt="0"/>
      <dgm:spPr/>
    </dgm:pt>
    <dgm:pt modelId="{25BDC9CA-AF6B-D94D-BC3E-CBF8CC9AA786}" type="pres">
      <dgm:prSet presAssocID="{C0B48620-E88B-4568-84DD-4BC06307CD56}" presName="node" presStyleLbl="node1" presStyleIdx="3" presStyleCnt="8">
        <dgm:presLayoutVars>
          <dgm:bulletEnabled val="1"/>
        </dgm:presLayoutVars>
      </dgm:prSet>
      <dgm:spPr/>
    </dgm:pt>
    <dgm:pt modelId="{C6531BBD-2704-7B4D-899D-8BF657F784B1}" type="pres">
      <dgm:prSet presAssocID="{658ACB96-CD65-424E-8585-C7CE903651D6}" presName="sibTrans" presStyleLbl="bgSibTrans2D1" presStyleIdx="3" presStyleCnt="7"/>
      <dgm:spPr/>
    </dgm:pt>
    <dgm:pt modelId="{CA782CE9-19BC-004D-9440-FD4C1E619595}" type="pres">
      <dgm:prSet presAssocID="{7CA27B21-10EC-4B04-8975-DDE6BDD0F571}" presName="compNode" presStyleCnt="0"/>
      <dgm:spPr/>
    </dgm:pt>
    <dgm:pt modelId="{6D3697B5-5622-F74F-ACF3-B06D9E28C720}" type="pres">
      <dgm:prSet presAssocID="{7CA27B21-10EC-4B04-8975-DDE6BDD0F571}" presName="dummyConnPt" presStyleCnt="0"/>
      <dgm:spPr/>
    </dgm:pt>
    <dgm:pt modelId="{468D6867-0E04-1147-8DF5-4F1167169CD5}" type="pres">
      <dgm:prSet presAssocID="{7CA27B21-10EC-4B04-8975-DDE6BDD0F571}" presName="node" presStyleLbl="node1" presStyleIdx="4" presStyleCnt="8">
        <dgm:presLayoutVars>
          <dgm:bulletEnabled val="1"/>
        </dgm:presLayoutVars>
      </dgm:prSet>
      <dgm:spPr/>
    </dgm:pt>
    <dgm:pt modelId="{A17DE507-8745-C749-82A9-A978BAE4CDB6}" type="pres">
      <dgm:prSet presAssocID="{EE6C7569-ED7C-46AC-A544-E301241959AE}" presName="sibTrans" presStyleLbl="bgSibTrans2D1" presStyleIdx="4" presStyleCnt="7"/>
      <dgm:spPr/>
    </dgm:pt>
    <dgm:pt modelId="{6C4575B8-A45C-CA45-8847-7C3A43D79644}" type="pres">
      <dgm:prSet presAssocID="{2382EC88-9F0B-4EE6-BD79-611358ED022B}" presName="compNode" presStyleCnt="0"/>
      <dgm:spPr/>
    </dgm:pt>
    <dgm:pt modelId="{10E9BA04-C319-6D4F-82BF-C8301989664B}" type="pres">
      <dgm:prSet presAssocID="{2382EC88-9F0B-4EE6-BD79-611358ED022B}" presName="dummyConnPt" presStyleCnt="0"/>
      <dgm:spPr/>
    </dgm:pt>
    <dgm:pt modelId="{5607683C-A421-4A45-A0A2-2B65C83FE110}" type="pres">
      <dgm:prSet presAssocID="{2382EC88-9F0B-4EE6-BD79-611358ED022B}" presName="node" presStyleLbl="node1" presStyleIdx="5" presStyleCnt="8">
        <dgm:presLayoutVars>
          <dgm:bulletEnabled val="1"/>
        </dgm:presLayoutVars>
      </dgm:prSet>
      <dgm:spPr/>
    </dgm:pt>
    <dgm:pt modelId="{765A3A90-CCFE-854C-98DA-10B379BF814E}" type="pres">
      <dgm:prSet presAssocID="{58FE0DBE-4E28-44F0-9092-725DE0EAD4EC}" presName="sibTrans" presStyleLbl="bgSibTrans2D1" presStyleIdx="5" presStyleCnt="7"/>
      <dgm:spPr/>
    </dgm:pt>
    <dgm:pt modelId="{221F3B02-D051-364F-A756-95210274CE5C}" type="pres">
      <dgm:prSet presAssocID="{E15E29A8-3DA0-402F-8A1E-8570BD862664}" presName="compNode" presStyleCnt="0"/>
      <dgm:spPr/>
    </dgm:pt>
    <dgm:pt modelId="{8DD2D149-2B23-9646-937B-03585EA0E457}" type="pres">
      <dgm:prSet presAssocID="{E15E29A8-3DA0-402F-8A1E-8570BD862664}" presName="dummyConnPt" presStyleCnt="0"/>
      <dgm:spPr/>
    </dgm:pt>
    <dgm:pt modelId="{CEE2D932-5A9F-6045-9164-EF7C654B2DDF}" type="pres">
      <dgm:prSet presAssocID="{E15E29A8-3DA0-402F-8A1E-8570BD862664}" presName="node" presStyleLbl="node1" presStyleIdx="6" presStyleCnt="8">
        <dgm:presLayoutVars>
          <dgm:bulletEnabled val="1"/>
        </dgm:presLayoutVars>
      </dgm:prSet>
      <dgm:spPr/>
    </dgm:pt>
    <dgm:pt modelId="{58989A0F-E3DE-0A47-ADA5-4B3EE705E524}" type="pres">
      <dgm:prSet presAssocID="{6182976C-4675-41BB-9743-906D24727EAE}" presName="sibTrans" presStyleLbl="bgSibTrans2D1" presStyleIdx="6" presStyleCnt="7"/>
      <dgm:spPr/>
    </dgm:pt>
    <dgm:pt modelId="{593715DB-1BF4-2242-BC6A-B4755B5FA9D5}" type="pres">
      <dgm:prSet presAssocID="{26F9A974-D968-4D6B-A94B-BAA214B2E94E}" presName="compNode" presStyleCnt="0"/>
      <dgm:spPr/>
    </dgm:pt>
    <dgm:pt modelId="{8FC595C1-BDD3-4A44-9EDC-82C5F941BF7D}" type="pres">
      <dgm:prSet presAssocID="{26F9A974-D968-4D6B-A94B-BAA214B2E94E}" presName="dummyConnPt" presStyleCnt="0"/>
      <dgm:spPr/>
    </dgm:pt>
    <dgm:pt modelId="{D0ED7713-7430-0E4A-8492-E7501809CE27}" type="pres">
      <dgm:prSet presAssocID="{26F9A974-D968-4D6B-A94B-BAA214B2E94E}" presName="node" presStyleLbl="node1" presStyleIdx="7" presStyleCnt="8">
        <dgm:presLayoutVars>
          <dgm:bulletEnabled val="1"/>
        </dgm:presLayoutVars>
      </dgm:prSet>
      <dgm:spPr/>
    </dgm:pt>
  </dgm:ptLst>
  <dgm:cxnLst>
    <dgm:cxn modelId="{2B3C3A06-1E89-D74F-9D3C-5EB6E3ACB58B}" type="presOf" srcId="{97C5A0CB-AAB6-46DD-B510-156400E2E431}" destId="{5B6253A2-150A-794B-A248-2294D782F826}" srcOrd="0" destOrd="0" presId="urn:microsoft.com/office/officeart/2005/8/layout/bProcess4"/>
    <dgm:cxn modelId="{F2A83D08-8762-4A97-B971-1E59D302F6B4}" srcId="{75CB1B9F-B454-4AD0-84EF-0CE2622D78BB}" destId="{8A82129F-EB92-4B8D-B1AF-42B23FA9655A}" srcOrd="0" destOrd="0" parTransId="{AFEC65BA-2144-4389-A065-931CA59F5E73}" sibTransId="{FCCDC748-C770-490F-B7F9-C727F7702AAC}"/>
    <dgm:cxn modelId="{BA6B940D-3597-9746-A938-59975413800D}" type="presOf" srcId="{232DB884-7425-4D88-9471-0BF8F771551B}" destId="{91A4869E-95C1-654B-9E8A-9326BD5F642C}" srcOrd="0" destOrd="0" presId="urn:microsoft.com/office/officeart/2005/8/layout/bProcess4"/>
    <dgm:cxn modelId="{CAB02818-3F8F-4C5B-B9AE-2C7F27485EFC}" srcId="{C3750BFC-AB7A-4678-A880-EED9DB2A6DA3}" destId="{85C09178-2E7B-4F77-8BED-BFEE8AECF64E}" srcOrd="2" destOrd="0" parTransId="{FFED8B6F-C450-4F78-85D2-5EADC6EA9648}" sibTransId="{9D07FCA0-F9BB-47F2-A7E2-98B655540772}"/>
    <dgm:cxn modelId="{324C092C-B620-449F-A9DD-45DE51006BD4}" srcId="{C0B48620-E88B-4568-84DD-4BC06307CD56}" destId="{8600E962-C66B-46C4-B9C9-423B2D17C9C7}" srcOrd="0" destOrd="0" parTransId="{C4E89507-6322-45C0-8032-028809AA0BDE}" sibTransId="{26BD8598-9596-417B-AA86-04B54057E965}"/>
    <dgm:cxn modelId="{F57EBF39-C23F-5643-9A6D-21BD4D4D8400}" type="presOf" srcId="{E15E29A8-3DA0-402F-8A1E-8570BD862664}" destId="{CEE2D932-5A9F-6045-9164-EF7C654B2DDF}" srcOrd="0" destOrd="0" presId="urn:microsoft.com/office/officeart/2005/8/layout/bProcess4"/>
    <dgm:cxn modelId="{5802A040-D33C-524D-B7C1-A9AE0BAD2A86}" type="presOf" srcId="{26F9A974-D968-4D6B-A94B-BAA214B2E94E}" destId="{D0ED7713-7430-0E4A-8492-E7501809CE27}" srcOrd="0" destOrd="0" presId="urn:microsoft.com/office/officeart/2005/8/layout/bProcess4"/>
    <dgm:cxn modelId="{3B14BB4F-B2B5-43E6-A956-FF18F70FAC90}" srcId="{C3750BFC-AB7A-4678-A880-EED9DB2A6DA3}" destId="{7CA27B21-10EC-4B04-8975-DDE6BDD0F571}" srcOrd="4" destOrd="0" parTransId="{AC917756-E573-4BB5-85CC-51E273AE2203}" sibTransId="{EE6C7569-ED7C-46AC-A544-E301241959AE}"/>
    <dgm:cxn modelId="{3F47F653-F6F5-2840-8655-DCBA560F1D5F}" type="presOf" srcId="{C3750BFC-AB7A-4678-A880-EED9DB2A6DA3}" destId="{A922B5E0-7505-6244-BCA3-D5ADD33C6A52}" srcOrd="0" destOrd="0" presId="urn:microsoft.com/office/officeart/2005/8/layout/bProcess4"/>
    <dgm:cxn modelId="{4A7EC95A-39F7-4C8E-95D4-425B9488078F}" srcId="{C3750BFC-AB7A-4678-A880-EED9DB2A6DA3}" destId="{2382EC88-9F0B-4EE6-BD79-611358ED022B}" srcOrd="5" destOrd="0" parTransId="{C584A8CD-0842-4B39-BCCE-87DF39B7FC8A}" sibTransId="{58FE0DBE-4E28-44F0-9092-725DE0EAD4EC}"/>
    <dgm:cxn modelId="{D782575C-B832-4F94-9BE0-7AEC951B8710}" srcId="{C3750BFC-AB7A-4678-A880-EED9DB2A6DA3}" destId="{75CB1B9F-B454-4AD0-84EF-0CE2622D78BB}" srcOrd="1" destOrd="0" parTransId="{7EA8B61C-6672-4C3E-8E7F-027386E37AE1}" sibTransId="{97C5A0CB-AAB6-46DD-B510-156400E2E431}"/>
    <dgm:cxn modelId="{E3ACA15D-FDB7-D946-B472-9DF0DA2767D3}" type="presOf" srcId="{658ACB96-CD65-424E-8585-C7CE903651D6}" destId="{C6531BBD-2704-7B4D-899D-8BF657F784B1}" srcOrd="0" destOrd="0" presId="urn:microsoft.com/office/officeart/2005/8/layout/bProcess4"/>
    <dgm:cxn modelId="{91054E62-672E-254D-99E9-E2C6497EE19B}" type="presOf" srcId="{75CB1B9F-B454-4AD0-84EF-0CE2622D78BB}" destId="{D7FA0444-965A-F64E-BDA7-D8962C13E086}" srcOrd="0" destOrd="0" presId="urn:microsoft.com/office/officeart/2005/8/layout/bProcess4"/>
    <dgm:cxn modelId="{EA5AC871-E0CF-4C40-96A0-C948194B478B}" type="presOf" srcId="{85C09178-2E7B-4F77-8BED-BFEE8AECF64E}" destId="{4314A240-5072-7F47-BFB2-3FFC78BCC542}" srcOrd="0" destOrd="0" presId="urn:microsoft.com/office/officeart/2005/8/layout/bProcess4"/>
    <dgm:cxn modelId="{A9CFF171-4256-D146-A2F5-C868C5891D34}" type="presOf" srcId="{50AA1A12-C008-4C5E-802C-C1611304D23E}" destId="{105739E8-E6F4-A240-9975-7F314E5EF37B}" srcOrd="0" destOrd="0" presId="urn:microsoft.com/office/officeart/2005/8/layout/bProcess4"/>
    <dgm:cxn modelId="{F74FBE74-D05C-5D4F-8828-13DF642D475B}" type="presOf" srcId="{EE6C7569-ED7C-46AC-A544-E301241959AE}" destId="{A17DE507-8745-C749-82A9-A978BAE4CDB6}" srcOrd="0" destOrd="0" presId="urn:microsoft.com/office/officeart/2005/8/layout/bProcess4"/>
    <dgm:cxn modelId="{B7F26699-3DBF-426D-B9B9-7B3B278BD9F9}" srcId="{C3750BFC-AB7A-4678-A880-EED9DB2A6DA3}" destId="{232DB884-7425-4D88-9471-0BF8F771551B}" srcOrd="0" destOrd="0" parTransId="{1B555DB8-38BE-490E-A033-A951F39446A1}" sibTransId="{50AA1A12-C008-4C5E-802C-C1611304D23E}"/>
    <dgm:cxn modelId="{41E2759D-14C0-5D46-B052-1B2506D4669B}" type="presOf" srcId="{9D07FCA0-F9BB-47F2-A7E2-98B655540772}" destId="{41E0906B-5BAE-9049-BCE7-8513F1F0F281}" srcOrd="0" destOrd="0" presId="urn:microsoft.com/office/officeart/2005/8/layout/bProcess4"/>
    <dgm:cxn modelId="{8017579E-1EF9-D248-B3D9-FD8B42B9AF43}" type="presOf" srcId="{8A82129F-EB92-4B8D-B1AF-42B23FA9655A}" destId="{D7FA0444-965A-F64E-BDA7-D8962C13E086}" srcOrd="0" destOrd="1" presId="urn:microsoft.com/office/officeart/2005/8/layout/bProcess4"/>
    <dgm:cxn modelId="{69626FBB-A6D4-7343-9D95-CCC2A0285145}" type="presOf" srcId="{6182976C-4675-41BB-9743-906D24727EAE}" destId="{58989A0F-E3DE-0A47-ADA5-4B3EE705E524}" srcOrd="0" destOrd="0" presId="urn:microsoft.com/office/officeart/2005/8/layout/bProcess4"/>
    <dgm:cxn modelId="{4B25B0CA-98AD-4DBF-B8E5-3C83CCECD53A}" srcId="{C3750BFC-AB7A-4678-A880-EED9DB2A6DA3}" destId="{26F9A974-D968-4D6B-A94B-BAA214B2E94E}" srcOrd="7" destOrd="0" parTransId="{D818E2AF-6633-46D8-AC4D-206B4F7CF389}" sibTransId="{AF9F49D4-FAC5-4556-8696-74E31543C3D0}"/>
    <dgm:cxn modelId="{EF4CE5DA-F140-3048-8190-E7098558289E}" type="presOf" srcId="{8600E962-C66B-46C4-B9C9-423B2D17C9C7}" destId="{25BDC9CA-AF6B-D94D-BC3E-CBF8CC9AA786}" srcOrd="0" destOrd="1" presId="urn:microsoft.com/office/officeart/2005/8/layout/bProcess4"/>
    <dgm:cxn modelId="{BA964FDC-C393-D444-B742-80B772C42662}" type="presOf" srcId="{C0B48620-E88B-4568-84DD-4BC06307CD56}" destId="{25BDC9CA-AF6B-D94D-BC3E-CBF8CC9AA786}" srcOrd="0" destOrd="0" presId="urn:microsoft.com/office/officeart/2005/8/layout/bProcess4"/>
    <dgm:cxn modelId="{2B1B14EE-737F-9D4C-B9E4-4A8F1429D3E6}" type="presOf" srcId="{58FE0DBE-4E28-44F0-9092-725DE0EAD4EC}" destId="{765A3A90-CCFE-854C-98DA-10B379BF814E}" srcOrd="0" destOrd="0" presId="urn:microsoft.com/office/officeart/2005/8/layout/bProcess4"/>
    <dgm:cxn modelId="{878824F2-BA23-2941-8D43-83DAFB1F089D}" type="presOf" srcId="{7CA27B21-10EC-4B04-8975-DDE6BDD0F571}" destId="{468D6867-0E04-1147-8DF5-4F1167169CD5}" srcOrd="0" destOrd="0" presId="urn:microsoft.com/office/officeart/2005/8/layout/bProcess4"/>
    <dgm:cxn modelId="{44BD50F3-8E92-44C6-A947-9547859509EB}" srcId="{C3750BFC-AB7A-4678-A880-EED9DB2A6DA3}" destId="{C0B48620-E88B-4568-84DD-4BC06307CD56}" srcOrd="3" destOrd="0" parTransId="{C96949C5-62FE-4C07-B7F8-1C7A3056448B}" sibTransId="{658ACB96-CD65-424E-8585-C7CE903651D6}"/>
    <dgm:cxn modelId="{D1CCADF9-C9A2-5249-94A0-F91D1E207327}" type="presOf" srcId="{2382EC88-9F0B-4EE6-BD79-611358ED022B}" destId="{5607683C-A421-4A45-A0A2-2B65C83FE110}" srcOrd="0" destOrd="0" presId="urn:microsoft.com/office/officeart/2005/8/layout/bProcess4"/>
    <dgm:cxn modelId="{B3ED3AFD-0253-4DA6-B1E1-4BA67E0081FE}" srcId="{C3750BFC-AB7A-4678-A880-EED9DB2A6DA3}" destId="{E15E29A8-3DA0-402F-8A1E-8570BD862664}" srcOrd="6" destOrd="0" parTransId="{531EBDEE-EBCF-492D-860C-BC78463A125F}" sibTransId="{6182976C-4675-41BB-9743-906D24727EAE}"/>
    <dgm:cxn modelId="{2F53179C-2657-6E48-A25F-3CA275C8F986}" type="presParOf" srcId="{A922B5E0-7505-6244-BCA3-D5ADD33C6A52}" destId="{8DBF972D-5ABD-194D-B038-E73C236B4796}" srcOrd="0" destOrd="0" presId="urn:microsoft.com/office/officeart/2005/8/layout/bProcess4"/>
    <dgm:cxn modelId="{744535DC-01DD-B142-A1CB-6A11CF64B970}" type="presParOf" srcId="{8DBF972D-5ABD-194D-B038-E73C236B4796}" destId="{8BCBF203-D278-8647-9001-12567739D5D3}" srcOrd="0" destOrd="0" presId="urn:microsoft.com/office/officeart/2005/8/layout/bProcess4"/>
    <dgm:cxn modelId="{82389257-1F8E-744A-B1FF-E63143BFAF17}" type="presParOf" srcId="{8DBF972D-5ABD-194D-B038-E73C236B4796}" destId="{91A4869E-95C1-654B-9E8A-9326BD5F642C}" srcOrd="1" destOrd="0" presId="urn:microsoft.com/office/officeart/2005/8/layout/bProcess4"/>
    <dgm:cxn modelId="{9A988CBA-36EC-AE42-96C2-25615452D169}" type="presParOf" srcId="{A922B5E0-7505-6244-BCA3-D5ADD33C6A52}" destId="{105739E8-E6F4-A240-9975-7F314E5EF37B}" srcOrd="1" destOrd="0" presId="urn:microsoft.com/office/officeart/2005/8/layout/bProcess4"/>
    <dgm:cxn modelId="{9763B847-2AAD-BD46-AB08-4096FC517AA2}" type="presParOf" srcId="{A922B5E0-7505-6244-BCA3-D5ADD33C6A52}" destId="{AF0CC635-A284-714D-8233-0A20304AC546}" srcOrd="2" destOrd="0" presId="urn:microsoft.com/office/officeart/2005/8/layout/bProcess4"/>
    <dgm:cxn modelId="{081B87C3-1596-734E-8430-7B7B1EB1E974}" type="presParOf" srcId="{AF0CC635-A284-714D-8233-0A20304AC546}" destId="{528D2851-666A-4F42-9FEA-5B6F686642BD}" srcOrd="0" destOrd="0" presId="urn:microsoft.com/office/officeart/2005/8/layout/bProcess4"/>
    <dgm:cxn modelId="{BB12D273-B086-1647-9F35-E4F043AE918D}" type="presParOf" srcId="{AF0CC635-A284-714D-8233-0A20304AC546}" destId="{D7FA0444-965A-F64E-BDA7-D8962C13E086}" srcOrd="1" destOrd="0" presId="urn:microsoft.com/office/officeart/2005/8/layout/bProcess4"/>
    <dgm:cxn modelId="{50FA7113-1A78-4841-B68F-1D850E5BA7E7}" type="presParOf" srcId="{A922B5E0-7505-6244-BCA3-D5ADD33C6A52}" destId="{5B6253A2-150A-794B-A248-2294D782F826}" srcOrd="3" destOrd="0" presId="urn:microsoft.com/office/officeart/2005/8/layout/bProcess4"/>
    <dgm:cxn modelId="{D4578699-6693-F74D-8838-37FCE604597D}" type="presParOf" srcId="{A922B5E0-7505-6244-BCA3-D5ADD33C6A52}" destId="{0B74AF64-73F7-B14F-9643-319797296F77}" srcOrd="4" destOrd="0" presId="urn:microsoft.com/office/officeart/2005/8/layout/bProcess4"/>
    <dgm:cxn modelId="{AFAC9FE0-0149-004F-933E-104725C84C93}" type="presParOf" srcId="{0B74AF64-73F7-B14F-9643-319797296F77}" destId="{0FFDA4A6-EC8C-DF41-8167-E5823E37B5A8}" srcOrd="0" destOrd="0" presId="urn:microsoft.com/office/officeart/2005/8/layout/bProcess4"/>
    <dgm:cxn modelId="{C2124B63-EBEB-6949-BD9D-A05029A06D0A}" type="presParOf" srcId="{0B74AF64-73F7-B14F-9643-319797296F77}" destId="{4314A240-5072-7F47-BFB2-3FFC78BCC542}" srcOrd="1" destOrd="0" presId="urn:microsoft.com/office/officeart/2005/8/layout/bProcess4"/>
    <dgm:cxn modelId="{D65068BF-A192-C04A-AD44-49A2C67A1896}" type="presParOf" srcId="{A922B5E0-7505-6244-BCA3-D5ADD33C6A52}" destId="{41E0906B-5BAE-9049-BCE7-8513F1F0F281}" srcOrd="5" destOrd="0" presId="urn:microsoft.com/office/officeart/2005/8/layout/bProcess4"/>
    <dgm:cxn modelId="{02796C76-BC2D-EE42-964A-5CFC287405DA}" type="presParOf" srcId="{A922B5E0-7505-6244-BCA3-D5ADD33C6A52}" destId="{58164AFF-A02E-2A45-B441-07A3C24F5C0D}" srcOrd="6" destOrd="0" presId="urn:microsoft.com/office/officeart/2005/8/layout/bProcess4"/>
    <dgm:cxn modelId="{34563526-551A-FF4A-A7C5-7CD32D15BE95}" type="presParOf" srcId="{58164AFF-A02E-2A45-B441-07A3C24F5C0D}" destId="{E694CD47-5AB3-5A49-AE92-5B0F956661A2}" srcOrd="0" destOrd="0" presId="urn:microsoft.com/office/officeart/2005/8/layout/bProcess4"/>
    <dgm:cxn modelId="{7FD6EB3D-E2DF-014C-9F47-C0D22628A044}" type="presParOf" srcId="{58164AFF-A02E-2A45-B441-07A3C24F5C0D}" destId="{25BDC9CA-AF6B-D94D-BC3E-CBF8CC9AA786}" srcOrd="1" destOrd="0" presId="urn:microsoft.com/office/officeart/2005/8/layout/bProcess4"/>
    <dgm:cxn modelId="{13CA9C22-BE81-B544-86FC-2B2FC5BA2C13}" type="presParOf" srcId="{A922B5E0-7505-6244-BCA3-D5ADD33C6A52}" destId="{C6531BBD-2704-7B4D-899D-8BF657F784B1}" srcOrd="7" destOrd="0" presId="urn:microsoft.com/office/officeart/2005/8/layout/bProcess4"/>
    <dgm:cxn modelId="{61189191-E2D1-5245-8A83-48C75E4F5982}" type="presParOf" srcId="{A922B5E0-7505-6244-BCA3-D5ADD33C6A52}" destId="{CA782CE9-19BC-004D-9440-FD4C1E619595}" srcOrd="8" destOrd="0" presId="urn:microsoft.com/office/officeart/2005/8/layout/bProcess4"/>
    <dgm:cxn modelId="{B85EA42F-3241-C347-B3A6-29ED758725B7}" type="presParOf" srcId="{CA782CE9-19BC-004D-9440-FD4C1E619595}" destId="{6D3697B5-5622-F74F-ACF3-B06D9E28C720}" srcOrd="0" destOrd="0" presId="urn:microsoft.com/office/officeart/2005/8/layout/bProcess4"/>
    <dgm:cxn modelId="{74E2ABCE-7029-7941-B250-B7964BC6DE04}" type="presParOf" srcId="{CA782CE9-19BC-004D-9440-FD4C1E619595}" destId="{468D6867-0E04-1147-8DF5-4F1167169CD5}" srcOrd="1" destOrd="0" presId="urn:microsoft.com/office/officeart/2005/8/layout/bProcess4"/>
    <dgm:cxn modelId="{2B1D9095-2C4D-7C40-978C-568450FDB978}" type="presParOf" srcId="{A922B5E0-7505-6244-BCA3-D5ADD33C6A52}" destId="{A17DE507-8745-C749-82A9-A978BAE4CDB6}" srcOrd="9" destOrd="0" presId="urn:microsoft.com/office/officeart/2005/8/layout/bProcess4"/>
    <dgm:cxn modelId="{F8C758E7-B506-484B-B3A1-C610C872BFDC}" type="presParOf" srcId="{A922B5E0-7505-6244-BCA3-D5ADD33C6A52}" destId="{6C4575B8-A45C-CA45-8847-7C3A43D79644}" srcOrd="10" destOrd="0" presId="urn:microsoft.com/office/officeart/2005/8/layout/bProcess4"/>
    <dgm:cxn modelId="{0C93580F-5141-5F49-B77F-4381763407D5}" type="presParOf" srcId="{6C4575B8-A45C-CA45-8847-7C3A43D79644}" destId="{10E9BA04-C319-6D4F-82BF-C8301989664B}" srcOrd="0" destOrd="0" presId="urn:microsoft.com/office/officeart/2005/8/layout/bProcess4"/>
    <dgm:cxn modelId="{CD8064DB-4C3F-4741-A029-CCE5954279FD}" type="presParOf" srcId="{6C4575B8-A45C-CA45-8847-7C3A43D79644}" destId="{5607683C-A421-4A45-A0A2-2B65C83FE110}" srcOrd="1" destOrd="0" presId="urn:microsoft.com/office/officeart/2005/8/layout/bProcess4"/>
    <dgm:cxn modelId="{86D1B7AF-7EF1-064B-A96B-7C507BA4EBD6}" type="presParOf" srcId="{A922B5E0-7505-6244-BCA3-D5ADD33C6A52}" destId="{765A3A90-CCFE-854C-98DA-10B379BF814E}" srcOrd="11" destOrd="0" presId="urn:microsoft.com/office/officeart/2005/8/layout/bProcess4"/>
    <dgm:cxn modelId="{ADE98529-9F58-BE4B-9380-6310DEEEF639}" type="presParOf" srcId="{A922B5E0-7505-6244-BCA3-D5ADD33C6A52}" destId="{221F3B02-D051-364F-A756-95210274CE5C}" srcOrd="12" destOrd="0" presId="urn:microsoft.com/office/officeart/2005/8/layout/bProcess4"/>
    <dgm:cxn modelId="{5C1F7BCF-72D9-2A4C-9F65-E498A9656C72}" type="presParOf" srcId="{221F3B02-D051-364F-A756-95210274CE5C}" destId="{8DD2D149-2B23-9646-937B-03585EA0E457}" srcOrd="0" destOrd="0" presId="urn:microsoft.com/office/officeart/2005/8/layout/bProcess4"/>
    <dgm:cxn modelId="{F191BFB7-557C-ED45-9001-75A8ADA649C0}" type="presParOf" srcId="{221F3B02-D051-364F-A756-95210274CE5C}" destId="{CEE2D932-5A9F-6045-9164-EF7C654B2DDF}" srcOrd="1" destOrd="0" presId="urn:microsoft.com/office/officeart/2005/8/layout/bProcess4"/>
    <dgm:cxn modelId="{D6DBDE38-612B-1048-9780-F9CE763B25F0}" type="presParOf" srcId="{A922B5E0-7505-6244-BCA3-D5ADD33C6A52}" destId="{58989A0F-E3DE-0A47-ADA5-4B3EE705E524}" srcOrd="13" destOrd="0" presId="urn:microsoft.com/office/officeart/2005/8/layout/bProcess4"/>
    <dgm:cxn modelId="{46AEF7DD-4FD8-6244-9D5E-E2F07659A03E}" type="presParOf" srcId="{A922B5E0-7505-6244-BCA3-D5ADD33C6A52}" destId="{593715DB-1BF4-2242-BC6A-B4755B5FA9D5}" srcOrd="14" destOrd="0" presId="urn:microsoft.com/office/officeart/2005/8/layout/bProcess4"/>
    <dgm:cxn modelId="{A3762007-9061-414D-8410-B56D2ED60E40}" type="presParOf" srcId="{593715DB-1BF4-2242-BC6A-B4755B5FA9D5}" destId="{8FC595C1-BDD3-4A44-9EDC-82C5F941BF7D}" srcOrd="0" destOrd="0" presId="urn:microsoft.com/office/officeart/2005/8/layout/bProcess4"/>
    <dgm:cxn modelId="{C665693E-5707-7741-92EF-C4BBBC11454B}" type="presParOf" srcId="{593715DB-1BF4-2242-BC6A-B4755B5FA9D5}" destId="{D0ED7713-7430-0E4A-8492-E7501809CE27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3EA38A6-2D61-4621-83E7-5986ED1717EF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B3BE607-3157-4D62-A8DE-C1EF202138F4}">
      <dgm:prSet custT="1"/>
      <dgm:spPr/>
      <dgm:t>
        <a:bodyPr/>
        <a:lstStyle/>
        <a:p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∗ Intent: An efficient means to retrieve count summarizations of large data sets</a:t>
          </a:r>
        </a:p>
      </dgm:t>
    </dgm:pt>
    <dgm:pt modelId="{E07A1748-6829-4DB1-BCB7-612ACADE253F}" type="parTrans" cxnId="{64EE5551-48CB-468C-8D0F-C6E93CA972F2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5874874-6D1A-49A6-A40B-08CAAAD7527A}" type="sibTrans" cxnId="{64EE5551-48CB-468C-8D0F-C6E93CA972F2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E92AF72-82BA-46F6-BCDA-B4432B6B52F2}">
      <dgm:prSet custT="1"/>
      <dgm:spPr/>
      <dgm:t>
        <a:bodyPr/>
        <a:lstStyle/>
        <a:p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∗ Motivation</a:t>
          </a:r>
        </a:p>
      </dgm:t>
    </dgm:pt>
    <dgm:pt modelId="{F621E291-7D9C-4EAD-9E4E-B60E877C5423}" type="parTrans" cxnId="{99459351-ACA8-4314-8E6D-33840D2F60FC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57DFDCA-8BE5-425A-82B1-707B7E95004F}" type="sibTrans" cxnId="{99459351-ACA8-4314-8E6D-33840D2F60FC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C549EAB-1F2E-4A77-A217-4C39BBD071B3}">
      <dgm:prSet custT="1"/>
      <dgm:spPr/>
      <dgm:t>
        <a:bodyPr/>
        <a:lstStyle/>
        <a:p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∗	A count or summation can tell you a lot about your data as a whole</a:t>
          </a:r>
        </a:p>
      </dgm:t>
    </dgm:pt>
    <dgm:pt modelId="{2A066272-1DC3-41BE-A9F9-267647015F95}" type="parTrans" cxnId="{6F9E205B-16C5-461A-8F2F-B3E06B691FBD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0E63335-A1EE-49D0-B8F0-BA0BAA3F6747}" type="sibTrans" cxnId="{6F9E205B-16C5-461A-8F2F-B3E06B691FBD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D3231B3-809D-4792-9DD8-9CE0CF526812}">
      <dgm:prSet custT="1"/>
      <dgm:spPr/>
      <dgm:t>
        <a:bodyPr/>
        <a:lstStyle/>
        <a:p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∗	Simply use the framework’s counters à no reduce phase and no summation</a:t>
          </a:r>
        </a:p>
      </dgm:t>
    </dgm:pt>
    <dgm:pt modelId="{621AFDCA-746C-4084-85C1-E6DA798B60B5}" type="parTrans" cxnId="{762E8E01-29ED-4D20-9246-3A1A998B252B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46AB9B6-3CCB-4527-A940-AA5280220D56}" type="sibTrans" cxnId="{762E8E01-29ED-4D20-9246-3A1A998B252B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5B1F60B-1E19-48B4-B179-619D0C744861}">
      <dgm:prSet custT="1"/>
      <dgm:spPr/>
      <dgm:t>
        <a:bodyPr/>
        <a:lstStyle/>
        <a:p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∗ Applicability</a:t>
          </a:r>
        </a:p>
      </dgm:t>
    </dgm:pt>
    <dgm:pt modelId="{DF5F1204-E5B8-484F-838C-BFFAE51FC671}" type="parTrans" cxnId="{975C2D5F-46B5-4413-8052-3CCEB28B1B83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373F5EF-10F1-498A-988E-5E249830E69A}" type="sibTrans" cxnId="{975C2D5F-46B5-4413-8052-3CCEB28B1B83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926BDEE-27D3-4A72-AEF8-A6CC6BB0CB8F}">
      <dgm:prSet custT="1"/>
      <dgm:spPr/>
      <dgm:t>
        <a:bodyPr/>
        <a:lstStyle/>
        <a:p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∗	You have a desire to gather counts or summations over large data sets</a:t>
          </a:r>
        </a:p>
      </dgm:t>
    </dgm:pt>
    <dgm:pt modelId="{D8E702EE-EAD1-4F8F-A1CC-4235128EA160}" type="parTrans" cxnId="{40B68584-6A7D-4299-9E79-1DB74268F453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18957B0-4C67-4E79-AD2B-9AE159BB1BDF}" type="sibTrans" cxnId="{40B68584-6A7D-4299-9E79-1DB74268F453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6651C3E-CAF1-47F4-ABA8-F0C3A849BA77}">
      <dgm:prSet custT="1"/>
      <dgm:spPr/>
      <dgm:t>
        <a:bodyPr/>
        <a:lstStyle/>
        <a:p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∗	The number of counters you are going to create is small</a:t>
          </a:r>
        </a:p>
      </dgm:t>
    </dgm:pt>
    <dgm:pt modelId="{25F661F8-02FA-42AE-9082-CF4EBE95EB17}" type="parTrans" cxnId="{66E49AE9-E730-4E6B-8DAF-92C729074CD1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D2094B0-A00C-41C2-BBAC-241B3595CA0C}" type="sibTrans" cxnId="{66E49AE9-E730-4E6B-8DAF-92C729074CD1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12576FE-F451-EC4D-B88F-11979D4D66AE}" type="pres">
      <dgm:prSet presAssocID="{F3EA38A6-2D61-4621-83E7-5986ED1717EF}" presName="linear" presStyleCnt="0">
        <dgm:presLayoutVars>
          <dgm:animLvl val="lvl"/>
          <dgm:resizeHandles val="exact"/>
        </dgm:presLayoutVars>
      </dgm:prSet>
      <dgm:spPr/>
    </dgm:pt>
    <dgm:pt modelId="{DEF5E4E8-F822-5E4D-B913-C8B67D15FE25}" type="pres">
      <dgm:prSet presAssocID="{6B3BE607-3157-4D62-A8DE-C1EF202138F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0C28747-1052-544D-80E1-897509E37F9D}" type="pres">
      <dgm:prSet presAssocID="{C5874874-6D1A-49A6-A40B-08CAAAD7527A}" presName="spacer" presStyleCnt="0"/>
      <dgm:spPr/>
    </dgm:pt>
    <dgm:pt modelId="{BD839A82-FA69-3245-8E42-626FD211BC08}" type="pres">
      <dgm:prSet presAssocID="{3E92AF72-82BA-46F6-BCDA-B4432B6B52F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0305A03-366B-624F-B398-3E1170C97299}" type="pres">
      <dgm:prSet presAssocID="{3E92AF72-82BA-46F6-BCDA-B4432B6B52F2}" presName="childText" presStyleLbl="revTx" presStyleIdx="0" presStyleCnt="2">
        <dgm:presLayoutVars>
          <dgm:bulletEnabled val="1"/>
        </dgm:presLayoutVars>
      </dgm:prSet>
      <dgm:spPr/>
    </dgm:pt>
    <dgm:pt modelId="{E5B800E7-3BDF-EB45-A8BD-E817B32468E4}" type="pres">
      <dgm:prSet presAssocID="{55B1F60B-1E19-48B4-B179-619D0C74486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2704D520-6F8B-CC40-953B-D9AF6BECF349}" type="pres">
      <dgm:prSet presAssocID="{55B1F60B-1E19-48B4-B179-619D0C744861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762E8E01-29ED-4D20-9246-3A1A998B252B}" srcId="{3E92AF72-82BA-46F6-BCDA-B4432B6B52F2}" destId="{DD3231B3-809D-4792-9DD8-9CE0CF526812}" srcOrd="1" destOrd="0" parTransId="{621AFDCA-746C-4084-85C1-E6DA798B60B5}" sibTransId="{C46AB9B6-3CCB-4527-A940-AA5280220D56}"/>
    <dgm:cxn modelId="{073ABE06-5B4D-AA4E-9A95-6152C3C8E344}" type="presOf" srcId="{6B3BE607-3157-4D62-A8DE-C1EF202138F4}" destId="{DEF5E4E8-F822-5E4D-B913-C8B67D15FE25}" srcOrd="0" destOrd="0" presId="urn:microsoft.com/office/officeart/2005/8/layout/vList2"/>
    <dgm:cxn modelId="{98CA0413-5F39-F141-8124-6F54C3134BC7}" type="presOf" srcId="{DD3231B3-809D-4792-9DD8-9CE0CF526812}" destId="{F0305A03-366B-624F-B398-3E1170C97299}" srcOrd="0" destOrd="1" presId="urn:microsoft.com/office/officeart/2005/8/layout/vList2"/>
    <dgm:cxn modelId="{64EE5551-48CB-468C-8D0F-C6E93CA972F2}" srcId="{F3EA38A6-2D61-4621-83E7-5986ED1717EF}" destId="{6B3BE607-3157-4D62-A8DE-C1EF202138F4}" srcOrd="0" destOrd="0" parTransId="{E07A1748-6829-4DB1-BCB7-612ACADE253F}" sibTransId="{C5874874-6D1A-49A6-A40B-08CAAAD7527A}"/>
    <dgm:cxn modelId="{99459351-ACA8-4314-8E6D-33840D2F60FC}" srcId="{F3EA38A6-2D61-4621-83E7-5986ED1717EF}" destId="{3E92AF72-82BA-46F6-BCDA-B4432B6B52F2}" srcOrd="1" destOrd="0" parTransId="{F621E291-7D9C-4EAD-9E4E-B60E877C5423}" sibTransId="{357DFDCA-8BE5-425A-82B1-707B7E95004F}"/>
    <dgm:cxn modelId="{4C2B7B58-303E-614C-8348-1FFC853DBF0F}" type="presOf" srcId="{3E92AF72-82BA-46F6-BCDA-B4432B6B52F2}" destId="{BD839A82-FA69-3245-8E42-626FD211BC08}" srcOrd="0" destOrd="0" presId="urn:microsoft.com/office/officeart/2005/8/layout/vList2"/>
    <dgm:cxn modelId="{6F9E205B-16C5-461A-8F2F-B3E06B691FBD}" srcId="{3E92AF72-82BA-46F6-BCDA-B4432B6B52F2}" destId="{FC549EAB-1F2E-4A77-A217-4C39BBD071B3}" srcOrd="0" destOrd="0" parTransId="{2A066272-1DC3-41BE-A9F9-267647015F95}" sibTransId="{00E63335-A1EE-49D0-B8F0-BA0BAA3F6747}"/>
    <dgm:cxn modelId="{97714A5D-C172-6B4E-9956-13524E25C57C}" type="presOf" srcId="{F3EA38A6-2D61-4621-83E7-5986ED1717EF}" destId="{B12576FE-F451-EC4D-B88F-11979D4D66AE}" srcOrd="0" destOrd="0" presId="urn:microsoft.com/office/officeart/2005/8/layout/vList2"/>
    <dgm:cxn modelId="{975C2D5F-46B5-4413-8052-3CCEB28B1B83}" srcId="{F3EA38A6-2D61-4621-83E7-5986ED1717EF}" destId="{55B1F60B-1E19-48B4-B179-619D0C744861}" srcOrd="2" destOrd="0" parTransId="{DF5F1204-E5B8-484F-838C-BFFAE51FC671}" sibTransId="{0373F5EF-10F1-498A-988E-5E249830E69A}"/>
    <dgm:cxn modelId="{615D3063-3D88-FD49-8092-01205B3FBFA6}" type="presOf" srcId="{55B1F60B-1E19-48B4-B179-619D0C744861}" destId="{E5B800E7-3BDF-EB45-A8BD-E817B32468E4}" srcOrd="0" destOrd="0" presId="urn:microsoft.com/office/officeart/2005/8/layout/vList2"/>
    <dgm:cxn modelId="{40B68584-6A7D-4299-9E79-1DB74268F453}" srcId="{55B1F60B-1E19-48B4-B179-619D0C744861}" destId="{6926BDEE-27D3-4A72-AEF8-A6CC6BB0CB8F}" srcOrd="0" destOrd="0" parTransId="{D8E702EE-EAD1-4F8F-A1CC-4235128EA160}" sibTransId="{E18957B0-4C67-4E79-AD2B-9AE159BB1BDF}"/>
    <dgm:cxn modelId="{916C43B0-6CF2-824C-A7D1-C20F48F9CAF9}" type="presOf" srcId="{46651C3E-CAF1-47F4-ABA8-F0C3A849BA77}" destId="{2704D520-6F8B-CC40-953B-D9AF6BECF349}" srcOrd="0" destOrd="1" presId="urn:microsoft.com/office/officeart/2005/8/layout/vList2"/>
    <dgm:cxn modelId="{66E49AE9-E730-4E6B-8DAF-92C729074CD1}" srcId="{55B1F60B-1E19-48B4-B179-619D0C744861}" destId="{46651C3E-CAF1-47F4-ABA8-F0C3A849BA77}" srcOrd="1" destOrd="0" parTransId="{25F661F8-02FA-42AE-9082-CF4EBE95EB17}" sibTransId="{1D2094B0-A00C-41C2-BBAC-241B3595CA0C}"/>
    <dgm:cxn modelId="{810631F7-9D25-FD42-B0F2-0544A50A69F4}" type="presOf" srcId="{6926BDEE-27D3-4A72-AEF8-A6CC6BB0CB8F}" destId="{2704D520-6F8B-CC40-953B-D9AF6BECF349}" srcOrd="0" destOrd="0" presId="urn:microsoft.com/office/officeart/2005/8/layout/vList2"/>
    <dgm:cxn modelId="{F0C4CDFE-B848-934D-9FFD-B419BBFA107B}" type="presOf" srcId="{FC549EAB-1F2E-4A77-A217-4C39BBD071B3}" destId="{F0305A03-366B-624F-B398-3E1170C97299}" srcOrd="0" destOrd="0" presId="urn:microsoft.com/office/officeart/2005/8/layout/vList2"/>
    <dgm:cxn modelId="{CD28104C-7041-F14B-AABF-E3D571311BBE}" type="presParOf" srcId="{B12576FE-F451-EC4D-B88F-11979D4D66AE}" destId="{DEF5E4E8-F822-5E4D-B913-C8B67D15FE25}" srcOrd="0" destOrd="0" presId="urn:microsoft.com/office/officeart/2005/8/layout/vList2"/>
    <dgm:cxn modelId="{481AFCCE-F1E3-0145-B21F-BD170485A116}" type="presParOf" srcId="{B12576FE-F451-EC4D-B88F-11979D4D66AE}" destId="{70C28747-1052-544D-80E1-897509E37F9D}" srcOrd="1" destOrd="0" presId="urn:microsoft.com/office/officeart/2005/8/layout/vList2"/>
    <dgm:cxn modelId="{0BBE0603-5D4F-4246-A90A-3A45F03F41EC}" type="presParOf" srcId="{B12576FE-F451-EC4D-B88F-11979D4D66AE}" destId="{BD839A82-FA69-3245-8E42-626FD211BC08}" srcOrd="2" destOrd="0" presId="urn:microsoft.com/office/officeart/2005/8/layout/vList2"/>
    <dgm:cxn modelId="{B127CD2B-1565-7549-9282-1D0783AEB845}" type="presParOf" srcId="{B12576FE-F451-EC4D-B88F-11979D4D66AE}" destId="{F0305A03-366B-624F-B398-3E1170C97299}" srcOrd="3" destOrd="0" presId="urn:microsoft.com/office/officeart/2005/8/layout/vList2"/>
    <dgm:cxn modelId="{F1C48B88-4ECE-8147-A4DA-E24387BF1EEB}" type="presParOf" srcId="{B12576FE-F451-EC4D-B88F-11979D4D66AE}" destId="{E5B800E7-3BDF-EB45-A8BD-E817B32468E4}" srcOrd="4" destOrd="0" presId="urn:microsoft.com/office/officeart/2005/8/layout/vList2"/>
    <dgm:cxn modelId="{7C720B47-0730-3145-83B0-C0076F4B0CA8}" type="presParOf" srcId="{B12576FE-F451-EC4D-B88F-11979D4D66AE}" destId="{2704D520-6F8B-CC40-953B-D9AF6BECF349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9EF1CB0-FEFE-47B2-A882-AEFCDD02FFFA}" type="doc">
      <dgm:prSet loTypeId="urn:microsoft.com/office/officeart/2005/8/layout/default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EDCCEE2-8C79-444B-9859-6089C5EFEB5A}">
      <dgm:prSet custT="1"/>
      <dgm:spPr/>
      <dgm:t>
        <a:bodyPr/>
        <a:lstStyle/>
        <a:p>
          <a:r>
            <a: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Consequences</a:t>
          </a:r>
        </a:p>
      </dgm:t>
    </dgm:pt>
    <dgm:pt modelId="{F5512C03-6C50-4CCA-98B7-C15EF1F3F9E4}" type="parTrans" cxnId="{1DC8BD8E-F840-4FFB-93D6-FE912FCB18C7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5330873-1DEF-4C65-8DB5-4DB5972A447C}" type="sibTrans" cxnId="{1DC8BD8E-F840-4FFB-93D6-FE912FCB18C7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AFBA4B4-852C-48F0-AED7-961D53468118}">
      <dgm:prSet custT="1"/>
      <dgm:spPr/>
      <dgm:t>
        <a:bodyPr/>
        <a:lstStyle/>
        <a:p>
          <a:r>
            <a: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the final output is a set of counters grabbed from the job framework (no actual output)</a:t>
          </a:r>
        </a:p>
      </dgm:t>
    </dgm:pt>
    <dgm:pt modelId="{9DD306E2-DBF3-4324-854E-72A2B599C62C}" type="parTrans" cxnId="{468D0430-8831-4BC2-8B73-30E7D943F7F1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71D25EB-FB09-43F7-A9AF-21AD0A2E345C}" type="sibTrans" cxnId="{468D0430-8831-4BC2-8B73-30E7D943F7F1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32D3275-2420-45C5-A324-79BE2AB209BE}">
      <dgm:prSet custT="1"/>
      <dgm:spPr/>
      <dgm:t>
        <a:bodyPr/>
        <a:lstStyle/>
        <a:p>
          <a:r>
            <a: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Known uses</a:t>
          </a:r>
        </a:p>
      </dgm:t>
    </dgm:pt>
    <dgm:pt modelId="{D50CC455-CEF7-401B-BD34-CEE58A6055BE}" type="parTrans" cxnId="{38EAB433-C28C-4BA0-9C7E-F5456818AC9B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F6EDFEB-A8CC-4FB1-872C-8349BA6CF2FB}" type="sibTrans" cxnId="{38EAB433-C28C-4BA0-9C7E-F5456818AC9B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C01CBF1-CDA0-47F7-B593-95209C8FD232}">
      <dgm:prSet custT="1"/>
      <dgm:spPr/>
      <dgm:t>
        <a:bodyPr/>
        <a:lstStyle/>
        <a:p>
          <a:r>
            <a: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Count number of records (over a given time period)</a:t>
          </a:r>
        </a:p>
      </dgm:t>
    </dgm:pt>
    <dgm:pt modelId="{A3E34076-49FC-4F23-9E05-925E6A9845AF}" type="parTrans" cxnId="{F4BA0935-9769-42B7-838E-2EFD28E4BC5B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A890EAE-5659-4B1F-97D0-316B49454B8B}" type="sibTrans" cxnId="{F4BA0935-9769-42B7-838E-2EFD28E4BC5B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BB1F461-7B4F-467A-BD01-0B7B6C0EFBA1}">
      <dgm:prSet custT="1"/>
      <dgm:spPr/>
      <dgm:t>
        <a:bodyPr/>
        <a:lstStyle/>
        <a:p>
          <a:r>
            <a: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Count a small number of unique instances</a:t>
          </a:r>
        </a:p>
      </dgm:t>
    </dgm:pt>
    <dgm:pt modelId="{51212865-2704-483E-8618-2BDE31061C40}" type="parTrans" cxnId="{2D2A4139-3A5F-4D01-8620-437B4F0A75CF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FC1A8C3-E410-4763-BF25-E64D694A39FC}" type="sibTrans" cxnId="{2D2A4139-3A5F-4D01-8620-437B4F0A75CF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E52E973-B127-4BFC-AC07-5DD2A1D98624}">
      <dgm:prSet custT="1"/>
      <dgm:spPr/>
      <dgm:t>
        <a:bodyPr/>
        <a:lstStyle/>
        <a:p>
          <a:r>
            <a: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Counters can be used to sum fields of data together</a:t>
          </a:r>
        </a:p>
      </dgm:t>
    </dgm:pt>
    <dgm:pt modelId="{98A48211-F70F-473D-AE3D-805EC5932127}" type="parTrans" cxnId="{A824B98C-79A2-47AC-8882-A64593A666A7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047EEF9-6A76-4229-8BA1-33835B43842F}" type="sibTrans" cxnId="{A824B98C-79A2-47AC-8882-A64593A666A7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E5EDE46-9CC1-46D9-AFC5-E4A62044C72B}">
      <dgm:prSet custT="1"/>
      <dgm:spPr/>
      <dgm:t>
        <a:bodyPr/>
        <a:lstStyle/>
        <a:p>
          <a:r>
            <a: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Performance analysis</a:t>
          </a:r>
        </a:p>
      </dgm:t>
    </dgm:pt>
    <dgm:pt modelId="{ECD5AD94-4B3D-4518-8751-025F40A88D5B}" type="parTrans" cxnId="{D2F0519A-92FF-43F2-88DB-0BEFF4679BF4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A1FE826-B5E7-4A7B-A59E-164FE209BC19}" type="sibTrans" cxnId="{D2F0519A-92FF-43F2-88DB-0BEFF4679BF4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0C1E7C4-5CB3-4467-BC9C-340D115AF08D}">
      <dgm:prSet custT="1"/>
      <dgm:spPr/>
      <dgm:t>
        <a:bodyPr/>
        <a:lstStyle/>
        <a:p>
          <a:r>
            <a: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Using counters is very fast, as data is simply read in through the mapper and no output is written</a:t>
          </a:r>
        </a:p>
      </dgm:t>
    </dgm:pt>
    <dgm:pt modelId="{E6A88853-8736-4C20-B791-37ABE98EF542}" type="parTrans" cxnId="{5806D040-8392-4FC2-9479-980AC078389B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4F63A04-D3B6-44BD-842E-6999514FFD37}" type="sibTrans" cxnId="{5806D040-8392-4FC2-9479-980AC078389B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561D8DB-D539-4917-9BE7-26A113022BD0}">
      <dgm:prSet custT="1"/>
      <dgm:spPr/>
      <dgm:t>
        <a:bodyPr/>
        <a:lstStyle/>
        <a:p>
          <a:r>
            <a: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Performance depends largely on the number of map tasks being executed and how much time it takes to process each record</a:t>
          </a:r>
        </a:p>
      </dgm:t>
    </dgm:pt>
    <dgm:pt modelId="{D5EB3198-ED29-49A9-B80D-C7112B1C6842}" type="parTrans" cxnId="{D157DBF2-39C4-4A9B-8A22-4D1AFBF503F5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61DED85-C79B-4C80-8B83-859C944A0D31}" type="sibTrans" cxnId="{D157DBF2-39C4-4A9B-8A22-4D1AFBF503F5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6EFA35A-63DC-0A45-B0FA-25E59B71F10A}" type="pres">
      <dgm:prSet presAssocID="{49EF1CB0-FEFE-47B2-A882-AEFCDD02FFFA}" presName="diagram" presStyleCnt="0">
        <dgm:presLayoutVars>
          <dgm:dir/>
          <dgm:resizeHandles val="exact"/>
        </dgm:presLayoutVars>
      </dgm:prSet>
      <dgm:spPr/>
    </dgm:pt>
    <dgm:pt modelId="{75A2DAEC-EB0D-CA4E-B0CD-3E3A320D8ADD}" type="pres">
      <dgm:prSet presAssocID="{4EDCCEE2-8C79-444B-9859-6089C5EFEB5A}" presName="node" presStyleLbl="node1" presStyleIdx="0" presStyleCnt="3">
        <dgm:presLayoutVars>
          <dgm:bulletEnabled val="1"/>
        </dgm:presLayoutVars>
      </dgm:prSet>
      <dgm:spPr/>
    </dgm:pt>
    <dgm:pt modelId="{C39EF05D-3F66-1A48-B9C3-46DA3D4A4888}" type="pres">
      <dgm:prSet presAssocID="{C5330873-1DEF-4C65-8DB5-4DB5972A447C}" presName="sibTrans" presStyleCnt="0"/>
      <dgm:spPr/>
    </dgm:pt>
    <dgm:pt modelId="{A7E05966-D682-5E4C-8932-B7FAE8C03B7E}" type="pres">
      <dgm:prSet presAssocID="{A32D3275-2420-45C5-A324-79BE2AB209BE}" presName="node" presStyleLbl="node1" presStyleIdx="1" presStyleCnt="3">
        <dgm:presLayoutVars>
          <dgm:bulletEnabled val="1"/>
        </dgm:presLayoutVars>
      </dgm:prSet>
      <dgm:spPr/>
    </dgm:pt>
    <dgm:pt modelId="{8A7ECD36-B654-FD4B-8F4F-2A9BEB72E750}" type="pres">
      <dgm:prSet presAssocID="{6F6EDFEB-A8CC-4FB1-872C-8349BA6CF2FB}" presName="sibTrans" presStyleCnt="0"/>
      <dgm:spPr/>
    </dgm:pt>
    <dgm:pt modelId="{F17DA403-B052-BB46-8E29-12C113743751}" type="pres">
      <dgm:prSet presAssocID="{5E5EDE46-9CC1-46D9-AFC5-E4A62044C72B}" presName="node" presStyleLbl="node1" presStyleIdx="2" presStyleCnt="3">
        <dgm:presLayoutVars>
          <dgm:bulletEnabled val="1"/>
        </dgm:presLayoutVars>
      </dgm:prSet>
      <dgm:spPr/>
    </dgm:pt>
  </dgm:ptLst>
  <dgm:cxnLst>
    <dgm:cxn modelId="{8DA4BC13-F0E0-244B-BBE8-AEB0F10873D2}" type="presOf" srcId="{A32D3275-2420-45C5-A324-79BE2AB209BE}" destId="{A7E05966-D682-5E4C-8932-B7FAE8C03B7E}" srcOrd="0" destOrd="0" presId="urn:microsoft.com/office/officeart/2005/8/layout/default"/>
    <dgm:cxn modelId="{468D0430-8831-4BC2-8B73-30E7D943F7F1}" srcId="{4EDCCEE2-8C79-444B-9859-6089C5EFEB5A}" destId="{1AFBA4B4-852C-48F0-AED7-961D53468118}" srcOrd="0" destOrd="0" parTransId="{9DD306E2-DBF3-4324-854E-72A2B599C62C}" sibTransId="{471D25EB-FB09-43F7-A9AF-21AD0A2E345C}"/>
    <dgm:cxn modelId="{38EAB433-C28C-4BA0-9C7E-F5456818AC9B}" srcId="{49EF1CB0-FEFE-47B2-A882-AEFCDD02FFFA}" destId="{A32D3275-2420-45C5-A324-79BE2AB209BE}" srcOrd="1" destOrd="0" parTransId="{D50CC455-CEF7-401B-BD34-CEE58A6055BE}" sibTransId="{6F6EDFEB-A8CC-4FB1-872C-8349BA6CF2FB}"/>
    <dgm:cxn modelId="{F4BA0935-9769-42B7-838E-2EFD28E4BC5B}" srcId="{A32D3275-2420-45C5-A324-79BE2AB209BE}" destId="{EC01CBF1-CDA0-47F7-B593-95209C8FD232}" srcOrd="0" destOrd="0" parTransId="{A3E34076-49FC-4F23-9E05-925E6A9845AF}" sibTransId="{6A890EAE-5659-4B1F-97D0-316B49454B8B}"/>
    <dgm:cxn modelId="{2D2A4139-3A5F-4D01-8620-437B4F0A75CF}" srcId="{A32D3275-2420-45C5-A324-79BE2AB209BE}" destId="{3BB1F461-7B4F-467A-BD01-0B7B6C0EFBA1}" srcOrd="1" destOrd="0" parTransId="{51212865-2704-483E-8618-2BDE31061C40}" sibTransId="{1FC1A8C3-E410-4763-BF25-E64D694A39FC}"/>
    <dgm:cxn modelId="{5806D040-8392-4FC2-9479-980AC078389B}" srcId="{5E5EDE46-9CC1-46D9-AFC5-E4A62044C72B}" destId="{E0C1E7C4-5CB3-4467-BC9C-340D115AF08D}" srcOrd="0" destOrd="0" parTransId="{E6A88853-8736-4C20-B791-37ABE98EF542}" sibTransId="{54F63A04-D3B6-44BD-842E-6999514FFD37}"/>
    <dgm:cxn modelId="{AD320149-30CB-9D4D-AE78-173033FCAE90}" type="presOf" srcId="{49EF1CB0-FEFE-47B2-A882-AEFCDD02FFFA}" destId="{76EFA35A-63DC-0A45-B0FA-25E59B71F10A}" srcOrd="0" destOrd="0" presId="urn:microsoft.com/office/officeart/2005/8/layout/default"/>
    <dgm:cxn modelId="{21C9B54D-22A3-644B-BE41-224E38F3514B}" type="presOf" srcId="{5E5EDE46-9CC1-46D9-AFC5-E4A62044C72B}" destId="{F17DA403-B052-BB46-8E29-12C113743751}" srcOrd="0" destOrd="0" presId="urn:microsoft.com/office/officeart/2005/8/layout/default"/>
    <dgm:cxn modelId="{FE13E660-6A11-F340-813A-C306AA19B73E}" type="presOf" srcId="{9561D8DB-D539-4917-9BE7-26A113022BD0}" destId="{F17DA403-B052-BB46-8E29-12C113743751}" srcOrd="0" destOrd="2" presId="urn:microsoft.com/office/officeart/2005/8/layout/default"/>
    <dgm:cxn modelId="{A824B98C-79A2-47AC-8882-A64593A666A7}" srcId="{A32D3275-2420-45C5-A324-79BE2AB209BE}" destId="{BE52E973-B127-4BFC-AC07-5DD2A1D98624}" srcOrd="2" destOrd="0" parTransId="{98A48211-F70F-473D-AE3D-805EC5932127}" sibTransId="{D047EEF9-6A76-4229-8BA1-33835B43842F}"/>
    <dgm:cxn modelId="{1DC8BD8E-F840-4FFB-93D6-FE912FCB18C7}" srcId="{49EF1CB0-FEFE-47B2-A882-AEFCDD02FFFA}" destId="{4EDCCEE2-8C79-444B-9859-6089C5EFEB5A}" srcOrd="0" destOrd="0" parTransId="{F5512C03-6C50-4CCA-98B7-C15EF1F3F9E4}" sibTransId="{C5330873-1DEF-4C65-8DB5-4DB5972A447C}"/>
    <dgm:cxn modelId="{DB8F9F92-B26A-E347-A6D4-9F9EB7888344}" type="presOf" srcId="{1AFBA4B4-852C-48F0-AED7-961D53468118}" destId="{75A2DAEC-EB0D-CA4E-B0CD-3E3A320D8ADD}" srcOrd="0" destOrd="1" presId="urn:microsoft.com/office/officeart/2005/8/layout/default"/>
    <dgm:cxn modelId="{D27FE493-7CAF-B046-B67B-7815DDE82C3E}" type="presOf" srcId="{E0C1E7C4-5CB3-4467-BC9C-340D115AF08D}" destId="{F17DA403-B052-BB46-8E29-12C113743751}" srcOrd="0" destOrd="1" presId="urn:microsoft.com/office/officeart/2005/8/layout/default"/>
    <dgm:cxn modelId="{D2F0519A-92FF-43F2-88DB-0BEFF4679BF4}" srcId="{49EF1CB0-FEFE-47B2-A882-AEFCDD02FFFA}" destId="{5E5EDE46-9CC1-46D9-AFC5-E4A62044C72B}" srcOrd="2" destOrd="0" parTransId="{ECD5AD94-4B3D-4518-8751-025F40A88D5B}" sibTransId="{5A1FE826-B5E7-4A7B-A59E-164FE209BC19}"/>
    <dgm:cxn modelId="{F7A148B7-EEEE-4C48-A015-13BC79AE1D38}" type="presOf" srcId="{3BB1F461-7B4F-467A-BD01-0B7B6C0EFBA1}" destId="{A7E05966-D682-5E4C-8932-B7FAE8C03B7E}" srcOrd="0" destOrd="2" presId="urn:microsoft.com/office/officeart/2005/8/layout/default"/>
    <dgm:cxn modelId="{798328DC-E0E3-0048-B4D4-EDB7CDB8F548}" type="presOf" srcId="{EC01CBF1-CDA0-47F7-B593-95209C8FD232}" destId="{A7E05966-D682-5E4C-8932-B7FAE8C03B7E}" srcOrd="0" destOrd="1" presId="urn:microsoft.com/office/officeart/2005/8/layout/default"/>
    <dgm:cxn modelId="{969A3DE2-B2EA-CB43-B2C9-C9F8FA467954}" type="presOf" srcId="{BE52E973-B127-4BFC-AC07-5DD2A1D98624}" destId="{A7E05966-D682-5E4C-8932-B7FAE8C03B7E}" srcOrd="0" destOrd="3" presId="urn:microsoft.com/office/officeart/2005/8/layout/default"/>
    <dgm:cxn modelId="{D157DBF2-39C4-4A9B-8A22-4D1AFBF503F5}" srcId="{E0C1E7C4-5CB3-4467-BC9C-340D115AF08D}" destId="{9561D8DB-D539-4917-9BE7-26A113022BD0}" srcOrd="0" destOrd="0" parTransId="{D5EB3198-ED29-49A9-B80D-C7112B1C6842}" sibTransId="{761DED85-C79B-4C80-8B83-859C944A0D31}"/>
    <dgm:cxn modelId="{FA0630FA-C13F-674F-BD39-00BC6B764D90}" type="presOf" srcId="{4EDCCEE2-8C79-444B-9859-6089C5EFEB5A}" destId="{75A2DAEC-EB0D-CA4E-B0CD-3E3A320D8ADD}" srcOrd="0" destOrd="0" presId="urn:microsoft.com/office/officeart/2005/8/layout/default"/>
    <dgm:cxn modelId="{4590A66C-3753-2641-9A21-30B5EB737594}" type="presParOf" srcId="{76EFA35A-63DC-0A45-B0FA-25E59B71F10A}" destId="{75A2DAEC-EB0D-CA4E-B0CD-3E3A320D8ADD}" srcOrd="0" destOrd="0" presId="urn:microsoft.com/office/officeart/2005/8/layout/default"/>
    <dgm:cxn modelId="{90D3232C-565D-9741-A9B4-44742F0371BD}" type="presParOf" srcId="{76EFA35A-63DC-0A45-B0FA-25E59B71F10A}" destId="{C39EF05D-3F66-1A48-B9C3-46DA3D4A4888}" srcOrd="1" destOrd="0" presId="urn:microsoft.com/office/officeart/2005/8/layout/default"/>
    <dgm:cxn modelId="{0DA21CA1-9786-2442-A233-BE0E0929DB03}" type="presParOf" srcId="{76EFA35A-63DC-0A45-B0FA-25E59B71F10A}" destId="{A7E05966-D682-5E4C-8932-B7FAE8C03B7E}" srcOrd="2" destOrd="0" presId="urn:microsoft.com/office/officeart/2005/8/layout/default"/>
    <dgm:cxn modelId="{5DEA186D-5219-0547-9269-9FEC37F7F28A}" type="presParOf" srcId="{76EFA35A-63DC-0A45-B0FA-25E59B71F10A}" destId="{8A7ECD36-B654-FD4B-8F4F-2A9BEB72E750}" srcOrd="3" destOrd="0" presId="urn:microsoft.com/office/officeart/2005/8/layout/default"/>
    <dgm:cxn modelId="{315828E7-508A-3643-850C-24DA455D2BC9}" type="presParOf" srcId="{76EFA35A-63DC-0A45-B0FA-25E59B71F10A}" destId="{F17DA403-B052-BB46-8E29-12C113743751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1B198E9-A84B-4D10-A419-03DDAD7041D9}" type="doc">
      <dgm:prSet loTypeId="urn:microsoft.com/office/officeart/2005/8/layout/default" loCatId="list" qsTypeId="urn:microsoft.com/office/officeart/2005/8/quickstyle/simple5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8A18033-BB2F-4BA0-9D27-224D0DBD20D8}">
      <dgm:prSet custT="1"/>
      <dgm:spPr/>
      <dgm:t>
        <a:bodyPr/>
        <a:lstStyle/>
        <a:p>
          <a:r>
            <a:rPr lang="en-US" sz="2000">
              <a:latin typeface="Arial" panose="020B0604020202020204" pitchFamily="34" charset="0"/>
              <a:cs typeface="Arial" panose="020B0604020202020204" pitchFamily="34" charset="0"/>
            </a:rPr>
            <a:t>∗	Don’t change the actual records</a:t>
          </a:r>
        </a:p>
      </dgm:t>
    </dgm:pt>
    <dgm:pt modelId="{161A7540-71C3-4D4A-9E3B-E9EEC532C789}" type="parTrans" cxnId="{6B189BAB-69ED-4A5B-B125-A60846D41CC6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0165A7E-D0BC-46BC-953B-B9D2D4C0819D}" type="sibTrans" cxnId="{6B189BAB-69ED-4A5B-B125-A60846D41CC6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2C5A168-4590-467B-8584-2D80E09A6B04}">
      <dgm:prSet custT="1"/>
      <dgm:spPr/>
      <dgm:t>
        <a:bodyPr/>
        <a:lstStyle/>
        <a:p>
          <a:r>
            <a:rPr lang="en-US" sz="2000">
              <a:latin typeface="Arial" panose="020B0604020202020204" pitchFamily="34" charset="0"/>
              <a:cs typeface="Arial" panose="020B0604020202020204" pitchFamily="34" charset="0"/>
            </a:rPr>
            <a:t>∗	To understand a smaller piece of data</a:t>
          </a:r>
        </a:p>
      </dgm:t>
    </dgm:pt>
    <dgm:pt modelId="{3E3C92A6-4B57-4BED-9C32-9113E8B84B68}" type="parTrans" cxnId="{71ECF141-5214-4D0B-BD22-53BD92FA4BD5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967F5D3-CA61-46FE-A64B-9BC8E2C03434}" type="sibTrans" cxnId="{71ECF141-5214-4D0B-BD22-53BD92FA4BD5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A83FCA8-A2D2-43B8-8669-218CE3043AE7}">
      <dgm:prSet custT="1"/>
      <dgm:spPr/>
      <dgm:t>
        <a:bodyPr/>
        <a:lstStyle/>
        <a:p>
          <a:r>
            <a:rPr lang="en-US" sz="2000" dirty="0">
              <a:latin typeface="Arial" panose="020B0604020202020204" pitchFamily="34" charset="0"/>
              <a:cs typeface="Arial" panose="020B0604020202020204" pitchFamily="34" charset="0"/>
            </a:rPr>
            <a:t>∗	Find a subset of data, whether it be small, like a top-ten listing, or large, like the results of a deduplication</a:t>
          </a:r>
        </a:p>
      </dgm:t>
    </dgm:pt>
    <dgm:pt modelId="{751365EE-E865-479E-AD0E-CDEFE0241851}" type="parTrans" cxnId="{9229D962-4D2A-44AB-86A9-A202C81B1532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3B78195-C07E-4CA2-A8CC-CAE873D83946}" type="sibTrans" cxnId="{9229D962-4D2A-44AB-86A9-A202C81B1532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DCA10C9-E5F3-4EC1-872D-1B1F2857510E}">
      <dgm:prSet custT="1"/>
      <dgm:spPr/>
      <dgm:t>
        <a:bodyPr/>
        <a:lstStyle/>
        <a:p>
          <a:r>
            <a:rPr lang="en-US" sz="2000">
              <a:latin typeface="Arial" panose="020B0604020202020204" pitchFamily="34" charset="0"/>
              <a:cs typeface="Arial" panose="020B0604020202020204" pitchFamily="34" charset="0"/>
            </a:rPr>
            <a:t>∗	Patterns</a:t>
          </a:r>
        </a:p>
      </dgm:t>
    </dgm:pt>
    <dgm:pt modelId="{654DEF48-2FD9-48AA-98CB-1ABEEE752C6F}" type="parTrans" cxnId="{46BEB123-85D1-491E-883B-FC6CAAD49F8E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989F835-F089-46F6-AFB0-902C5171BA19}" type="sibTrans" cxnId="{46BEB123-85D1-491E-883B-FC6CAAD49F8E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48A5033-0D1A-48D3-8AC0-1953EB787C62}">
      <dgm:prSet custT="1"/>
      <dgm:spPr/>
      <dgm:t>
        <a:bodyPr/>
        <a:lstStyle/>
        <a:p>
          <a:r>
            <a:rPr lang="en-US" sz="2000">
              <a:latin typeface="Arial" panose="020B0604020202020204" pitchFamily="34" charset="0"/>
              <a:cs typeface="Arial" panose="020B0604020202020204" pitchFamily="34" charset="0"/>
            </a:rPr>
            <a:t>∗	Filtering</a:t>
          </a:r>
        </a:p>
      </dgm:t>
    </dgm:pt>
    <dgm:pt modelId="{E80F80CA-8D40-4651-A8DE-B0A25884AE8E}" type="parTrans" cxnId="{AFF7268E-FE3B-4B1A-8C59-6F6B22A0B942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E66EF2A-6789-4DEA-8152-BF2B8C78D793}" type="sibTrans" cxnId="{AFF7268E-FE3B-4B1A-8C59-6F6B22A0B942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8A94AA3-6D2F-4E1C-B9ED-586304710EFB}">
      <dgm:prSet custT="1"/>
      <dgm:spPr/>
      <dgm:t>
        <a:bodyPr/>
        <a:lstStyle/>
        <a:p>
          <a:r>
            <a:rPr lang="en-US" sz="2000">
              <a:latin typeface="Arial" panose="020B0604020202020204" pitchFamily="34" charset="0"/>
              <a:cs typeface="Arial" panose="020B0604020202020204" pitchFamily="34" charset="0"/>
            </a:rPr>
            <a:t>∗	Top Ten</a:t>
          </a:r>
        </a:p>
      </dgm:t>
    </dgm:pt>
    <dgm:pt modelId="{CD65051C-875E-4BE9-9C24-68A99EAF05BC}" type="parTrans" cxnId="{59E802AF-F18D-4B29-82FC-49B7F5F127C3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4D02ED8-1E43-4103-B269-6376EB5A7F79}" type="sibTrans" cxnId="{59E802AF-F18D-4B29-82FC-49B7F5F127C3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FD098A5-BDC1-4075-877B-E5C4A66E2237}">
      <dgm:prSet custT="1"/>
      <dgm:spPr/>
      <dgm:t>
        <a:bodyPr/>
        <a:lstStyle/>
        <a:p>
          <a:r>
            <a:rPr lang="en-US" sz="2000">
              <a:latin typeface="Arial" panose="020B0604020202020204" pitchFamily="34" charset="0"/>
              <a:cs typeface="Arial" panose="020B0604020202020204" pitchFamily="34" charset="0"/>
            </a:rPr>
            <a:t>∗	Distinct</a:t>
          </a:r>
        </a:p>
      </dgm:t>
    </dgm:pt>
    <dgm:pt modelId="{89BFD94D-22A4-4E54-9264-DB7753897802}" type="parTrans" cxnId="{DE27A649-124C-4E82-B731-88CE6983B8BB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59194AD-C830-4E6D-A1C4-03F1FB90B605}" type="sibTrans" cxnId="{DE27A649-124C-4E82-B731-88CE6983B8BB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82652B5-43A1-3649-B71A-D468888AB4C3}" type="pres">
      <dgm:prSet presAssocID="{31B198E9-A84B-4D10-A419-03DDAD7041D9}" presName="diagram" presStyleCnt="0">
        <dgm:presLayoutVars>
          <dgm:dir/>
          <dgm:resizeHandles val="exact"/>
        </dgm:presLayoutVars>
      </dgm:prSet>
      <dgm:spPr/>
    </dgm:pt>
    <dgm:pt modelId="{9171C6DF-385B-984C-8B71-6A35BDAD4DE7}" type="pres">
      <dgm:prSet presAssocID="{28A18033-BB2F-4BA0-9D27-224D0DBD20D8}" presName="node" presStyleLbl="node1" presStyleIdx="0" presStyleCnt="3">
        <dgm:presLayoutVars>
          <dgm:bulletEnabled val="1"/>
        </dgm:presLayoutVars>
      </dgm:prSet>
      <dgm:spPr/>
    </dgm:pt>
    <dgm:pt modelId="{332DC219-BB5C-924A-937B-86505B92B6F0}" type="pres">
      <dgm:prSet presAssocID="{00165A7E-D0BC-46BC-953B-B9D2D4C0819D}" presName="sibTrans" presStyleCnt="0"/>
      <dgm:spPr/>
    </dgm:pt>
    <dgm:pt modelId="{1449304D-158D-884B-B976-C92C84BEBF9A}" type="pres">
      <dgm:prSet presAssocID="{82C5A168-4590-467B-8584-2D80E09A6B04}" presName="node" presStyleLbl="node1" presStyleIdx="1" presStyleCnt="3">
        <dgm:presLayoutVars>
          <dgm:bulletEnabled val="1"/>
        </dgm:presLayoutVars>
      </dgm:prSet>
      <dgm:spPr/>
    </dgm:pt>
    <dgm:pt modelId="{8CA35B36-B2DD-F840-87FD-6BD73575B0F6}" type="pres">
      <dgm:prSet presAssocID="{F967F5D3-CA61-46FE-A64B-9BC8E2C03434}" presName="sibTrans" presStyleCnt="0"/>
      <dgm:spPr/>
    </dgm:pt>
    <dgm:pt modelId="{6D777501-F6DE-F44C-84D5-7FB7DE6B5538}" type="pres">
      <dgm:prSet presAssocID="{5DCA10C9-E5F3-4EC1-872D-1B1F2857510E}" presName="node" presStyleLbl="node1" presStyleIdx="2" presStyleCnt="3">
        <dgm:presLayoutVars>
          <dgm:bulletEnabled val="1"/>
        </dgm:presLayoutVars>
      </dgm:prSet>
      <dgm:spPr/>
    </dgm:pt>
  </dgm:ptLst>
  <dgm:cxnLst>
    <dgm:cxn modelId="{9C81ED02-A6C4-874D-BE26-095160ED11C9}" type="presOf" srcId="{5FD098A5-BDC1-4075-877B-E5C4A66E2237}" destId="{6D777501-F6DE-F44C-84D5-7FB7DE6B5538}" srcOrd="0" destOrd="3" presId="urn:microsoft.com/office/officeart/2005/8/layout/default"/>
    <dgm:cxn modelId="{AFA1DA11-19C8-C049-B9A6-28DB8204952A}" type="presOf" srcId="{5DCA10C9-E5F3-4EC1-872D-1B1F2857510E}" destId="{6D777501-F6DE-F44C-84D5-7FB7DE6B5538}" srcOrd="0" destOrd="0" presId="urn:microsoft.com/office/officeart/2005/8/layout/default"/>
    <dgm:cxn modelId="{22E29F13-0E51-7841-82E0-C9FD0875DCB3}" type="presOf" srcId="{88A94AA3-6D2F-4E1C-B9ED-586304710EFB}" destId="{6D777501-F6DE-F44C-84D5-7FB7DE6B5538}" srcOrd="0" destOrd="2" presId="urn:microsoft.com/office/officeart/2005/8/layout/default"/>
    <dgm:cxn modelId="{46BEB123-85D1-491E-883B-FC6CAAD49F8E}" srcId="{31B198E9-A84B-4D10-A419-03DDAD7041D9}" destId="{5DCA10C9-E5F3-4EC1-872D-1B1F2857510E}" srcOrd="2" destOrd="0" parTransId="{654DEF48-2FD9-48AA-98CB-1ABEEE752C6F}" sibTransId="{3989F835-F089-46F6-AFB0-902C5171BA19}"/>
    <dgm:cxn modelId="{A63FE028-87E0-7441-BDA3-000FE367652D}" type="presOf" srcId="{28A18033-BB2F-4BA0-9D27-224D0DBD20D8}" destId="{9171C6DF-385B-984C-8B71-6A35BDAD4DE7}" srcOrd="0" destOrd="0" presId="urn:microsoft.com/office/officeart/2005/8/layout/default"/>
    <dgm:cxn modelId="{71ECF141-5214-4D0B-BD22-53BD92FA4BD5}" srcId="{31B198E9-A84B-4D10-A419-03DDAD7041D9}" destId="{82C5A168-4590-467B-8584-2D80E09A6B04}" srcOrd="1" destOrd="0" parTransId="{3E3C92A6-4B57-4BED-9C32-9113E8B84B68}" sibTransId="{F967F5D3-CA61-46FE-A64B-9BC8E2C03434}"/>
    <dgm:cxn modelId="{5D17AD48-B732-6C49-A15A-586C012E7164}" type="presOf" srcId="{9A83FCA8-A2D2-43B8-8669-218CE3043AE7}" destId="{1449304D-158D-884B-B976-C92C84BEBF9A}" srcOrd="0" destOrd="1" presId="urn:microsoft.com/office/officeart/2005/8/layout/default"/>
    <dgm:cxn modelId="{DE27A649-124C-4E82-B731-88CE6983B8BB}" srcId="{5DCA10C9-E5F3-4EC1-872D-1B1F2857510E}" destId="{5FD098A5-BDC1-4075-877B-E5C4A66E2237}" srcOrd="2" destOrd="0" parTransId="{89BFD94D-22A4-4E54-9264-DB7753897802}" sibTransId="{C59194AD-C830-4E6D-A1C4-03F1FB90B605}"/>
    <dgm:cxn modelId="{3E383D54-4058-7441-98CA-53948CA43C09}" type="presOf" srcId="{648A5033-0D1A-48D3-8AC0-1953EB787C62}" destId="{6D777501-F6DE-F44C-84D5-7FB7DE6B5538}" srcOrd="0" destOrd="1" presId="urn:microsoft.com/office/officeart/2005/8/layout/default"/>
    <dgm:cxn modelId="{2BEC395E-A4F1-1B4C-9128-58AD653DAAE5}" type="presOf" srcId="{31B198E9-A84B-4D10-A419-03DDAD7041D9}" destId="{182652B5-43A1-3649-B71A-D468888AB4C3}" srcOrd="0" destOrd="0" presId="urn:microsoft.com/office/officeart/2005/8/layout/default"/>
    <dgm:cxn modelId="{9229D962-4D2A-44AB-86A9-A202C81B1532}" srcId="{82C5A168-4590-467B-8584-2D80E09A6B04}" destId="{9A83FCA8-A2D2-43B8-8669-218CE3043AE7}" srcOrd="0" destOrd="0" parTransId="{751365EE-E865-479E-AD0E-CDEFE0241851}" sibTransId="{F3B78195-C07E-4CA2-A8CC-CAE873D83946}"/>
    <dgm:cxn modelId="{AFF7268E-FE3B-4B1A-8C59-6F6B22A0B942}" srcId="{5DCA10C9-E5F3-4EC1-872D-1B1F2857510E}" destId="{648A5033-0D1A-48D3-8AC0-1953EB787C62}" srcOrd="0" destOrd="0" parTransId="{E80F80CA-8D40-4651-A8DE-B0A25884AE8E}" sibTransId="{EE66EF2A-6789-4DEA-8152-BF2B8C78D793}"/>
    <dgm:cxn modelId="{6B189BAB-69ED-4A5B-B125-A60846D41CC6}" srcId="{31B198E9-A84B-4D10-A419-03DDAD7041D9}" destId="{28A18033-BB2F-4BA0-9D27-224D0DBD20D8}" srcOrd="0" destOrd="0" parTransId="{161A7540-71C3-4D4A-9E3B-E9EEC532C789}" sibTransId="{00165A7E-D0BC-46BC-953B-B9D2D4C0819D}"/>
    <dgm:cxn modelId="{61D0E1AB-E0FF-444E-BDC3-C27920230F81}" type="presOf" srcId="{82C5A168-4590-467B-8584-2D80E09A6B04}" destId="{1449304D-158D-884B-B976-C92C84BEBF9A}" srcOrd="0" destOrd="0" presId="urn:microsoft.com/office/officeart/2005/8/layout/default"/>
    <dgm:cxn modelId="{59E802AF-F18D-4B29-82FC-49B7F5F127C3}" srcId="{5DCA10C9-E5F3-4EC1-872D-1B1F2857510E}" destId="{88A94AA3-6D2F-4E1C-B9ED-586304710EFB}" srcOrd="1" destOrd="0" parTransId="{CD65051C-875E-4BE9-9C24-68A99EAF05BC}" sibTransId="{D4D02ED8-1E43-4103-B269-6376EB5A7F79}"/>
    <dgm:cxn modelId="{5D1E30EF-B517-5B42-BA84-FF18A246B2F1}" type="presParOf" srcId="{182652B5-43A1-3649-B71A-D468888AB4C3}" destId="{9171C6DF-385B-984C-8B71-6A35BDAD4DE7}" srcOrd="0" destOrd="0" presId="urn:microsoft.com/office/officeart/2005/8/layout/default"/>
    <dgm:cxn modelId="{3A8591D8-BD44-A44C-98D3-BFB421F3D694}" type="presParOf" srcId="{182652B5-43A1-3649-B71A-D468888AB4C3}" destId="{332DC219-BB5C-924A-937B-86505B92B6F0}" srcOrd="1" destOrd="0" presId="urn:microsoft.com/office/officeart/2005/8/layout/default"/>
    <dgm:cxn modelId="{C44E3885-0D5A-5C47-A1AC-EC82AD4ADA0C}" type="presParOf" srcId="{182652B5-43A1-3649-B71A-D468888AB4C3}" destId="{1449304D-158D-884B-B976-C92C84BEBF9A}" srcOrd="2" destOrd="0" presId="urn:microsoft.com/office/officeart/2005/8/layout/default"/>
    <dgm:cxn modelId="{29499216-90CA-4C40-9E67-53A4975A4433}" type="presParOf" srcId="{182652B5-43A1-3649-B71A-D468888AB4C3}" destId="{8CA35B36-B2DD-F840-87FD-6BD73575B0F6}" srcOrd="3" destOrd="0" presId="urn:microsoft.com/office/officeart/2005/8/layout/default"/>
    <dgm:cxn modelId="{FDD7798F-7071-9844-927F-34F12D599298}" type="presParOf" srcId="{182652B5-43A1-3649-B71A-D468888AB4C3}" destId="{6D777501-F6DE-F44C-84D5-7FB7DE6B5538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87A1E7E-F783-456C-AF13-DFEAA5D9FFD8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E15CFE9-C774-4ECA-8254-ED82D32683C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∗ Intent: Filter out records that are not of interest</a:t>
          </a:r>
        </a:p>
      </dgm:t>
    </dgm:pt>
    <dgm:pt modelId="{FDE09AF8-0DA6-46DC-B074-B0D06D890A75}" type="parTrans" cxnId="{D6E2238D-A866-4192-ADD7-BC88E3C38704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E9173D8-CE66-47FD-B11D-5B25C043DC93}" type="sibTrans" cxnId="{D6E2238D-A866-4192-ADD7-BC88E3C38704}">
      <dgm:prSet custT="1"/>
      <dgm:spPr/>
      <dgm:t>
        <a:bodyPr/>
        <a:lstStyle/>
        <a:p>
          <a:pPr>
            <a:lnSpc>
              <a:spcPct val="100000"/>
            </a:lnSpc>
          </a:pPr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11FFFE2-7387-4BD0-8B3D-409AF4D3107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∗ Motivation</a:t>
          </a:r>
        </a:p>
      </dgm:t>
    </dgm:pt>
    <dgm:pt modelId="{AF32CA63-0C24-42F5-AFFF-27B9E175617C}" type="parTrans" cxnId="{81E1981A-7FD9-4A50-9993-FD66589C7E61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0663669-F2CB-4DD4-BBFD-E337BDD3DC3F}" type="sibTrans" cxnId="{81E1981A-7FD9-4A50-9993-FD66589C7E61}">
      <dgm:prSet custT="1"/>
      <dgm:spPr/>
      <dgm:t>
        <a:bodyPr/>
        <a:lstStyle/>
        <a:p>
          <a:pPr>
            <a:lnSpc>
              <a:spcPct val="100000"/>
            </a:lnSpc>
          </a:pPr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3CD831A-7791-4234-8BD3-4157D7ABD84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∗	Your data set is large and you want to take a subset of this data to focus in on it and perhaps do follow-on analysis</a:t>
          </a:r>
        </a:p>
      </dgm:t>
    </dgm:pt>
    <dgm:pt modelId="{BEA59DF8-D5C9-4439-9884-F463DAA66FB4}" type="parTrans" cxnId="{7D24A5F7-2B5C-4DE0-A24D-05BB8DE0E39D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2FB3076-553E-4874-898D-67616D8D8A46}" type="sibTrans" cxnId="{7D24A5F7-2B5C-4DE0-A24D-05BB8DE0E39D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5DEF456-789E-42D2-99EB-CA5B625EF7D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∗ Applicability</a:t>
          </a:r>
        </a:p>
      </dgm:t>
    </dgm:pt>
    <dgm:pt modelId="{ECBD14BB-6021-49FF-8ADE-DBB649CB9D4E}" type="parTrans" cxnId="{6D039C08-4F22-46A3-BFEC-422E1C123BF4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D283BC4-156A-47E2-AA4F-452E5CDBF432}" type="sibTrans" cxnId="{6D039C08-4F22-46A3-BFEC-422E1C123BF4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F2E5FC5-3174-4AA5-A4AE-3AD4F83147D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∗	The data can be parsed into “records” that can be categorized through some well-specified criterion determining whether they are to be kept</a:t>
          </a:r>
        </a:p>
      </dgm:t>
    </dgm:pt>
    <dgm:pt modelId="{AE3D79A1-DEE0-4276-BEC7-CE2AECCB138A}" type="parTrans" cxnId="{1500EFA0-5E28-401E-8F0B-8F905831E945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57E06EC-FE57-499B-8876-C173D1C1A150}" type="sibTrans" cxnId="{1500EFA0-5E28-401E-8F0B-8F905831E945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05F0F0E-A902-934E-A924-72DC492D8645}" type="pres">
      <dgm:prSet presAssocID="{187A1E7E-F783-456C-AF13-DFEAA5D9FFD8}" presName="outerComposite" presStyleCnt="0">
        <dgm:presLayoutVars>
          <dgm:chMax val="5"/>
          <dgm:dir/>
          <dgm:resizeHandles val="exact"/>
        </dgm:presLayoutVars>
      </dgm:prSet>
      <dgm:spPr/>
    </dgm:pt>
    <dgm:pt modelId="{D7F180D6-4953-034C-8E63-487B63FB1F7D}" type="pres">
      <dgm:prSet presAssocID="{187A1E7E-F783-456C-AF13-DFEAA5D9FFD8}" presName="dummyMaxCanvas" presStyleCnt="0">
        <dgm:presLayoutVars/>
      </dgm:prSet>
      <dgm:spPr/>
    </dgm:pt>
    <dgm:pt modelId="{0D0D7219-7B65-C74A-A305-909C7B52E798}" type="pres">
      <dgm:prSet presAssocID="{187A1E7E-F783-456C-AF13-DFEAA5D9FFD8}" presName="ThreeNodes_1" presStyleLbl="node1" presStyleIdx="0" presStyleCnt="3">
        <dgm:presLayoutVars>
          <dgm:bulletEnabled val="1"/>
        </dgm:presLayoutVars>
      </dgm:prSet>
      <dgm:spPr/>
    </dgm:pt>
    <dgm:pt modelId="{09F178AD-A06C-B042-AE11-D334246E1DBC}" type="pres">
      <dgm:prSet presAssocID="{187A1E7E-F783-456C-AF13-DFEAA5D9FFD8}" presName="ThreeNodes_2" presStyleLbl="node1" presStyleIdx="1" presStyleCnt="3">
        <dgm:presLayoutVars>
          <dgm:bulletEnabled val="1"/>
        </dgm:presLayoutVars>
      </dgm:prSet>
      <dgm:spPr/>
    </dgm:pt>
    <dgm:pt modelId="{597A50A7-FCF4-1440-A649-111A2F5399E3}" type="pres">
      <dgm:prSet presAssocID="{187A1E7E-F783-456C-AF13-DFEAA5D9FFD8}" presName="ThreeNodes_3" presStyleLbl="node1" presStyleIdx="2" presStyleCnt="3">
        <dgm:presLayoutVars>
          <dgm:bulletEnabled val="1"/>
        </dgm:presLayoutVars>
      </dgm:prSet>
      <dgm:spPr/>
    </dgm:pt>
    <dgm:pt modelId="{801815BB-3E1C-EE4F-93B3-924EDACAE6B2}" type="pres">
      <dgm:prSet presAssocID="{187A1E7E-F783-456C-AF13-DFEAA5D9FFD8}" presName="ThreeConn_1-2" presStyleLbl="fgAccFollowNode1" presStyleIdx="0" presStyleCnt="2">
        <dgm:presLayoutVars>
          <dgm:bulletEnabled val="1"/>
        </dgm:presLayoutVars>
      </dgm:prSet>
      <dgm:spPr/>
    </dgm:pt>
    <dgm:pt modelId="{31DB659F-BFC6-FA4D-8379-810E4F31184B}" type="pres">
      <dgm:prSet presAssocID="{187A1E7E-F783-456C-AF13-DFEAA5D9FFD8}" presName="ThreeConn_2-3" presStyleLbl="fgAccFollowNode1" presStyleIdx="1" presStyleCnt="2">
        <dgm:presLayoutVars>
          <dgm:bulletEnabled val="1"/>
        </dgm:presLayoutVars>
      </dgm:prSet>
      <dgm:spPr/>
    </dgm:pt>
    <dgm:pt modelId="{9D8C2B85-1998-E74E-BC50-21D05726EEC2}" type="pres">
      <dgm:prSet presAssocID="{187A1E7E-F783-456C-AF13-DFEAA5D9FFD8}" presName="ThreeNodes_1_text" presStyleLbl="node1" presStyleIdx="2" presStyleCnt="3">
        <dgm:presLayoutVars>
          <dgm:bulletEnabled val="1"/>
        </dgm:presLayoutVars>
      </dgm:prSet>
      <dgm:spPr/>
    </dgm:pt>
    <dgm:pt modelId="{4592E8E3-7314-AF4D-830C-504EC7E70E8D}" type="pres">
      <dgm:prSet presAssocID="{187A1E7E-F783-456C-AF13-DFEAA5D9FFD8}" presName="ThreeNodes_2_text" presStyleLbl="node1" presStyleIdx="2" presStyleCnt="3">
        <dgm:presLayoutVars>
          <dgm:bulletEnabled val="1"/>
        </dgm:presLayoutVars>
      </dgm:prSet>
      <dgm:spPr/>
    </dgm:pt>
    <dgm:pt modelId="{63147DF3-983C-7649-93BE-AF8E64410FDF}" type="pres">
      <dgm:prSet presAssocID="{187A1E7E-F783-456C-AF13-DFEAA5D9FFD8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6D039C08-4F22-46A3-BFEC-422E1C123BF4}" srcId="{187A1E7E-F783-456C-AF13-DFEAA5D9FFD8}" destId="{05DEF456-789E-42D2-99EB-CA5B625EF7D5}" srcOrd="2" destOrd="0" parTransId="{ECBD14BB-6021-49FF-8ADE-DBB649CB9D4E}" sibTransId="{FD283BC4-156A-47E2-AA4F-452E5CDBF432}"/>
    <dgm:cxn modelId="{81E1981A-7FD9-4A50-9993-FD66589C7E61}" srcId="{187A1E7E-F783-456C-AF13-DFEAA5D9FFD8}" destId="{C11FFFE2-7387-4BD0-8B3D-409AF4D31079}" srcOrd="1" destOrd="0" parTransId="{AF32CA63-0C24-42F5-AFFF-27B9E175617C}" sibTransId="{90663669-F2CB-4DD4-BBFD-E337BDD3DC3F}"/>
    <dgm:cxn modelId="{92825326-13C5-4E40-B155-E96361FA29CF}" type="presOf" srcId="{0F2E5FC5-3174-4AA5-A4AE-3AD4F83147D9}" destId="{597A50A7-FCF4-1440-A649-111A2F5399E3}" srcOrd="0" destOrd="1" presId="urn:microsoft.com/office/officeart/2005/8/layout/vProcess5"/>
    <dgm:cxn modelId="{47015528-1617-5849-982D-58B55BDBBBE5}" type="presOf" srcId="{C11FFFE2-7387-4BD0-8B3D-409AF4D31079}" destId="{4592E8E3-7314-AF4D-830C-504EC7E70E8D}" srcOrd="1" destOrd="0" presId="urn:microsoft.com/office/officeart/2005/8/layout/vProcess5"/>
    <dgm:cxn modelId="{A7E90931-3433-8A40-B81B-2AD41FDB9584}" type="presOf" srcId="{0F2E5FC5-3174-4AA5-A4AE-3AD4F83147D9}" destId="{63147DF3-983C-7649-93BE-AF8E64410FDF}" srcOrd="1" destOrd="1" presId="urn:microsoft.com/office/officeart/2005/8/layout/vProcess5"/>
    <dgm:cxn modelId="{F173F447-F93B-2C43-8500-C426410A1258}" type="presOf" srcId="{1E15CFE9-C774-4ECA-8254-ED82D32683CC}" destId="{9D8C2B85-1998-E74E-BC50-21D05726EEC2}" srcOrd="1" destOrd="0" presId="urn:microsoft.com/office/officeart/2005/8/layout/vProcess5"/>
    <dgm:cxn modelId="{17A14A67-9AE3-DE48-B590-D7C1D51CBDE7}" type="presOf" srcId="{C11FFFE2-7387-4BD0-8B3D-409AF4D31079}" destId="{09F178AD-A06C-B042-AE11-D334246E1DBC}" srcOrd="0" destOrd="0" presId="urn:microsoft.com/office/officeart/2005/8/layout/vProcess5"/>
    <dgm:cxn modelId="{6F6EBC8B-8028-C94C-BA89-7CEE4325343C}" type="presOf" srcId="{187A1E7E-F783-456C-AF13-DFEAA5D9FFD8}" destId="{905F0F0E-A902-934E-A924-72DC492D8645}" srcOrd="0" destOrd="0" presId="urn:microsoft.com/office/officeart/2005/8/layout/vProcess5"/>
    <dgm:cxn modelId="{D6E2238D-A866-4192-ADD7-BC88E3C38704}" srcId="{187A1E7E-F783-456C-AF13-DFEAA5D9FFD8}" destId="{1E15CFE9-C774-4ECA-8254-ED82D32683CC}" srcOrd="0" destOrd="0" parTransId="{FDE09AF8-0DA6-46DC-B074-B0D06D890A75}" sibTransId="{7E9173D8-CE66-47FD-B11D-5B25C043DC93}"/>
    <dgm:cxn modelId="{5E1A658E-DFC3-594F-927F-3EACAB0956E5}" type="presOf" srcId="{7E9173D8-CE66-47FD-B11D-5B25C043DC93}" destId="{801815BB-3E1C-EE4F-93B3-924EDACAE6B2}" srcOrd="0" destOrd="0" presId="urn:microsoft.com/office/officeart/2005/8/layout/vProcess5"/>
    <dgm:cxn modelId="{FA19F58F-4C84-0445-907A-29EB10C93AED}" type="presOf" srcId="{1E15CFE9-C774-4ECA-8254-ED82D32683CC}" destId="{0D0D7219-7B65-C74A-A305-909C7B52E798}" srcOrd="0" destOrd="0" presId="urn:microsoft.com/office/officeart/2005/8/layout/vProcess5"/>
    <dgm:cxn modelId="{30527293-29AA-7844-8509-4994AFA3F009}" type="presOf" srcId="{03CD831A-7791-4234-8BD3-4157D7ABD841}" destId="{09F178AD-A06C-B042-AE11-D334246E1DBC}" srcOrd="0" destOrd="1" presId="urn:microsoft.com/office/officeart/2005/8/layout/vProcess5"/>
    <dgm:cxn modelId="{1500EFA0-5E28-401E-8F0B-8F905831E945}" srcId="{05DEF456-789E-42D2-99EB-CA5B625EF7D5}" destId="{0F2E5FC5-3174-4AA5-A4AE-3AD4F83147D9}" srcOrd="0" destOrd="0" parTransId="{AE3D79A1-DEE0-4276-BEC7-CE2AECCB138A}" sibTransId="{A57E06EC-FE57-499B-8876-C173D1C1A150}"/>
    <dgm:cxn modelId="{F930A6A8-5799-AE4E-9BB6-E98D8FFCA1C4}" type="presOf" srcId="{03CD831A-7791-4234-8BD3-4157D7ABD841}" destId="{4592E8E3-7314-AF4D-830C-504EC7E70E8D}" srcOrd="1" destOrd="1" presId="urn:microsoft.com/office/officeart/2005/8/layout/vProcess5"/>
    <dgm:cxn modelId="{313D08B6-1D9D-C149-B067-17F5F1F75071}" type="presOf" srcId="{05DEF456-789E-42D2-99EB-CA5B625EF7D5}" destId="{597A50A7-FCF4-1440-A649-111A2F5399E3}" srcOrd="0" destOrd="0" presId="urn:microsoft.com/office/officeart/2005/8/layout/vProcess5"/>
    <dgm:cxn modelId="{BA699FB8-E288-C648-A598-A68A34B34779}" type="presOf" srcId="{90663669-F2CB-4DD4-BBFD-E337BDD3DC3F}" destId="{31DB659F-BFC6-FA4D-8379-810E4F31184B}" srcOrd="0" destOrd="0" presId="urn:microsoft.com/office/officeart/2005/8/layout/vProcess5"/>
    <dgm:cxn modelId="{210431B9-DF17-7C41-9CF6-7DDC81E9D38F}" type="presOf" srcId="{05DEF456-789E-42D2-99EB-CA5B625EF7D5}" destId="{63147DF3-983C-7649-93BE-AF8E64410FDF}" srcOrd="1" destOrd="0" presId="urn:microsoft.com/office/officeart/2005/8/layout/vProcess5"/>
    <dgm:cxn modelId="{7D24A5F7-2B5C-4DE0-A24D-05BB8DE0E39D}" srcId="{C11FFFE2-7387-4BD0-8B3D-409AF4D31079}" destId="{03CD831A-7791-4234-8BD3-4157D7ABD841}" srcOrd="0" destOrd="0" parTransId="{BEA59DF8-D5C9-4439-9884-F463DAA66FB4}" sibTransId="{52FB3076-553E-4874-898D-67616D8D8A46}"/>
    <dgm:cxn modelId="{6AB9A13A-F4B5-0745-AD92-2A623CA366CA}" type="presParOf" srcId="{905F0F0E-A902-934E-A924-72DC492D8645}" destId="{D7F180D6-4953-034C-8E63-487B63FB1F7D}" srcOrd="0" destOrd="0" presId="urn:microsoft.com/office/officeart/2005/8/layout/vProcess5"/>
    <dgm:cxn modelId="{A9F315CC-64D9-5D44-82FF-705F1587FCB2}" type="presParOf" srcId="{905F0F0E-A902-934E-A924-72DC492D8645}" destId="{0D0D7219-7B65-C74A-A305-909C7B52E798}" srcOrd="1" destOrd="0" presId="urn:microsoft.com/office/officeart/2005/8/layout/vProcess5"/>
    <dgm:cxn modelId="{017E575D-70B0-CE4F-BAE8-DE9606B77D5B}" type="presParOf" srcId="{905F0F0E-A902-934E-A924-72DC492D8645}" destId="{09F178AD-A06C-B042-AE11-D334246E1DBC}" srcOrd="2" destOrd="0" presId="urn:microsoft.com/office/officeart/2005/8/layout/vProcess5"/>
    <dgm:cxn modelId="{3A73BDB7-A0DF-D345-8D6B-B8E42ADA000A}" type="presParOf" srcId="{905F0F0E-A902-934E-A924-72DC492D8645}" destId="{597A50A7-FCF4-1440-A649-111A2F5399E3}" srcOrd="3" destOrd="0" presId="urn:microsoft.com/office/officeart/2005/8/layout/vProcess5"/>
    <dgm:cxn modelId="{EB61A548-E148-CC49-9A45-A486382AAAFE}" type="presParOf" srcId="{905F0F0E-A902-934E-A924-72DC492D8645}" destId="{801815BB-3E1C-EE4F-93B3-924EDACAE6B2}" srcOrd="4" destOrd="0" presId="urn:microsoft.com/office/officeart/2005/8/layout/vProcess5"/>
    <dgm:cxn modelId="{1A0F1264-36E6-4347-B8A6-BB9DD18F470B}" type="presParOf" srcId="{905F0F0E-A902-934E-A924-72DC492D8645}" destId="{31DB659F-BFC6-FA4D-8379-810E4F31184B}" srcOrd="5" destOrd="0" presId="urn:microsoft.com/office/officeart/2005/8/layout/vProcess5"/>
    <dgm:cxn modelId="{569A5B52-ADAE-F34E-9B33-A402B993C737}" type="presParOf" srcId="{905F0F0E-A902-934E-A924-72DC492D8645}" destId="{9D8C2B85-1998-E74E-BC50-21D05726EEC2}" srcOrd="6" destOrd="0" presId="urn:microsoft.com/office/officeart/2005/8/layout/vProcess5"/>
    <dgm:cxn modelId="{DE09CEEC-0CEF-5142-B555-F15B55C092C8}" type="presParOf" srcId="{905F0F0E-A902-934E-A924-72DC492D8645}" destId="{4592E8E3-7314-AF4D-830C-504EC7E70E8D}" srcOrd="7" destOrd="0" presId="urn:microsoft.com/office/officeart/2005/8/layout/vProcess5"/>
    <dgm:cxn modelId="{AB3A700D-7A5F-3B4F-8B3E-F2854058B73E}" type="presParOf" srcId="{905F0F0E-A902-934E-A924-72DC492D8645}" destId="{63147DF3-983C-7649-93BE-AF8E64410FDF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CE43E58-406B-40D2-B662-8C3ABFBD6828}" type="doc">
      <dgm:prSet loTypeId="urn:microsoft.com/office/officeart/2005/8/layout/hChevron3" loCatId="process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42FB1D58-B775-4EF8-89A1-48A29300786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Consequences</a:t>
          </a:r>
        </a:p>
      </dgm:t>
    </dgm:pt>
    <dgm:pt modelId="{C4798BC4-8AD2-4A43-94B1-4626168F9408}" type="parTrans" cxnId="{81A0909E-914C-47B6-AFD5-3D00686A6187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823289E-797A-49B6-A084-3E66898EECEF}" type="sibTrans" cxnId="{81A0909E-914C-47B6-AFD5-3D00686A6187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CF77B85-5701-4318-A441-670115189B0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A subset of the records that pass the selection criteria.</a:t>
          </a:r>
        </a:p>
      </dgm:t>
    </dgm:pt>
    <dgm:pt modelId="{1C1BFF94-F623-4B02-8F23-4E47637F99EC}" type="parTrans" cxnId="{BEF33C69-6B2E-4D9B-8EFF-F5D4E3E4B07E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B948DDC-FC98-4FF4-88A6-4E2AD27863A9}" type="sibTrans" cxnId="{BEF33C69-6B2E-4D9B-8EFF-F5D4E3E4B07E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E893768-F33D-4E8F-890B-4E4F1B8142E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If the format was kept the same, any job that ran over the larger data set should be able to run over this filtered data set, as well.</a:t>
          </a:r>
        </a:p>
      </dgm:t>
    </dgm:pt>
    <dgm:pt modelId="{D02D4F88-AEDD-44E5-BA58-29E34B626886}" type="parTrans" cxnId="{B6E302D8-FCE2-429F-BE8B-D271A5F4D0B3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76E7FB6-4731-470F-8636-EFF31FE8BB3D}" type="sibTrans" cxnId="{B6E302D8-FCE2-429F-BE8B-D271A5F4D0B3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42D7811-F7BE-4E28-874A-B66ABCACF14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Known uses</a:t>
          </a:r>
        </a:p>
      </dgm:t>
    </dgm:pt>
    <dgm:pt modelId="{50CF4070-F878-48DA-97BB-A08DB6674FE9}" type="parTrans" cxnId="{8FEBC8A6-8E61-43E7-B1D1-7EA51DF32440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6DF42F8-E876-408D-8704-29704DF014ED}" type="sibTrans" cxnId="{8FEBC8A6-8E61-43E7-B1D1-7EA51DF32440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1DC6FB4-929D-401C-AEBE-4C2109CB594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Closer view of data</a:t>
          </a:r>
        </a:p>
      </dgm:t>
    </dgm:pt>
    <dgm:pt modelId="{D563A15F-DB0F-4E87-8920-B8756E275AF0}" type="parTrans" cxnId="{F228D112-D22B-4092-83CD-6D33AECFA279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9A2F14F-FFD4-4B4A-BB3E-BB24B27B20FB}" type="sibTrans" cxnId="{F228D112-D22B-4092-83CD-6D33AECFA279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87BFA2A-C5B0-4B90-9845-E4152132C18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Tracking a thread of events</a:t>
          </a:r>
        </a:p>
      </dgm:t>
    </dgm:pt>
    <dgm:pt modelId="{FA6B4432-3CFB-4010-B2FB-E71FF05A5872}" type="parTrans" cxnId="{3E5E03CE-CD58-4CA6-A1B5-BF36F25D82C0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96C25CF-9E77-4009-A5A4-3C64AFF26B51}" type="sibTrans" cxnId="{3E5E03CE-CD58-4CA6-A1B5-BF36F25D82C0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6E60B86-DF73-4EE4-A7BD-D0198B53A3F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Distributed grep</a:t>
          </a:r>
        </a:p>
      </dgm:t>
    </dgm:pt>
    <dgm:pt modelId="{604A8C42-27F9-43DD-9428-4E9EB9BF1D35}" type="parTrans" cxnId="{6C423521-1081-460C-B5DD-F865142C128D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8B86D88-E168-4189-AA35-943388BF7CCA}" type="sibTrans" cxnId="{6C423521-1081-460C-B5DD-F865142C128D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1A06433-AAB3-4F8F-BF55-A4079F9B093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Data cleansing</a:t>
          </a:r>
        </a:p>
      </dgm:t>
    </dgm:pt>
    <dgm:pt modelId="{FCD57897-661F-4389-B16E-3819B0DFE2CF}" type="parTrans" cxnId="{296E1CD5-BDB4-45CD-ACDC-DAD5906B2E29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3739A70-5112-4700-8CB4-2AEC231857E3}" type="sibTrans" cxnId="{296E1CD5-BDB4-45CD-ACDC-DAD5906B2E29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B055E66-95DB-45AA-8B68-C81BB73A51A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Simple random sampling</a:t>
          </a:r>
        </a:p>
      </dgm:t>
    </dgm:pt>
    <dgm:pt modelId="{6FE49987-C1F2-4BDF-BC78-EFE5D925930A}" type="parTrans" cxnId="{CA8AB5F5-BB55-46ED-B2E0-14D820F8FAFB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17CD005-04F2-468C-85A3-731AC5621D45}" type="sibTrans" cxnId="{CA8AB5F5-BB55-46ED-B2E0-14D820F8FAFB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78ED983-A42F-46F5-B8C3-379DF1BF736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Removing low scoring data (if you can score your data)</a:t>
          </a:r>
        </a:p>
      </dgm:t>
    </dgm:pt>
    <dgm:pt modelId="{DDCB02BF-0CB8-43D1-9420-BCA2611C9A7B}" type="parTrans" cxnId="{B0AC0933-8757-472B-A0E8-650C170E7217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1AB59F3-48B6-4CB4-85A6-369F90013955}" type="sibTrans" cxnId="{B0AC0933-8757-472B-A0E8-650C170E7217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98BF026-CA9B-E54D-8082-97682EDAA3DC}" type="pres">
      <dgm:prSet presAssocID="{5CE43E58-406B-40D2-B662-8C3ABFBD6828}" presName="Name0" presStyleCnt="0">
        <dgm:presLayoutVars>
          <dgm:dir/>
          <dgm:resizeHandles val="exact"/>
        </dgm:presLayoutVars>
      </dgm:prSet>
      <dgm:spPr/>
    </dgm:pt>
    <dgm:pt modelId="{A1B56374-864C-9C4B-9783-741CDDBDCA31}" type="pres">
      <dgm:prSet presAssocID="{42FB1D58-B775-4EF8-89A1-48A293007866}" presName="parAndChTx" presStyleLbl="node1" presStyleIdx="0" presStyleCnt="2">
        <dgm:presLayoutVars>
          <dgm:bulletEnabled val="1"/>
        </dgm:presLayoutVars>
      </dgm:prSet>
      <dgm:spPr/>
    </dgm:pt>
    <dgm:pt modelId="{07154118-E815-2347-944E-B7F668C77831}" type="pres">
      <dgm:prSet presAssocID="{3823289E-797A-49B6-A084-3E66898EECEF}" presName="parAndChSpace" presStyleCnt="0"/>
      <dgm:spPr/>
    </dgm:pt>
    <dgm:pt modelId="{2B5B0E43-4006-0547-A3E9-650C9BFF47EC}" type="pres">
      <dgm:prSet presAssocID="{942D7811-F7BE-4E28-874A-B66ABCACF142}" presName="parAndChTx" presStyleLbl="node1" presStyleIdx="1" presStyleCnt="2">
        <dgm:presLayoutVars>
          <dgm:bulletEnabled val="1"/>
        </dgm:presLayoutVars>
      </dgm:prSet>
      <dgm:spPr/>
    </dgm:pt>
  </dgm:ptLst>
  <dgm:cxnLst>
    <dgm:cxn modelId="{966E2A0F-F32D-9A47-92CB-E124134CBD2A}" type="presOf" srcId="{42FB1D58-B775-4EF8-89A1-48A293007866}" destId="{A1B56374-864C-9C4B-9783-741CDDBDCA31}" srcOrd="0" destOrd="0" presId="urn:microsoft.com/office/officeart/2005/8/layout/hChevron3"/>
    <dgm:cxn modelId="{F228D112-D22B-4092-83CD-6D33AECFA279}" srcId="{942D7811-F7BE-4E28-874A-B66ABCACF142}" destId="{61DC6FB4-929D-401C-AEBE-4C2109CB594C}" srcOrd="0" destOrd="0" parTransId="{D563A15F-DB0F-4E87-8920-B8756E275AF0}" sibTransId="{09A2F14F-FFD4-4B4A-BB3E-BB24B27B20FB}"/>
    <dgm:cxn modelId="{400F611B-33A3-4241-8F37-2AE0BEF2B746}" type="presOf" srcId="{942D7811-F7BE-4E28-874A-B66ABCACF142}" destId="{2B5B0E43-4006-0547-A3E9-650C9BFF47EC}" srcOrd="0" destOrd="0" presId="urn:microsoft.com/office/officeart/2005/8/layout/hChevron3"/>
    <dgm:cxn modelId="{6C423521-1081-460C-B5DD-F865142C128D}" srcId="{942D7811-F7BE-4E28-874A-B66ABCACF142}" destId="{66E60B86-DF73-4EE4-A7BD-D0198B53A3F2}" srcOrd="2" destOrd="0" parTransId="{604A8C42-27F9-43DD-9428-4E9EB9BF1D35}" sibTransId="{C8B86D88-E168-4189-AA35-943388BF7CCA}"/>
    <dgm:cxn modelId="{7705A228-C05D-A74B-ACBE-8DC4C1C62227}" type="presOf" srcId="{66E60B86-DF73-4EE4-A7BD-D0198B53A3F2}" destId="{2B5B0E43-4006-0547-A3E9-650C9BFF47EC}" srcOrd="0" destOrd="3" presId="urn:microsoft.com/office/officeart/2005/8/layout/hChevron3"/>
    <dgm:cxn modelId="{B0AC0933-8757-472B-A0E8-650C170E7217}" srcId="{942D7811-F7BE-4E28-874A-B66ABCACF142}" destId="{B78ED983-A42F-46F5-B8C3-379DF1BF7360}" srcOrd="5" destOrd="0" parTransId="{DDCB02BF-0CB8-43D1-9420-BCA2611C9A7B}" sibTransId="{F1AB59F3-48B6-4CB4-85A6-369F90013955}"/>
    <dgm:cxn modelId="{86710943-CBED-004F-B975-482CD2EA472E}" type="presOf" srcId="{5CE43E58-406B-40D2-B662-8C3ABFBD6828}" destId="{698BF026-CA9B-E54D-8082-97682EDAA3DC}" srcOrd="0" destOrd="0" presId="urn:microsoft.com/office/officeart/2005/8/layout/hChevron3"/>
    <dgm:cxn modelId="{FFE50266-F350-C346-B24D-4B1F10AED310}" type="presOf" srcId="{E87BFA2A-C5B0-4B90-9845-E4152132C183}" destId="{2B5B0E43-4006-0547-A3E9-650C9BFF47EC}" srcOrd="0" destOrd="2" presId="urn:microsoft.com/office/officeart/2005/8/layout/hChevron3"/>
    <dgm:cxn modelId="{ED853566-D1AE-894F-90ED-835F25DBE347}" type="presOf" srcId="{41A06433-AAB3-4F8F-BF55-A4079F9B0932}" destId="{2B5B0E43-4006-0547-A3E9-650C9BFF47EC}" srcOrd="0" destOrd="4" presId="urn:microsoft.com/office/officeart/2005/8/layout/hChevron3"/>
    <dgm:cxn modelId="{BEF33C69-6B2E-4D9B-8EFF-F5D4E3E4B07E}" srcId="{42FB1D58-B775-4EF8-89A1-48A293007866}" destId="{6CF77B85-5701-4318-A441-670115189B0F}" srcOrd="0" destOrd="0" parTransId="{1C1BFF94-F623-4B02-8F23-4E47637F99EC}" sibTransId="{BB948DDC-FC98-4FF4-88A6-4E2AD27863A9}"/>
    <dgm:cxn modelId="{91425D77-BD62-144E-BB2B-56CDC7F39DDE}" type="presOf" srcId="{B78ED983-A42F-46F5-B8C3-379DF1BF7360}" destId="{2B5B0E43-4006-0547-A3E9-650C9BFF47EC}" srcOrd="0" destOrd="6" presId="urn:microsoft.com/office/officeart/2005/8/layout/hChevron3"/>
    <dgm:cxn modelId="{81A0909E-914C-47B6-AFD5-3D00686A6187}" srcId="{5CE43E58-406B-40D2-B662-8C3ABFBD6828}" destId="{42FB1D58-B775-4EF8-89A1-48A293007866}" srcOrd="0" destOrd="0" parTransId="{C4798BC4-8AD2-4A43-94B1-4626168F9408}" sibTransId="{3823289E-797A-49B6-A084-3E66898EECEF}"/>
    <dgm:cxn modelId="{8FEBC8A6-8E61-43E7-B1D1-7EA51DF32440}" srcId="{5CE43E58-406B-40D2-B662-8C3ABFBD6828}" destId="{942D7811-F7BE-4E28-874A-B66ABCACF142}" srcOrd="1" destOrd="0" parTransId="{50CF4070-F878-48DA-97BB-A08DB6674FE9}" sibTransId="{36DF42F8-E876-408D-8704-29704DF014ED}"/>
    <dgm:cxn modelId="{8ABA8CC0-FDEC-364A-8695-5732A8FEE40E}" type="presOf" srcId="{61DC6FB4-929D-401C-AEBE-4C2109CB594C}" destId="{2B5B0E43-4006-0547-A3E9-650C9BFF47EC}" srcOrd="0" destOrd="1" presId="urn:microsoft.com/office/officeart/2005/8/layout/hChevron3"/>
    <dgm:cxn modelId="{6D78C5CC-64AE-D240-8F66-B4C7F25A9286}" type="presOf" srcId="{2B055E66-95DB-45AA-8B68-C81BB73A51A0}" destId="{2B5B0E43-4006-0547-A3E9-650C9BFF47EC}" srcOrd="0" destOrd="5" presId="urn:microsoft.com/office/officeart/2005/8/layout/hChevron3"/>
    <dgm:cxn modelId="{3E5E03CE-CD58-4CA6-A1B5-BF36F25D82C0}" srcId="{942D7811-F7BE-4E28-874A-B66ABCACF142}" destId="{E87BFA2A-C5B0-4B90-9845-E4152132C183}" srcOrd="1" destOrd="0" parTransId="{FA6B4432-3CFB-4010-B2FB-E71FF05A5872}" sibTransId="{596C25CF-9E77-4009-A5A4-3C64AFF26B51}"/>
    <dgm:cxn modelId="{296E1CD5-BDB4-45CD-ACDC-DAD5906B2E29}" srcId="{942D7811-F7BE-4E28-874A-B66ABCACF142}" destId="{41A06433-AAB3-4F8F-BF55-A4079F9B0932}" srcOrd="3" destOrd="0" parTransId="{FCD57897-661F-4389-B16E-3819B0DFE2CF}" sibTransId="{73739A70-5112-4700-8CB4-2AEC231857E3}"/>
    <dgm:cxn modelId="{6AB20FD6-7123-614B-86D3-F8B2238B870F}" type="presOf" srcId="{AE893768-F33D-4E8F-890B-4E4F1B8142E0}" destId="{A1B56374-864C-9C4B-9783-741CDDBDCA31}" srcOrd="0" destOrd="2" presId="urn:microsoft.com/office/officeart/2005/8/layout/hChevron3"/>
    <dgm:cxn modelId="{B6E302D8-FCE2-429F-BE8B-D271A5F4D0B3}" srcId="{6CF77B85-5701-4318-A441-670115189B0F}" destId="{AE893768-F33D-4E8F-890B-4E4F1B8142E0}" srcOrd="0" destOrd="0" parTransId="{D02D4F88-AEDD-44E5-BA58-29E34B626886}" sibTransId="{C76E7FB6-4731-470F-8636-EFF31FE8BB3D}"/>
    <dgm:cxn modelId="{CA8AB5F5-BB55-46ED-B2E0-14D820F8FAFB}" srcId="{942D7811-F7BE-4E28-874A-B66ABCACF142}" destId="{2B055E66-95DB-45AA-8B68-C81BB73A51A0}" srcOrd="4" destOrd="0" parTransId="{6FE49987-C1F2-4BDF-BC78-EFE5D925930A}" sibTransId="{817CD005-04F2-468C-85A3-731AC5621D45}"/>
    <dgm:cxn modelId="{983B0AF6-E9F9-FD4B-9D3E-4DF8A1F37F06}" type="presOf" srcId="{6CF77B85-5701-4318-A441-670115189B0F}" destId="{A1B56374-864C-9C4B-9783-741CDDBDCA31}" srcOrd="0" destOrd="1" presId="urn:microsoft.com/office/officeart/2005/8/layout/hChevron3"/>
    <dgm:cxn modelId="{7E17880E-30A1-EA4C-B259-36C23383F4D2}" type="presParOf" srcId="{698BF026-CA9B-E54D-8082-97682EDAA3DC}" destId="{A1B56374-864C-9C4B-9783-741CDDBDCA31}" srcOrd="0" destOrd="0" presId="urn:microsoft.com/office/officeart/2005/8/layout/hChevron3"/>
    <dgm:cxn modelId="{BCCB684B-DE18-3A4D-9A14-A8E198315443}" type="presParOf" srcId="{698BF026-CA9B-E54D-8082-97682EDAA3DC}" destId="{07154118-E815-2347-944E-B7F668C77831}" srcOrd="1" destOrd="0" presId="urn:microsoft.com/office/officeart/2005/8/layout/hChevron3"/>
    <dgm:cxn modelId="{25898A6A-74D1-E644-AAC7-A5154954E1F8}" type="presParOf" srcId="{698BF026-CA9B-E54D-8082-97682EDAA3DC}" destId="{2B5B0E43-4006-0547-A3E9-650C9BFF47EC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EA8EB583-ED58-4F76-A987-D7F535744BC5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9B83C39-A774-434D-BB3D-FC97E630CE9E}">
      <dgm:prSet custT="1"/>
      <dgm:spPr/>
      <dgm:t>
        <a:bodyPr/>
        <a:lstStyle/>
        <a:p>
          <a:pPr algn="l"/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∗ Intent:</a:t>
          </a:r>
        </a:p>
      </dgm:t>
    </dgm:pt>
    <dgm:pt modelId="{4513297C-912F-4696-9D8A-E268EAF50561}" type="parTrans" cxnId="{6920EF7A-AD86-4C0B-9AF3-6724DE2527EE}">
      <dgm:prSet/>
      <dgm:spPr/>
      <dgm:t>
        <a:bodyPr/>
        <a:lstStyle/>
        <a:p>
          <a:pPr algn="l"/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EEF4E0C-4E4E-4BBC-A478-F3D9C5F760D5}" type="sibTrans" cxnId="{6920EF7A-AD86-4C0B-9AF3-6724DE2527EE}">
      <dgm:prSet/>
      <dgm:spPr/>
      <dgm:t>
        <a:bodyPr/>
        <a:lstStyle/>
        <a:p>
          <a:pPr algn="l"/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253F050-A256-49DE-BA16-31F9643C44AE}">
      <dgm:prSet custT="1"/>
      <dgm:spPr/>
      <dgm:t>
        <a:bodyPr/>
        <a:lstStyle/>
        <a:p>
          <a:pPr algn="l"/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∗	Retrieve a relatively small number of top K records, according to a ranking scheme in your data set, no matter how large the data</a:t>
          </a:r>
        </a:p>
      </dgm:t>
    </dgm:pt>
    <dgm:pt modelId="{22F97ADD-63E4-46E7-8026-9F9A88DB4D7D}" type="parTrans" cxnId="{32052E7B-7AE2-4F9F-93DA-6FABA6CC5FC5}">
      <dgm:prSet/>
      <dgm:spPr/>
      <dgm:t>
        <a:bodyPr/>
        <a:lstStyle/>
        <a:p>
          <a:pPr algn="l"/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F597E5A-1FE1-4630-9B3A-B8E7F4EE3335}" type="sibTrans" cxnId="{32052E7B-7AE2-4F9F-93DA-6FABA6CC5FC5}">
      <dgm:prSet/>
      <dgm:spPr/>
      <dgm:t>
        <a:bodyPr/>
        <a:lstStyle/>
        <a:p>
          <a:pPr algn="l"/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2F6DD8B-F288-426D-BED8-4A55FFEB579A}">
      <dgm:prSet custT="1"/>
      <dgm:spPr/>
      <dgm:t>
        <a:bodyPr/>
        <a:lstStyle/>
        <a:p>
          <a:pPr algn="l"/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∗ Motivation</a:t>
          </a:r>
        </a:p>
      </dgm:t>
    </dgm:pt>
    <dgm:pt modelId="{58B5662B-54FC-4D96-BD83-8445F3AE66AB}" type="parTrans" cxnId="{B7198FFD-F384-4CC3-B4A3-5482A1CADC42}">
      <dgm:prSet/>
      <dgm:spPr/>
      <dgm:t>
        <a:bodyPr/>
        <a:lstStyle/>
        <a:p>
          <a:pPr algn="l"/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100F1F6-C2A2-4752-821B-22FCEDE5F577}" type="sibTrans" cxnId="{B7198FFD-F384-4CC3-B4A3-5482A1CADC42}">
      <dgm:prSet/>
      <dgm:spPr/>
      <dgm:t>
        <a:bodyPr/>
        <a:lstStyle/>
        <a:p>
          <a:pPr algn="l"/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54EDD2A-2D4E-4FA8-AE13-79179FC03CDF}">
      <dgm:prSet custT="1"/>
      <dgm:spPr/>
      <dgm:t>
        <a:bodyPr/>
        <a:lstStyle/>
        <a:p>
          <a:pPr algn="l"/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∗	Finding records that are typically the most interesting</a:t>
          </a:r>
        </a:p>
      </dgm:t>
    </dgm:pt>
    <dgm:pt modelId="{56B86BF9-A18B-4A3E-AFE1-88AF31FC288E}" type="parTrans" cxnId="{9AEE4B36-B2D1-4DB7-B4C7-AB1A9389A957}">
      <dgm:prSet/>
      <dgm:spPr/>
      <dgm:t>
        <a:bodyPr/>
        <a:lstStyle/>
        <a:p>
          <a:pPr algn="l"/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AC6D046-FC95-4B22-91DE-7268E429AE08}" type="sibTrans" cxnId="{9AEE4B36-B2D1-4DB7-B4C7-AB1A9389A957}">
      <dgm:prSet/>
      <dgm:spPr/>
      <dgm:t>
        <a:bodyPr/>
        <a:lstStyle/>
        <a:p>
          <a:pPr algn="l"/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D1BB9CB-2893-4703-8B61-6E8A436503D4}">
      <dgm:prSet custT="1"/>
      <dgm:spPr/>
      <dgm:t>
        <a:bodyPr/>
        <a:lstStyle/>
        <a:p>
          <a:pPr algn="l"/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∗	To find the best records for a specific criterion</a:t>
          </a:r>
        </a:p>
      </dgm:t>
    </dgm:pt>
    <dgm:pt modelId="{E22639DB-D940-4898-B792-9DD16DECAE38}" type="parTrans" cxnId="{3C062AA5-6A49-4EE5-A8F7-81723D70A572}">
      <dgm:prSet/>
      <dgm:spPr/>
      <dgm:t>
        <a:bodyPr/>
        <a:lstStyle/>
        <a:p>
          <a:pPr algn="l"/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353F103-A237-4D3F-B2FE-21A7E8D03DFB}" type="sibTrans" cxnId="{3C062AA5-6A49-4EE5-A8F7-81723D70A572}">
      <dgm:prSet/>
      <dgm:spPr/>
      <dgm:t>
        <a:bodyPr/>
        <a:lstStyle/>
        <a:p>
          <a:pPr algn="l"/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29662EA-733B-4C3B-B9A8-5915FE3F895B}">
      <dgm:prSet custT="1"/>
      <dgm:spPr/>
      <dgm:t>
        <a:bodyPr/>
        <a:lstStyle/>
        <a:p>
          <a:pPr algn="l"/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∗ Applicability</a:t>
          </a:r>
        </a:p>
      </dgm:t>
    </dgm:pt>
    <dgm:pt modelId="{9A252649-2065-4365-A748-10D3846D85C6}" type="parTrans" cxnId="{559243FC-7F07-4976-8EE7-2676CFFEA982}">
      <dgm:prSet/>
      <dgm:spPr/>
      <dgm:t>
        <a:bodyPr/>
        <a:lstStyle/>
        <a:p>
          <a:pPr algn="l"/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BD76660-4F2C-4280-BEEA-A22F191A41E2}" type="sibTrans" cxnId="{559243FC-7F07-4976-8EE7-2676CFFEA982}">
      <dgm:prSet/>
      <dgm:spPr/>
      <dgm:t>
        <a:bodyPr/>
        <a:lstStyle/>
        <a:p>
          <a:pPr algn="l"/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9325472-CD14-4DC9-8A13-A01ED7D0BA38}">
      <dgm:prSet custT="1"/>
      <dgm:spPr/>
      <dgm:t>
        <a:bodyPr/>
        <a:lstStyle/>
        <a:p>
          <a:pPr algn="l"/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∗	It is able to compare one record to another to determine which is “larger”</a:t>
          </a:r>
        </a:p>
      </dgm:t>
    </dgm:pt>
    <dgm:pt modelId="{85999765-91A4-4977-8861-0DF2527FDEC4}" type="parTrans" cxnId="{74E08F66-B665-44D5-BDD9-D5304E7C5F3D}">
      <dgm:prSet/>
      <dgm:spPr/>
      <dgm:t>
        <a:bodyPr/>
        <a:lstStyle/>
        <a:p>
          <a:pPr algn="l"/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78313C3-619C-4E54-B57C-12F0253965AD}" type="sibTrans" cxnId="{74E08F66-B665-44D5-BDD9-D5304E7C5F3D}">
      <dgm:prSet/>
      <dgm:spPr/>
      <dgm:t>
        <a:bodyPr/>
        <a:lstStyle/>
        <a:p>
          <a:pPr algn="l"/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FBD0BA4-BDE8-4EA8-BAE6-0464A1C95677}">
      <dgm:prSet custT="1"/>
      <dgm:spPr/>
      <dgm:t>
        <a:bodyPr/>
        <a:lstStyle/>
        <a:p>
          <a:pPr algn="l"/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∗	The number of output records should be significantly fewer than the number of input</a:t>
          </a:r>
        </a:p>
      </dgm:t>
    </dgm:pt>
    <dgm:pt modelId="{B1B26BFB-00EC-40F5-AF8E-916B017C5D84}" type="parTrans" cxnId="{F6BB77D3-E83D-442F-ADA1-E3CADFB5F535}">
      <dgm:prSet/>
      <dgm:spPr/>
      <dgm:t>
        <a:bodyPr/>
        <a:lstStyle/>
        <a:p>
          <a:pPr algn="l"/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DF7C267-756B-42D4-B799-5D14BB17FD75}" type="sibTrans" cxnId="{F6BB77D3-E83D-442F-ADA1-E3CADFB5F535}">
      <dgm:prSet/>
      <dgm:spPr/>
      <dgm:t>
        <a:bodyPr/>
        <a:lstStyle/>
        <a:p>
          <a:pPr algn="l"/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2F80E87-793E-413C-9161-BAD8255CEE69}">
      <dgm:prSet custT="1"/>
      <dgm:spPr/>
      <dgm:t>
        <a:bodyPr/>
        <a:lstStyle/>
        <a:p>
          <a:pPr algn="l"/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records	a total ordering of the data set</a:t>
          </a:r>
        </a:p>
      </dgm:t>
    </dgm:pt>
    <dgm:pt modelId="{2274F61D-865A-42A3-8383-283475581AAA}" type="parTrans" cxnId="{4E78F667-EBC0-4405-91E0-0D8E0B87EABB}">
      <dgm:prSet/>
      <dgm:spPr/>
      <dgm:t>
        <a:bodyPr/>
        <a:lstStyle/>
        <a:p>
          <a:pPr algn="l"/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43CAFBA-F24B-4416-AF8C-EE899B6F0268}" type="sibTrans" cxnId="{4E78F667-EBC0-4405-91E0-0D8E0B87EABB}">
      <dgm:prSet/>
      <dgm:spPr/>
      <dgm:t>
        <a:bodyPr/>
        <a:lstStyle/>
        <a:p>
          <a:pPr algn="l"/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6D34A60-ED10-EF4E-A3A4-03554F1623E8}" type="pres">
      <dgm:prSet presAssocID="{EA8EB583-ED58-4F76-A987-D7F535744BC5}" presName="diagram" presStyleCnt="0">
        <dgm:presLayoutVars>
          <dgm:dir/>
          <dgm:resizeHandles val="exact"/>
        </dgm:presLayoutVars>
      </dgm:prSet>
      <dgm:spPr/>
    </dgm:pt>
    <dgm:pt modelId="{E22D71D1-C52E-4F4E-BFA9-117C72FC97F1}" type="pres">
      <dgm:prSet presAssocID="{59B83C39-A774-434D-BB3D-FC97E630CE9E}" presName="node" presStyleLbl="node1" presStyleIdx="0" presStyleCnt="7">
        <dgm:presLayoutVars>
          <dgm:bulletEnabled val="1"/>
        </dgm:presLayoutVars>
      </dgm:prSet>
      <dgm:spPr/>
    </dgm:pt>
    <dgm:pt modelId="{F357B3F1-927D-084E-87A2-B1B34DD4E76F}" type="pres">
      <dgm:prSet presAssocID="{CEEF4E0C-4E4E-4BBC-A478-F3D9C5F760D5}" presName="sibTrans" presStyleCnt="0"/>
      <dgm:spPr/>
    </dgm:pt>
    <dgm:pt modelId="{8897D628-3F19-E54B-85DA-69BDC7AF7662}" type="pres">
      <dgm:prSet presAssocID="{A2F6DD8B-F288-426D-BED8-4A55FFEB579A}" presName="node" presStyleLbl="node1" presStyleIdx="1" presStyleCnt="7">
        <dgm:presLayoutVars>
          <dgm:bulletEnabled val="1"/>
        </dgm:presLayoutVars>
      </dgm:prSet>
      <dgm:spPr/>
    </dgm:pt>
    <dgm:pt modelId="{78435B7A-FE8B-7E47-ABF7-376D3CEF89C7}" type="pres">
      <dgm:prSet presAssocID="{F100F1F6-C2A2-4752-821B-22FCEDE5F577}" presName="sibTrans" presStyleCnt="0"/>
      <dgm:spPr/>
    </dgm:pt>
    <dgm:pt modelId="{9B2744ED-1942-4146-B704-29225CB47A3C}" type="pres">
      <dgm:prSet presAssocID="{154EDD2A-2D4E-4FA8-AE13-79179FC03CDF}" presName="node" presStyleLbl="node1" presStyleIdx="2" presStyleCnt="7">
        <dgm:presLayoutVars>
          <dgm:bulletEnabled val="1"/>
        </dgm:presLayoutVars>
      </dgm:prSet>
      <dgm:spPr/>
    </dgm:pt>
    <dgm:pt modelId="{4608A49D-F473-AB4A-914C-C8D51D28860E}" type="pres">
      <dgm:prSet presAssocID="{2AC6D046-FC95-4B22-91DE-7268E429AE08}" presName="sibTrans" presStyleCnt="0"/>
      <dgm:spPr/>
    </dgm:pt>
    <dgm:pt modelId="{4F7180C4-4F22-DB43-A4B6-00D7540F48D2}" type="pres">
      <dgm:prSet presAssocID="{FD1BB9CB-2893-4703-8B61-6E8A436503D4}" presName="node" presStyleLbl="node1" presStyleIdx="3" presStyleCnt="7">
        <dgm:presLayoutVars>
          <dgm:bulletEnabled val="1"/>
        </dgm:presLayoutVars>
      </dgm:prSet>
      <dgm:spPr/>
    </dgm:pt>
    <dgm:pt modelId="{00544529-F08C-3448-A421-A7D87169E797}" type="pres">
      <dgm:prSet presAssocID="{1353F103-A237-4D3F-B2FE-21A7E8D03DFB}" presName="sibTrans" presStyleCnt="0"/>
      <dgm:spPr/>
    </dgm:pt>
    <dgm:pt modelId="{64EFA62A-0F5E-9842-94BC-88A12DEB3F6F}" type="pres">
      <dgm:prSet presAssocID="{729662EA-733B-4C3B-B9A8-5915FE3F895B}" presName="node" presStyleLbl="node1" presStyleIdx="4" presStyleCnt="7">
        <dgm:presLayoutVars>
          <dgm:bulletEnabled val="1"/>
        </dgm:presLayoutVars>
      </dgm:prSet>
      <dgm:spPr/>
    </dgm:pt>
    <dgm:pt modelId="{89FF34F2-E06D-1B46-BA11-640C9AABE9B9}" type="pres">
      <dgm:prSet presAssocID="{EBD76660-4F2C-4280-BEEA-A22F191A41E2}" presName="sibTrans" presStyleCnt="0"/>
      <dgm:spPr/>
    </dgm:pt>
    <dgm:pt modelId="{9E568B9C-1277-D14F-9DBC-38106CD2372F}" type="pres">
      <dgm:prSet presAssocID="{49325472-CD14-4DC9-8A13-A01ED7D0BA38}" presName="node" presStyleLbl="node1" presStyleIdx="5" presStyleCnt="7">
        <dgm:presLayoutVars>
          <dgm:bulletEnabled val="1"/>
        </dgm:presLayoutVars>
      </dgm:prSet>
      <dgm:spPr/>
    </dgm:pt>
    <dgm:pt modelId="{049118B6-185E-014D-8A3F-0C08F88A8B3F}" type="pres">
      <dgm:prSet presAssocID="{378313C3-619C-4E54-B57C-12F0253965AD}" presName="sibTrans" presStyleCnt="0"/>
      <dgm:spPr/>
    </dgm:pt>
    <dgm:pt modelId="{70035866-003B-324C-B279-483DAEC47149}" type="pres">
      <dgm:prSet presAssocID="{AFBD0BA4-BDE8-4EA8-BAE6-0464A1C95677}" presName="node" presStyleLbl="node1" presStyleIdx="6" presStyleCnt="7">
        <dgm:presLayoutVars>
          <dgm:bulletEnabled val="1"/>
        </dgm:presLayoutVars>
      </dgm:prSet>
      <dgm:spPr/>
    </dgm:pt>
  </dgm:ptLst>
  <dgm:cxnLst>
    <dgm:cxn modelId="{3413F106-7B07-104C-8EC4-604CCF6E885D}" type="presOf" srcId="{AFBD0BA4-BDE8-4EA8-BAE6-0464A1C95677}" destId="{70035866-003B-324C-B279-483DAEC47149}" srcOrd="0" destOrd="0" presId="urn:microsoft.com/office/officeart/2005/8/layout/default"/>
    <dgm:cxn modelId="{A3840F36-BBA3-114B-B1F3-E4EFE366B247}" type="presOf" srcId="{FD1BB9CB-2893-4703-8B61-6E8A436503D4}" destId="{4F7180C4-4F22-DB43-A4B6-00D7540F48D2}" srcOrd="0" destOrd="0" presId="urn:microsoft.com/office/officeart/2005/8/layout/default"/>
    <dgm:cxn modelId="{9AEE4B36-B2D1-4DB7-B4C7-AB1A9389A957}" srcId="{EA8EB583-ED58-4F76-A987-D7F535744BC5}" destId="{154EDD2A-2D4E-4FA8-AE13-79179FC03CDF}" srcOrd="2" destOrd="0" parTransId="{56B86BF9-A18B-4A3E-AFE1-88AF31FC288E}" sibTransId="{2AC6D046-FC95-4B22-91DE-7268E429AE08}"/>
    <dgm:cxn modelId="{19C7CF48-B034-FB4A-932F-737DEF9E64FB}" type="presOf" srcId="{49325472-CD14-4DC9-8A13-A01ED7D0BA38}" destId="{9E568B9C-1277-D14F-9DBC-38106CD2372F}" srcOrd="0" destOrd="0" presId="urn:microsoft.com/office/officeart/2005/8/layout/default"/>
    <dgm:cxn modelId="{B02A395C-7831-B346-8DA9-990D11DD6F55}" type="presOf" srcId="{32F80E87-793E-413C-9161-BAD8255CEE69}" destId="{70035866-003B-324C-B279-483DAEC47149}" srcOrd="0" destOrd="1" presId="urn:microsoft.com/office/officeart/2005/8/layout/default"/>
    <dgm:cxn modelId="{74E08F66-B665-44D5-BDD9-D5304E7C5F3D}" srcId="{EA8EB583-ED58-4F76-A987-D7F535744BC5}" destId="{49325472-CD14-4DC9-8A13-A01ED7D0BA38}" srcOrd="5" destOrd="0" parTransId="{85999765-91A4-4977-8861-0DF2527FDEC4}" sibTransId="{378313C3-619C-4E54-B57C-12F0253965AD}"/>
    <dgm:cxn modelId="{4E78F667-EBC0-4405-91E0-0D8E0B87EABB}" srcId="{AFBD0BA4-BDE8-4EA8-BAE6-0464A1C95677}" destId="{32F80E87-793E-413C-9161-BAD8255CEE69}" srcOrd="0" destOrd="0" parTransId="{2274F61D-865A-42A3-8383-283475581AAA}" sibTransId="{843CAFBA-F24B-4416-AF8C-EE899B6F0268}"/>
    <dgm:cxn modelId="{1E12A469-3164-5A4F-BC22-AD83D4FF959F}" type="presOf" srcId="{EA8EB583-ED58-4F76-A987-D7F535744BC5}" destId="{D6D34A60-ED10-EF4E-A3A4-03554F1623E8}" srcOrd="0" destOrd="0" presId="urn:microsoft.com/office/officeart/2005/8/layout/default"/>
    <dgm:cxn modelId="{6920EF7A-AD86-4C0B-9AF3-6724DE2527EE}" srcId="{EA8EB583-ED58-4F76-A987-D7F535744BC5}" destId="{59B83C39-A774-434D-BB3D-FC97E630CE9E}" srcOrd="0" destOrd="0" parTransId="{4513297C-912F-4696-9D8A-E268EAF50561}" sibTransId="{CEEF4E0C-4E4E-4BBC-A478-F3D9C5F760D5}"/>
    <dgm:cxn modelId="{32052E7B-7AE2-4F9F-93DA-6FABA6CC5FC5}" srcId="{59B83C39-A774-434D-BB3D-FC97E630CE9E}" destId="{0253F050-A256-49DE-BA16-31F9643C44AE}" srcOrd="0" destOrd="0" parTransId="{22F97ADD-63E4-46E7-8026-9F9A88DB4D7D}" sibTransId="{EF597E5A-1FE1-4630-9B3A-B8E7F4EE3335}"/>
    <dgm:cxn modelId="{D128D283-7D13-C44D-95ED-5199A70F72EE}" type="presOf" srcId="{A2F6DD8B-F288-426D-BED8-4A55FFEB579A}" destId="{8897D628-3F19-E54B-85DA-69BDC7AF7662}" srcOrd="0" destOrd="0" presId="urn:microsoft.com/office/officeart/2005/8/layout/default"/>
    <dgm:cxn modelId="{2961279C-62E5-554E-B050-CC012851A5B4}" type="presOf" srcId="{0253F050-A256-49DE-BA16-31F9643C44AE}" destId="{E22D71D1-C52E-4F4E-BFA9-117C72FC97F1}" srcOrd="0" destOrd="1" presId="urn:microsoft.com/office/officeart/2005/8/layout/default"/>
    <dgm:cxn modelId="{3C062AA5-6A49-4EE5-A8F7-81723D70A572}" srcId="{EA8EB583-ED58-4F76-A987-D7F535744BC5}" destId="{FD1BB9CB-2893-4703-8B61-6E8A436503D4}" srcOrd="3" destOrd="0" parTransId="{E22639DB-D940-4898-B792-9DD16DECAE38}" sibTransId="{1353F103-A237-4D3F-B2FE-21A7E8D03DFB}"/>
    <dgm:cxn modelId="{F6BB77D3-E83D-442F-ADA1-E3CADFB5F535}" srcId="{EA8EB583-ED58-4F76-A987-D7F535744BC5}" destId="{AFBD0BA4-BDE8-4EA8-BAE6-0464A1C95677}" srcOrd="6" destOrd="0" parTransId="{B1B26BFB-00EC-40F5-AF8E-916B017C5D84}" sibTransId="{3DF7C267-756B-42D4-B799-5D14BB17FD75}"/>
    <dgm:cxn modelId="{0A455FD5-7BC9-E943-9385-2BCA4AFFE38F}" type="presOf" srcId="{154EDD2A-2D4E-4FA8-AE13-79179FC03CDF}" destId="{9B2744ED-1942-4146-B704-29225CB47A3C}" srcOrd="0" destOrd="0" presId="urn:microsoft.com/office/officeart/2005/8/layout/default"/>
    <dgm:cxn modelId="{94DF99E6-3860-C54E-9EA7-CE4E9B3053A4}" type="presOf" srcId="{729662EA-733B-4C3B-B9A8-5915FE3F895B}" destId="{64EFA62A-0F5E-9842-94BC-88A12DEB3F6F}" srcOrd="0" destOrd="0" presId="urn:microsoft.com/office/officeart/2005/8/layout/default"/>
    <dgm:cxn modelId="{99ADD4EF-7491-DC4A-B36E-706D123D413D}" type="presOf" srcId="{59B83C39-A774-434D-BB3D-FC97E630CE9E}" destId="{E22D71D1-C52E-4F4E-BFA9-117C72FC97F1}" srcOrd="0" destOrd="0" presId="urn:microsoft.com/office/officeart/2005/8/layout/default"/>
    <dgm:cxn modelId="{559243FC-7F07-4976-8EE7-2676CFFEA982}" srcId="{EA8EB583-ED58-4F76-A987-D7F535744BC5}" destId="{729662EA-733B-4C3B-B9A8-5915FE3F895B}" srcOrd="4" destOrd="0" parTransId="{9A252649-2065-4365-A748-10D3846D85C6}" sibTransId="{EBD76660-4F2C-4280-BEEA-A22F191A41E2}"/>
    <dgm:cxn modelId="{B7198FFD-F384-4CC3-B4A3-5482A1CADC42}" srcId="{EA8EB583-ED58-4F76-A987-D7F535744BC5}" destId="{A2F6DD8B-F288-426D-BED8-4A55FFEB579A}" srcOrd="1" destOrd="0" parTransId="{58B5662B-54FC-4D96-BD83-8445F3AE66AB}" sibTransId="{F100F1F6-C2A2-4752-821B-22FCEDE5F577}"/>
    <dgm:cxn modelId="{4D6C828D-9E37-A543-8488-FB23B039A4FC}" type="presParOf" srcId="{D6D34A60-ED10-EF4E-A3A4-03554F1623E8}" destId="{E22D71D1-C52E-4F4E-BFA9-117C72FC97F1}" srcOrd="0" destOrd="0" presId="urn:microsoft.com/office/officeart/2005/8/layout/default"/>
    <dgm:cxn modelId="{EF4234CA-2928-DC4E-B28C-36CF337D98F1}" type="presParOf" srcId="{D6D34A60-ED10-EF4E-A3A4-03554F1623E8}" destId="{F357B3F1-927D-084E-87A2-B1B34DD4E76F}" srcOrd="1" destOrd="0" presId="urn:microsoft.com/office/officeart/2005/8/layout/default"/>
    <dgm:cxn modelId="{FF2E0764-CFE4-714A-9694-CB1D84A1ECBD}" type="presParOf" srcId="{D6D34A60-ED10-EF4E-A3A4-03554F1623E8}" destId="{8897D628-3F19-E54B-85DA-69BDC7AF7662}" srcOrd="2" destOrd="0" presId="urn:microsoft.com/office/officeart/2005/8/layout/default"/>
    <dgm:cxn modelId="{136249EA-F8E7-5C43-9229-70DB2D5E0C88}" type="presParOf" srcId="{D6D34A60-ED10-EF4E-A3A4-03554F1623E8}" destId="{78435B7A-FE8B-7E47-ABF7-376D3CEF89C7}" srcOrd="3" destOrd="0" presId="urn:microsoft.com/office/officeart/2005/8/layout/default"/>
    <dgm:cxn modelId="{50C13497-D345-7449-842E-BED5BAC7DC46}" type="presParOf" srcId="{D6D34A60-ED10-EF4E-A3A4-03554F1623E8}" destId="{9B2744ED-1942-4146-B704-29225CB47A3C}" srcOrd="4" destOrd="0" presId="urn:microsoft.com/office/officeart/2005/8/layout/default"/>
    <dgm:cxn modelId="{7D64F6A0-C143-5545-B115-864D6A15B07F}" type="presParOf" srcId="{D6D34A60-ED10-EF4E-A3A4-03554F1623E8}" destId="{4608A49D-F473-AB4A-914C-C8D51D28860E}" srcOrd="5" destOrd="0" presId="urn:microsoft.com/office/officeart/2005/8/layout/default"/>
    <dgm:cxn modelId="{FF7D572D-53D7-2341-BB67-9CEE255FB730}" type="presParOf" srcId="{D6D34A60-ED10-EF4E-A3A4-03554F1623E8}" destId="{4F7180C4-4F22-DB43-A4B6-00D7540F48D2}" srcOrd="6" destOrd="0" presId="urn:microsoft.com/office/officeart/2005/8/layout/default"/>
    <dgm:cxn modelId="{7B8AEA7E-A942-844D-A9B8-BF484E3CB2A0}" type="presParOf" srcId="{D6D34A60-ED10-EF4E-A3A4-03554F1623E8}" destId="{00544529-F08C-3448-A421-A7D87169E797}" srcOrd="7" destOrd="0" presId="urn:microsoft.com/office/officeart/2005/8/layout/default"/>
    <dgm:cxn modelId="{C1D4AB6D-14AC-2F45-8797-C4CBE9C0483C}" type="presParOf" srcId="{D6D34A60-ED10-EF4E-A3A4-03554F1623E8}" destId="{64EFA62A-0F5E-9842-94BC-88A12DEB3F6F}" srcOrd="8" destOrd="0" presId="urn:microsoft.com/office/officeart/2005/8/layout/default"/>
    <dgm:cxn modelId="{AFA9DF08-AB8B-A041-82ED-62F0D29CCA5A}" type="presParOf" srcId="{D6D34A60-ED10-EF4E-A3A4-03554F1623E8}" destId="{89FF34F2-E06D-1B46-BA11-640C9AABE9B9}" srcOrd="9" destOrd="0" presId="urn:microsoft.com/office/officeart/2005/8/layout/default"/>
    <dgm:cxn modelId="{EB4D67CA-4CB6-5E43-9D2C-CFD1FC997B8B}" type="presParOf" srcId="{D6D34A60-ED10-EF4E-A3A4-03554F1623E8}" destId="{9E568B9C-1277-D14F-9DBC-38106CD2372F}" srcOrd="10" destOrd="0" presId="urn:microsoft.com/office/officeart/2005/8/layout/default"/>
    <dgm:cxn modelId="{39B2D809-2E7E-0F49-BF66-FBC2D40D5FB2}" type="presParOf" srcId="{D6D34A60-ED10-EF4E-A3A4-03554F1623E8}" destId="{049118B6-185E-014D-8A3F-0C08F88A8B3F}" srcOrd="11" destOrd="0" presId="urn:microsoft.com/office/officeart/2005/8/layout/default"/>
    <dgm:cxn modelId="{0BE5656B-D95C-2042-9F54-473AF266DB59}" type="presParOf" srcId="{D6D34A60-ED10-EF4E-A3A4-03554F1623E8}" destId="{70035866-003B-324C-B279-483DAEC47149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3B42D340-CE87-4996-8559-437E1313DF5A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CAC5370-2F04-44E6-AAA1-B3B010370BD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∗	Performance Analysis</a:t>
          </a:r>
        </a:p>
      </dgm:t>
    </dgm:pt>
    <dgm:pt modelId="{24CBD945-DA69-4F3E-94C2-0DD750FDF495}" type="parTrans" cxnId="{28791D60-A2BA-4C40-8442-2C6F5BF6F9EF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6056449A-0167-48B8-A600-E36FCD24FBB6}" type="sibTrans" cxnId="{28791D60-A2BA-4C40-8442-2C6F5BF6F9EF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2C32F307-ED08-4BF3-B8CD-5959C225352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∗	How many records (K*M) the reducer is getting?</a:t>
          </a:r>
        </a:p>
      </dgm:t>
    </dgm:pt>
    <dgm:pt modelId="{94096E85-C0E8-41BB-82AF-E806347F561E}" type="parTrans" cxnId="{F6648A4E-8170-422D-BEB3-E248D75BB399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571F1D4D-408B-4983-AEAC-5EE1025F2BF9}" type="sibTrans" cxnId="{F6648A4E-8170-422D-BEB3-E248D75BB399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CA53F111-6848-4E59-8947-EFC8AFC1967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∗	The sort can become an expensive operation when it has too many records and has to do most of the sorting on local</a:t>
          </a:r>
        </a:p>
      </dgm:t>
    </dgm:pt>
    <dgm:pt modelId="{AD34F180-F3E4-4F30-9B0C-81A18743119F}" type="parTrans" cxnId="{726E8FE4-D7C6-44A2-B1CB-1427EEF1D874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05431CF3-309C-45A6-903D-A4D34DE1CD7D}" type="sibTrans" cxnId="{726E8FE4-D7C6-44A2-B1CB-1427EEF1D874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0ED4CCEA-62F0-41F1-B5B8-8525D11F09E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∗	The reducer host will receive a lot of data over the network à a network resource hot spot</a:t>
          </a:r>
        </a:p>
      </dgm:t>
    </dgm:pt>
    <dgm:pt modelId="{23F9BB35-1CE9-46A9-87B3-F62B327996B5}" type="parTrans" cxnId="{BCAD9AD8-4D54-4E0F-A87C-4DA4DE38AFF7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7C335C53-8BFC-49BE-BF8A-A20D9315876B}" type="sibTrans" cxnId="{BCAD9AD8-4D54-4E0F-A87C-4DA4DE38AFF7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24AA5505-451F-4BF9-B3F3-E57BE01A6B2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∗	Naturally, scanning through all the data in the reduce will take a long time if there are many records to look through</a:t>
          </a:r>
        </a:p>
      </dgm:t>
    </dgm:pt>
    <dgm:pt modelId="{CDBFE7F3-1871-4ED2-827D-92B381054245}" type="parTrans" cxnId="{E9F8585D-E6C7-4017-9DC2-B3ECC49E722F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1FB815F7-D421-45A5-9181-007014A4C138}" type="sibTrans" cxnId="{E9F8585D-E6C7-4017-9DC2-B3ECC49E722F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D0982628-DF28-4E31-B104-65051259AEE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∗	Any sort of memory growth in the reducer has the possibility of blowing through the Java virtual machine’s memory</a:t>
          </a:r>
        </a:p>
      </dgm:t>
    </dgm:pt>
    <dgm:pt modelId="{A4261DB2-2EFF-435A-B3FE-FFB3960D1437}" type="parTrans" cxnId="{1E7EF0C6-45C5-4BBE-BA52-15596D3AC6A5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6F2B1E5D-0023-45FE-9C67-E5B9BDE3CB1D}" type="sibTrans" cxnId="{1E7EF0C6-45C5-4BBE-BA52-15596D3AC6A5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CBA83EC0-1660-40A6-9E95-206CF919697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∗	Writes to the output file are not parallelized</a:t>
          </a:r>
        </a:p>
      </dgm:t>
    </dgm:pt>
    <dgm:pt modelId="{D24A3C04-3C04-4891-B2AD-ABAB66D43ADB}" type="parTrans" cxnId="{B2F38DB9-1DCD-475D-A4E0-3518C5399F78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669FD6E1-02C2-4E7F-951E-5789D553C029}" type="sibTrans" cxnId="{B2F38DB9-1DCD-475D-A4E0-3518C5399F78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6FFF0DF4-D18A-46EC-9C84-C425F65FD49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∗	Reference</a:t>
          </a:r>
        </a:p>
      </dgm:t>
    </dgm:pt>
    <dgm:pt modelId="{A6C40489-1DFD-40C6-8889-E674444D945D}" type="parTrans" cxnId="{1AA9B5D0-B366-4319-AB0A-96A128AC95B2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5B69A705-7AE9-49EB-84AB-C0CB188FF35F}" type="sibTrans" cxnId="{1AA9B5D0-B366-4319-AB0A-96A128AC95B2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6145440A-E3F5-47A3-B11D-16856619FB0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>
              <a:hlinkClick xmlns:r="http://schemas.openxmlformats.org/officeDocument/2006/relationships" r:id="rId1"/>
            </a:rPr>
            <a:t>∗</a:t>
          </a:r>
          <a:endParaRPr lang="en-US" sz="2000"/>
        </a:p>
      </dgm:t>
    </dgm:pt>
    <dgm:pt modelId="{6D33F698-1669-4C83-B49F-EE876E98DED1}" type="parTrans" cxnId="{4AF83860-9DFF-4AF0-9F7A-5AFB898F32FB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F7FE0E47-B2E5-4204-B1BF-C74FFCAE161F}" type="sibTrans" cxnId="{4AF83860-9DFF-4AF0-9F7A-5AFB898F32FB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39CB48F7-5C5A-9943-86C8-BB367A783CFC}" type="pres">
      <dgm:prSet presAssocID="{3B42D340-CE87-4996-8559-437E1313DF5A}" presName="linear" presStyleCnt="0">
        <dgm:presLayoutVars>
          <dgm:animLvl val="lvl"/>
          <dgm:resizeHandles val="exact"/>
        </dgm:presLayoutVars>
      </dgm:prSet>
      <dgm:spPr/>
    </dgm:pt>
    <dgm:pt modelId="{78F91F6B-A612-484D-BCA1-2A8EAF1603D3}" type="pres">
      <dgm:prSet presAssocID="{0CAC5370-2F04-44E6-AAA1-B3B010370BD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0307621-926B-5C46-8C18-6B53B62A75C2}" type="pres">
      <dgm:prSet presAssocID="{0CAC5370-2F04-44E6-AAA1-B3B010370BD7}" presName="childText" presStyleLbl="revTx" presStyleIdx="0" presStyleCnt="2">
        <dgm:presLayoutVars>
          <dgm:bulletEnabled val="1"/>
        </dgm:presLayoutVars>
      </dgm:prSet>
      <dgm:spPr/>
    </dgm:pt>
    <dgm:pt modelId="{D17C3CD4-F9C8-6640-B6DD-3E78B4154F2E}" type="pres">
      <dgm:prSet presAssocID="{6FFF0DF4-D18A-46EC-9C84-C425F65FD49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08E3FAF-123A-5042-A3E5-34978CE56BBC}" type="pres">
      <dgm:prSet presAssocID="{6FFF0DF4-D18A-46EC-9C84-C425F65FD499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171D3632-15BF-6D4C-9081-94827ACDDD43}" type="presOf" srcId="{0ED4CCEA-62F0-41F1-B5B8-8525D11F09E3}" destId="{80307621-926B-5C46-8C18-6B53B62A75C2}" srcOrd="0" destOrd="2" presId="urn:microsoft.com/office/officeart/2005/8/layout/vList2"/>
    <dgm:cxn modelId="{D4FE863B-32DE-244F-A0BC-963DDEE0FC7E}" type="presOf" srcId="{CA53F111-6848-4E59-8947-EFC8AFC1967F}" destId="{80307621-926B-5C46-8C18-6B53B62A75C2}" srcOrd="0" destOrd="1" presId="urn:microsoft.com/office/officeart/2005/8/layout/vList2"/>
    <dgm:cxn modelId="{AB1EE548-8632-9447-AEE2-EEABD592B77A}" type="presOf" srcId="{24AA5505-451F-4BF9-B3F3-E57BE01A6B26}" destId="{80307621-926B-5C46-8C18-6B53B62A75C2}" srcOrd="0" destOrd="3" presId="urn:microsoft.com/office/officeart/2005/8/layout/vList2"/>
    <dgm:cxn modelId="{F6648A4E-8170-422D-BEB3-E248D75BB399}" srcId="{0CAC5370-2F04-44E6-AAA1-B3B010370BD7}" destId="{2C32F307-ED08-4BF3-B8CD-5959C2253523}" srcOrd="0" destOrd="0" parTransId="{94096E85-C0E8-41BB-82AF-E806347F561E}" sibTransId="{571F1D4D-408B-4983-AEAC-5EE1025F2BF9}"/>
    <dgm:cxn modelId="{E9F8585D-E6C7-4017-9DC2-B3ECC49E722F}" srcId="{0ED4CCEA-62F0-41F1-B5B8-8525D11F09E3}" destId="{24AA5505-451F-4BF9-B3F3-E57BE01A6B26}" srcOrd="0" destOrd="0" parTransId="{CDBFE7F3-1871-4ED2-827D-92B381054245}" sibTransId="{1FB815F7-D421-45A5-9181-007014A4C138}"/>
    <dgm:cxn modelId="{28791D60-A2BA-4C40-8442-2C6F5BF6F9EF}" srcId="{3B42D340-CE87-4996-8559-437E1313DF5A}" destId="{0CAC5370-2F04-44E6-AAA1-B3B010370BD7}" srcOrd="0" destOrd="0" parTransId="{24CBD945-DA69-4F3E-94C2-0DD750FDF495}" sibTransId="{6056449A-0167-48B8-A600-E36FCD24FBB6}"/>
    <dgm:cxn modelId="{4AF83860-9DFF-4AF0-9F7A-5AFB898F32FB}" srcId="{6FFF0DF4-D18A-46EC-9C84-C425F65FD499}" destId="{6145440A-E3F5-47A3-B11D-16856619FB05}" srcOrd="0" destOrd="0" parTransId="{6D33F698-1669-4C83-B49F-EE876E98DED1}" sibTransId="{F7FE0E47-B2E5-4204-B1BF-C74FFCAE161F}"/>
    <dgm:cxn modelId="{2EEF5068-C4B6-D047-9B9C-08D1FA237BA6}" type="presOf" srcId="{2C32F307-ED08-4BF3-B8CD-5959C2253523}" destId="{80307621-926B-5C46-8C18-6B53B62A75C2}" srcOrd="0" destOrd="0" presId="urn:microsoft.com/office/officeart/2005/8/layout/vList2"/>
    <dgm:cxn modelId="{21E02D6A-5B30-534F-87B5-AE0850D182D6}" type="presOf" srcId="{6145440A-E3F5-47A3-B11D-16856619FB05}" destId="{708E3FAF-123A-5042-A3E5-34978CE56BBC}" srcOrd="0" destOrd="0" presId="urn:microsoft.com/office/officeart/2005/8/layout/vList2"/>
    <dgm:cxn modelId="{E77A0A7A-65F4-8743-A933-CDB80D6E7B29}" type="presOf" srcId="{3B42D340-CE87-4996-8559-437E1313DF5A}" destId="{39CB48F7-5C5A-9943-86C8-BB367A783CFC}" srcOrd="0" destOrd="0" presId="urn:microsoft.com/office/officeart/2005/8/layout/vList2"/>
    <dgm:cxn modelId="{73EE138B-A8C6-AD4C-803E-4C2C7A384F87}" type="presOf" srcId="{D0982628-DF28-4E31-B104-65051259AEE1}" destId="{80307621-926B-5C46-8C18-6B53B62A75C2}" srcOrd="0" destOrd="4" presId="urn:microsoft.com/office/officeart/2005/8/layout/vList2"/>
    <dgm:cxn modelId="{58E8648B-6D86-E249-9768-F96E75C9994B}" type="presOf" srcId="{0CAC5370-2F04-44E6-AAA1-B3B010370BD7}" destId="{78F91F6B-A612-484D-BCA1-2A8EAF1603D3}" srcOrd="0" destOrd="0" presId="urn:microsoft.com/office/officeart/2005/8/layout/vList2"/>
    <dgm:cxn modelId="{B2F38DB9-1DCD-475D-A4E0-3518C5399F78}" srcId="{0CAC5370-2F04-44E6-AAA1-B3B010370BD7}" destId="{CBA83EC0-1660-40A6-9E95-206CF9196979}" srcOrd="2" destOrd="0" parTransId="{D24A3C04-3C04-4891-B2AD-ABAB66D43ADB}" sibTransId="{669FD6E1-02C2-4E7F-951E-5789D553C029}"/>
    <dgm:cxn modelId="{1E7EF0C6-45C5-4BBE-BA52-15596D3AC6A5}" srcId="{0ED4CCEA-62F0-41F1-B5B8-8525D11F09E3}" destId="{D0982628-DF28-4E31-B104-65051259AEE1}" srcOrd="1" destOrd="0" parTransId="{A4261DB2-2EFF-435A-B3FE-FFB3960D1437}" sibTransId="{6F2B1E5D-0023-45FE-9C67-E5B9BDE3CB1D}"/>
    <dgm:cxn modelId="{B356E4CA-C88B-6B4D-9E9E-902D0E35FEEB}" type="presOf" srcId="{CBA83EC0-1660-40A6-9E95-206CF9196979}" destId="{80307621-926B-5C46-8C18-6B53B62A75C2}" srcOrd="0" destOrd="5" presId="urn:microsoft.com/office/officeart/2005/8/layout/vList2"/>
    <dgm:cxn modelId="{1AA9B5D0-B366-4319-AB0A-96A128AC95B2}" srcId="{3B42D340-CE87-4996-8559-437E1313DF5A}" destId="{6FFF0DF4-D18A-46EC-9C84-C425F65FD499}" srcOrd="1" destOrd="0" parTransId="{A6C40489-1DFD-40C6-8889-E674444D945D}" sibTransId="{5B69A705-7AE9-49EB-84AB-C0CB188FF35F}"/>
    <dgm:cxn modelId="{BCAD9AD8-4D54-4E0F-A87C-4DA4DE38AFF7}" srcId="{0CAC5370-2F04-44E6-AAA1-B3B010370BD7}" destId="{0ED4CCEA-62F0-41F1-B5B8-8525D11F09E3}" srcOrd="1" destOrd="0" parTransId="{23F9BB35-1CE9-46A9-87B3-F62B327996B5}" sibTransId="{7C335C53-8BFC-49BE-BF8A-A20D9315876B}"/>
    <dgm:cxn modelId="{08B87FE2-22B2-6D40-94E6-1D555E07E30A}" type="presOf" srcId="{6FFF0DF4-D18A-46EC-9C84-C425F65FD499}" destId="{D17C3CD4-F9C8-6640-B6DD-3E78B4154F2E}" srcOrd="0" destOrd="0" presId="urn:microsoft.com/office/officeart/2005/8/layout/vList2"/>
    <dgm:cxn modelId="{726E8FE4-D7C6-44A2-B1CB-1427EEF1D874}" srcId="{2C32F307-ED08-4BF3-B8CD-5959C2253523}" destId="{CA53F111-6848-4E59-8947-EFC8AFC1967F}" srcOrd="0" destOrd="0" parTransId="{AD34F180-F3E4-4F30-9B0C-81A18743119F}" sibTransId="{05431CF3-309C-45A6-903D-A4D34DE1CD7D}"/>
    <dgm:cxn modelId="{9C9EE217-E26C-C047-B0F5-92B6801A5E6E}" type="presParOf" srcId="{39CB48F7-5C5A-9943-86C8-BB367A783CFC}" destId="{78F91F6B-A612-484D-BCA1-2A8EAF1603D3}" srcOrd="0" destOrd="0" presId="urn:microsoft.com/office/officeart/2005/8/layout/vList2"/>
    <dgm:cxn modelId="{4AAE2B4E-583D-814F-B1EE-620A87EC7CAB}" type="presParOf" srcId="{39CB48F7-5C5A-9943-86C8-BB367A783CFC}" destId="{80307621-926B-5C46-8C18-6B53B62A75C2}" srcOrd="1" destOrd="0" presId="urn:microsoft.com/office/officeart/2005/8/layout/vList2"/>
    <dgm:cxn modelId="{EE5051F6-C581-F04C-8D99-595DA303335D}" type="presParOf" srcId="{39CB48F7-5C5A-9943-86C8-BB367A783CFC}" destId="{D17C3CD4-F9C8-6640-B6DD-3E78B4154F2E}" srcOrd="2" destOrd="0" presId="urn:microsoft.com/office/officeart/2005/8/layout/vList2"/>
    <dgm:cxn modelId="{5E525392-423C-5F4B-A7CD-6A2B53D57748}" type="presParOf" srcId="{39CB48F7-5C5A-9943-86C8-BB367A783CFC}" destId="{708E3FAF-123A-5042-A3E5-34978CE56BBC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6BCAFC00-8A7E-41F4-B78B-EF4DC0A3B716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F9D92FD-D6BA-461D-9159-D312E59EEAB2}">
      <dgm:prSet custT="1"/>
      <dgm:spPr/>
      <dgm:t>
        <a:bodyPr/>
        <a:lstStyle/>
        <a:p>
          <a:r>
            <a:rPr lang="en-US" sz="1600"/>
            <a:t>∗ Intent:</a:t>
          </a:r>
        </a:p>
      </dgm:t>
    </dgm:pt>
    <dgm:pt modelId="{B906C53C-8A32-46B1-85A4-BC63DE40569B}" type="parTrans" cxnId="{02F7336D-8C8D-467F-90C8-863906997A2F}">
      <dgm:prSet/>
      <dgm:spPr/>
      <dgm:t>
        <a:bodyPr/>
        <a:lstStyle/>
        <a:p>
          <a:endParaRPr lang="en-US" sz="1600"/>
        </a:p>
      </dgm:t>
    </dgm:pt>
    <dgm:pt modelId="{8A2F278C-561D-4457-BE34-21D2DB3E7F57}" type="sibTrans" cxnId="{02F7336D-8C8D-467F-90C8-863906997A2F}">
      <dgm:prSet custT="1"/>
      <dgm:spPr/>
      <dgm:t>
        <a:bodyPr/>
        <a:lstStyle/>
        <a:p>
          <a:endParaRPr lang="en-US" sz="1600"/>
        </a:p>
      </dgm:t>
    </dgm:pt>
    <dgm:pt modelId="{58953F9F-7CB8-4F3D-8E3F-1B7B8D5B5204}">
      <dgm:prSet custT="1"/>
      <dgm:spPr/>
      <dgm:t>
        <a:bodyPr/>
        <a:lstStyle/>
        <a:p>
          <a:r>
            <a:rPr lang="en-US" sz="1600"/>
            <a:t>∗	To find a unique set of values from similar records</a:t>
          </a:r>
        </a:p>
      </dgm:t>
    </dgm:pt>
    <dgm:pt modelId="{E2DF4220-D403-4A21-92F1-C5A62A98EBFB}" type="parTrans" cxnId="{51760223-5CFE-4A39-AED2-6F3F213B82DB}">
      <dgm:prSet/>
      <dgm:spPr/>
      <dgm:t>
        <a:bodyPr/>
        <a:lstStyle/>
        <a:p>
          <a:endParaRPr lang="en-US" sz="1600"/>
        </a:p>
      </dgm:t>
    </dgm:pt>
    <dgm:pt modelId="{1556F614-C349-4A71-ADD0-45F8465AB4E3}" type="sibTrans" cxnId="{51760223-5CFE-4A39-AED2-6F3F213B82DB}">
      <dgm:prSet/>
      <dgm:spPr/>
      <dgm:t>
        <a:bodyPr/>
        <a:lstStyle/>
        <a:p>
          <a:endParaRPr lang="en-US" sz="1600"/>
        </a:p>
      </dgm:t>
    </dgm:pt>
    <dgm:pt modelId="{AA2C07B4-C2B8-46B6-875A-38CCDFBF5C74}">
      <dgm:prSet custT="1"/>
      <dgm:spPr/>
      <dgm:t>
        <a:bodyPr/>
        <a:lstStyle/>
        <a:p>
          <a:r>
            <a:rPr lang="en-US" sz="1600"/>
            <a:t>∗ Motivation</a:t>
          </a:r>
        </a:p>
      </dgm:t>
    </dgm:pt>
    <dgm:pt modelId="{D455D2A2-EBEE-4BB4-8B94-550DB8F3733C}" type="parTrans" cxnId="{C31EAB3F-D0A7-4E45-8A61-6A45E953EFED}">
      <dgm:prSet/>
      <dgm:spPr/>
      <dgm:t>
        <a:bodyPr/>
        <a:lstStyle/>
        <a:p>
          <a:endParaRPr lang="en-US" sz="1600"/>
        </a:p>
      </dgm:t>
    </dgm:pt>
    <dgm:pt modelId="{1560837E-2E58-4BDC-ADA8-79843793A821}" type="sibTrans" cxnId="{C31EAB3F-D0A7-4E45-8A61-6A45E953EFED}">
      <dgm:prSet custT="1"/>
      <dgm:spPr/>
      <dgm:t>
        <a:bodyPr/>
        <a:lstStyle/>
        <a:p>
          <a:endParaRPr lang="en-US" sz="1600"/>
        </a:p>
      </dgm:t>
    </dgm:pt>
    <dgm:pt modelId="{C308A709-A209-4D9D-8D88-2CC81879227C}">
      <dgm:prSet custT="1"/>
      <dgm:spPr/>
      <dgm:t>
        <a:bodyPr/>
        <a:lstStyle/>
        <a:p>
          <a:r>
            <a:rPr lang="en-US" sz="1600"/>
            <a:t>∗	Reducing a data set to a unique set of values has several uses</a:t>
          </a:r>
        </a:p>
      </dgm:t>
    </dgm:pt>
    <dgm:pt modelId="{F409A5CA-AB98-4D22-97BF-28B807C2B164}" type="parTrans" cxnId="{F67D6F50-54F7-42B2-B9BA-3742E4EE16DA}">
      <dgm:prSet/>
      <dgm:spPr/>
      <dgm:t>
        <a:bodyPr/>
        <a:lstStyle/>
        <a:p>
          <a:endParaRPr lang="en-US" sz="1600"/>
        </a:p>
      </dgm:t>
    </dgm:pt>
    <dgm:pt modelId="{200DEA14-6A2F-4BDB-9C60-722771A5C100}" type="sibTrans" cxnId="{F67D6F50-54F7-42B2-B9BA-3742E4EE16DA}">
      <dgm:prSet/>
      <dgm:spPr/>
      <dgm:t>
        <a:bodyPr/>
        <a:lstStyle/>
        <a:p>
          <a:endParaRPr lang="en-US" sz="1600"/>
        </a:p>
      </dgm:t>
    </dgm:pt>
    <dgm:pt modelId="{F00E75E0-1A67-4FD2-AFA9-FBEA742FD587}">
      <dgm:prSet custT="1"/>
      <dgm:spPr/>
      <dgm:t>
        <a:bodyPr/>
        <a:lstStyle/>
        <a:p>
          <a:r>
            <a:rPr lang="en-US" sz="1600"/>
            <a:t>∗ Applicability</a:t>
          </a:r>
        </a:p>
      </dgm:t>
    </dgm:pt>
    <dgm:pt modelId="{EC31A40E-0157-46CD-8173-52FEC5FBD0CD}" type="parTrans" cxnId="{8B12EF7F-5245-424F-9A6F-D9DEE42E17BB}">
      <dgm:prSet/>
      <dgm:spPr/>
      <dgm:t>
        <a:bodyPr/>
        <a:lstStyle/>
        <a:p>
          <a:endParaRPr lang="en-US" sz="1600"/>
        </a:p>
      </dgm:t>
    </dgm:pt>
    <dgm:pt modelId="{96E8748A-C145-40C6-B5E8-D3EB10F71495}" type="sibTrans" cxnId="{8B12EF7F-5245-424F-9A6F-D9DEE42E17BB}">
      <dgm:prSet/>
      <dgm:spPr/>
      <dgm:t>
        <a:bodyPr/>
        <a:lstStyle/>
        <a:p>
          <a:endParaRPr lang="en-US" sz="1600"/>
        </a:p>
      </dgm:t>
    </dgm:pt>
    <dgm:pt modelId="{C9636B7E-3A4E-4761-9173-DC091BDB7125}">
      <dgm:prSet custT="1"/>
      <dgm:spPr/>
      <dgm:t>
        <a:bodyPr/>
        <a:lstStyle/>
        <a:p>
          <a:r>
            <a:rPr lang="en-US" sz="1600"/>
            <a:t>∗	You have duplicates values in data set; it is silly to use this pattern otherwise.</a:t>
          </a:r>
        </a:p>
      </dgm:t>
    </dgm:pt>
    <dgm:pt modelId="{30131699-A3EE-419F-A412-6DE99235A878}" type="parTrans" cxnId="{F025097E-6E60-4122-ABF9-FD0145989FD0}">
      <dgm:prSet/>
      <dgm:spPr/>
      <dgm:t>
        <a:bodyPr/>
        <a:lstStyle/>
        <a:p>
          <a:endParaRPr lang="en-US" sz="1600"/>
        </a:p>
      </dgm:t>
    </dgm:pt>
    <dgm:pt modelId="{C2E5DDEF-1D44-4C08-80AF-5AC7E7A055BB}" type="sibTrans" cxnId="{F025097E-6E60-4122-ABF9-FD0145989FD0}">
      <dgm:prSet/>
      <dgm:spPr/>
      <dgm:t>
        <a:bodyPr/>
        <a:lstStyle/>
        <a:p>
          <a:endParaRPr lang="en-US" sz="1600"/>
        </a:p>
      </dgm:t>
    </dgm:pt>
    <dgm:pt modelId="{E2AD0E65-7194-FD4E-8212-054492FB20C7}" type="pres">
      <dgm:prSet presAssocID="{6BCAFC00-8A7E-41F4-B78B-EF4DC0A3B716}" presName="Name0" presStyleCnt="0">
        <dgm:presLayoutVars>
          <dgm:dir/>
          <dgm:resizeHandles val="exact"/>
        </dgm:presLayoutVars>
      </dgm:prSet>
      <dgm:spPr/>
    </dgm:pt>
    <dgm:pt modelId="{BDF8DC09-A7E5-EF44-AEBA-A3D259922674}" type="pres">
      <dgm:prSet presAssocID="{0F9D92FD-D6BA-461D-9159-D312E59EEAB2}" presName="node" presStyleLbl="node1" presStyleIdx="0" presStyleCnt="3">
        <dgm:presLayoutVars>
          <dgm:bulletEnabled val="1"/>
        </dgm:presLayoutVars>
      </dgm:prSet>
      <dgm:spPr/>
    </dgm:pt>
    <dgm:pt modelId="{93B2CDB6-CDBD-E44B-BCA4-C0F64A868814}" type="pres">
      <dgm:prSet presAssocID="{8A2F278C-561D-4457-BE34-21D2DB3E7F57}" presName="sibTrans" presStyleLbl="sibTrans1D1" presStyleIdx="0" presStyleCnt="2"/>
      <dgm:spPr/>
    </dgm:pt>
    <dgm:pt modelId="{3CB15853-A782-EA4C-996B-8CD6471121D5}" type="pres">
      <dgm:prSet presAssocID="{8A2F278C-561D-4457-BE34-21D2DB3E7F57}" presName="connectorText" presStyleLbl="sibTrans1D1" presStyleIdx="0" presStyleCnt="2"/>
      <dgm:spPr/>
    </dgm:pt>
    <dgm:pt modelId="{627F6B0C-6106-784F-AE95-642CD2D408E2}" type="pres">
      <dgm:prSet presAssocID="{AA2C07B4-C2B8-46B6-875A-38CCDFBF5C74}" presName="node" presStyleLbl="node1" presStyleIdx="1" presStyleCnt="3">
        <dgm:presLayoutVars>
          <dgm:bulletEnabled val="1"/>
        </dgm:presLayoutVars>
      </dgm:prSet>
      <dgm:spPr/>
    </dgm:pt>
    <dgm:pt modelId="{18FE8017-DAB8-B04B-A527-D223E7193708}" type="pres">
      <dgm:prSet presAssocID="{1560837E-2E58-4BDC-ADA8-79843793A821}" presName="sibTrans" presStyleLbl="sibTrans1D1" presStyleIdx="1" presStyleCnt="2"/>
      <dgm:spPr/>
    </dgm:pt>
    <dgm:pt modelId="{CAC716E9-03BB-0C4C-A41C-535FFFE3A850}" type="pres">
      <dgm:prSet presAssocID="{1560837E-2E58-4BDC-ADA8-79843793A821}" presName="connectorText" presStyleLbl="sibTrans1D1" presStyleIdx="1" presStyleCnt="2"/>
      <dgm:spPr/>
    </dgm:pt>
    <dgm:pt modelId="{763FBBC7-BE19-CC4F-BD6D-7A481E3BC318}" type="pres">
      <dgm:prSet presAssocID="{F00E75E0-1A67-4FD2-AFA9-FBEA742FD587}" presName="node" presStyleLbl="node1" presStyleIdx="2" presStyleCnt="3">
        <dgm:presLayoutVars>
          <dgm:bulletEnabled val="1"/>
        </dgm:presLayoutVars>
      </dgm:prSet>
      <dgm:spPr/>
    </dgm:pt>
  </dgm:ptLst>
  <dgm:cxnLst>
    <dgm:cxn modelId="{6C326214-353F-4C4E-B072-44008A2FA474}" type="presOf" srcId="{C9636B7E-3A4E-4761-9173-DC091BDB7125}" destId="{763FBBC7-BE19-CC4F-BD6D-7A481E3BC318}" srcOrd="0" destOrd="1" presId="urn:microsoft.com/office/officeart/2016/7/layout/RepeatingBendingProcessNew"/>
    <dgm:cxn modelId="{51760223-5CFE-4A39-AED2-6F3F213B82DB}" srcId="{0F9D92FD-D6BA-461D-9159-D312E59EEAB2}" destId="{58953F9F-7CB8-4F3D-8E3F-1B7B8D5B5204}" srcOrd="0" destOrd="0" parTransId="{E2DF4220-D403-4A21-92F1-C5A62A98EBFB}" sibTransId="{1556F614-C349-4A71-ADD0-45F8465AB4E3}"/>
    <dgm:cxn modelId="{EE801C27-0E82-E04C-9763-67C572E3BB9C}" type="presOf" srcId="{6BCAFC00-8A7E-41F4-B78B-EF4DC0A3B716}" destId="{E2AD0E65-7194-FD4E-8212-054492FB20C7}" srcOrd="0" destOrd="0" presId="urn:microsoft.com/office/officeart/2016/7/layout/RepeatingBendingProcessNew"/>
    <dgm:cxn modelId="{C31EAB3F-D0A7-4E45-8A61-6A45E953EFED}" srcId="{6BCAFC00-8A7E-41F4-B78B-EF4DC0A3B716}" destId="{AA2C07B4-C2B8-46B6-875A-38CCDFBF5C74}" srcOrd="1" destOrd="0" parTransId="{D455D2A2-EBEE-4BB4-8B94-550DB8F3733C}" sibTransId="{1560837E-2E58-4BDC-ADA8-79843793A821}"/>
    <dgm:cxn modelId="{37C57244-B4DE-D34D-99E7-8DE56C87B877}" type="presOf" srcId="{F00E75E0-1A67-4FD2-AFA9-FBEA742FD587}" destId="{763FBBC7-BE19-CC4F-BD6D-7A481E3BC318}" srcOrd="0" destOrd="0" presId="urn:microsoft.com/office/officeart/2016/7/layout/RepeatingBendingProcessNew"/>
    <dgm:cxn modelId="{1BF20F4A-C69F-5347-9B8C-2B144FD9D4A9}" type="presOf" srcId="{1560837E-2E58-4BDC-ADA8-79843793A821}" destId="{CAC716E9-03BB-0C4C-A41C-535FFFE3A850}" srcOrd="1" destOrd="0" presId="urn:microsoft.com/office/officeart/2016/7/layout/RepeatingBendingProcessNew"/>
    <dgm:cxn modelId="{F67D6F50-54F7-42B2-B9BA-3742E4EE16DA}" srcId="{AA2C07B4-C2B8-46B6-875A-38CCDFBF5C74}" destId="{C308A709-A209-4D9D-8D88-2CC81879227C}" srcOrd="0" destOrd="0" parTransId="{F409A5CA-AB98-4D22-97BF-28B807C2B164}" sibTransId="{200DEA14-6A2F-4BDB-9C60-722771A5C100}"/>
    <dgm:cxn modelId="{F24D0E6C-7222-BF45-BFE5-376AC2CA0C9A}" type="presOf" srcId="{C308A709-A209-4D9D-8D88-2CC81879227C}" destId="{627F6B0C-6106-784F-AE95-642CD2D408E2}" srcOrd="0" destOrd="1" presId="urn:microsoft.com/office/officeart/2016/7/layout/RepeatingBendingProcessNew"/>
    <dgm:cxn modelId="{02F7336D-8C8D-467F-90C8-863906997A2F}" srcId="{6BCAFC00-8A7E-41F4-B78B-EF4DC0A3B716}" destId="{0F9D92FD-D6BA-461D-9159-D312E59EEAB2}" srcOrd="0" destOrd="0" parTransId="{B906C53C-8A32-46B1-85A4-BC63DE40569B}" sibTransId="{8A2F278C-561D-4457-BE34-21D2DB3E7F57}"/>
    <dgm:cxn modelId="{F025097E-6E60-4122-ABF9-FD0145989FD0}" srcId="{F00E75E0-1A67-4FD2-AFA9-FBEA742FD587}" destId="{C9636B7E-3A4E-4761-9173-DC091BDB7125}" srcOrd="0" destOrd="0" parTransId="{30131699-A3EE-419F-A412-6DE99235A878}" sibTransId="{C2E5DDEF-1D44-4C08-80AF-5AC7E7A055BB}"/>
    <dgm:cxn modelId="{E95F847E-4B00-B44D-93F9-404782E4A85D}" type="presOf" srcId="{0F9D92FD-D6BA-461D-9159-D312E59EEAB2}" destId="{BDF8DC09-A7E5-EF44-AEBA-A3D259922674}" srcOrd="0" destOrd="0" presId="urn:microsoft.com/office/officeart/2016/7/layout/RepeatingBendingProcessNew"/>
    <dgm:cxn modelId="{8B12EF7F-5245-424F-9A6F-D9DEE42E17BB}" srcId="{6BCAFC00-8A7E-41F4-B78B-EF4DC0A3B716}" destId="{F00E75E0-1A67-4FD2-AFA9-FBEA742FD587}" srcOrd="2" destOrd="0" parTransId="{EC31A40E-0157-46CD-8173-52FEC5FBD0CD}" sibTransId="{96E8748A-C145-40C6-B5E8-D3EB10F71495}"/>
    <dgm:cxn modelId="{D6C7DE8D-EB84-8F43-B6F5-B0C39F3FF8FC}" type="presOf" srcId="{58953F9F-7CB8-4F3D-8E3F-1B7B8D5B5204}" destId="{BDF8DC09-A7E5-EF44-AEBA-A3D259922674}" srcOrd="0" destOrd="1" presId="urn:microsoft.com/office/officeart/2016/7/layout/RepeatingBendingProcessNew"/>
    <dgm:cxn modelId="{2996AF8F-D110-B644-BDCE-7F33D9481316}" type="presOf" srcId="{8A2F278C-561D-4457-BE34-21D2DB3E7F57}" destId="{93B2CDB6-CDBD-E44B-BCA4-C0F64A868814}" srcOrd="0" destOrd="0" presId="urn:microsoft.com/office/officeart/2016/7/layout/RepeatingBendingProcessNew"/>
    <dgm:cxn modelId="{169613AB-041C-534A-8852-D8CF153277D9}" type="presOf" srcId="{1560837E-2E58-4BDC-ADA8-79843793A821}" destId="{18FE8017-DAB8-B04B-A527-D223E7193708}" srcOrd="0" destOrd="0" presId="urn:microsoft.com/office/officeart/2016/7/layout/RepeatingBendingProcessNew"/>
    <dgm:cxn modelId="{9A3EBBBC-A750-1D46-A298-C1AB4D256724}" type="presOf" srcId="{8A2F278C-561D-4457-BE34-21D2DB3E7F57}" destId="{3CB15853-A782-EA4C-996B-8CD6471121D5}" srcOrd="1" destOrd="0" presId="urn:microsoft.com/office/officeart/2016/7/layout/RepeatingBendingProcessNew"/>
    <dgm:cxn modelId="{86181BD6-73A2-6142-AB1B-88F0F3D76D3C}" type="presOf" srcId="{AA2C07B4-C2B8-46B6-875A-38CCDFBF5C74}" destId="{627F6B0C-6106-784F-AE95-642CD2D408E2}" srcOrd="0" destOrd="0" presId="urn:microsoft.com/office/officeart/2016/7/layout/RepeatingBendingProcessNew"/>
    <dgm:cxn modelId="{894F6C85-C439-B24D-A84C-0720EDD947B2}" type="presParOf" srcId="{E2AD0E65-7194-FD4E-8212-054492FB20C7}" destId="{BDF8DC09-A7E5-EF44-AEBA-A3D259922674}" srcOrd="0" destOrd="0" presId="urn:microsoft.com/office/officeart/2016/7/layout/RepeatingBendingProcessNew"/>
    <dgm:cxn modelId="{890E86EB-7AA8-4948-B8EF-D95ED137E19C}" type="presParOf" srcId="{E2AD0E65-7194-FD4E-8212-054492FB20C7}" destId="{93B2CDB6-CDBD-E44B-BCA4-C0F64A868814}" srcOrd="1" destOrd="0" presId="urn:microsoft.com/office/officeart/2016/7/layout/RepeatingBendingProcessNew"/>
    <dgm:cxn modelId="{727C5468-68AC-7442-B6C8-385F32ADFC01}" type="presParOf" srcId="{93B2CDB6-CDBD-E44B-BCA4-C0F64A868814}" destId="{3CB15853-A782-EA4C-996B-8CD6471121D5}" srcOrd="0" destOrd="0" presId="urn:microsoft.com/office/officeart/2016/7/layout/RepeatingBendingProcessNew"/>
    <dgm:cxn modelId="{1A9313D7-1B7C-3643-9F56-8329FBB2444A}" type="presParOf" srcId="{E2AD0E65-7194-FD4E-8212-054492FB20C7}" destId="{627F6B0C-6106-784F-AE95-642CD2D408E2}" srcOrd="2" destOrd="0" presId="urn:microsoft.com/office/officeart/2016/7/layout/RepeatingBendingProcessNew"/>
    <dgm:cxn modelId="{2435D92E-61B6-B941-826B-3A7CF2EFBCA0}" type="presParOf" srcId="{E2AD0E65-7194-FD4E-8212-054492FB20C7}" destId="{18FE8017-DAB8-B04B-A527-D223E7193708}" srcOrd="3" destOrd="0" presId="urn:microsoft.com/office/officeart/2016/7/layout/RepeatingBendingProcessNew"/>
    <dgm:cxn modelId="{FF47AFD5-5CA4-7045-8924-1B665C5F321E}" type="presParOf" srcId="{18FE8017-DAB8-B04B-A527-D223E7193708}" destId="{CAC716E9-03BB-0C4C-A41C-535FFFE3A850}" srcOrd="0" destOrd="0" presId="urn:microsoft.com/office/officeart/2016/7/layout/RepeatingBendingProcessNew"/>
    <dgm:cxn modelId="{0DFE5906-A239-2C4C-8932-1D4D118B1F07}" type="presParOf" srcId="{E2AD0E65-7194-FD4E-8212-054492FB20C7}" destId="{763FBBC7-BE19-CC4F-BD6D-7A481E3BC318}" srcOrd="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9C07F325-6DAA-41C8-B3AB-D871162EA3E1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0B6C3F1-4C79-4DA2-AC86-E2E493C5E3CA}">
      <dgm:prSet custT="1"/>
      <dgm:spPr/>
      <dgm:t>
        <a:bodyPr/>
        <a:lstStyle/>
        <a:p>
          <a:r>
            <a:rPr lang="en-US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Intent</a:t>
          </a:r>
        </a:p>
      </dgm:t>
    </dgm:pt>
    <dgm:pt modelId="{79A021ED-C0E7-421D-AFAB-3727F4EBE1E8}" type="parTrans" cxnId="{8069949D-0E82-44EF-9CE9-F387382AA441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3ABAB3D-ECE3-4BB5-94E4-B93EE5B3A085}" type="sibTrans" cxnId="{8069949D-0E82-44EF-9CE9-F387382AA441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C96BAC2-22CE-4D30-8D29-A568946C1B97}">
      <dgm:prSet custT="1"/>
      <dgm:spPr/>
      <dgm:t>
        <a:bodyPr/>
        <a:lstStyle/>
        <a:p>
          <a:r>
            <a:rPr lang="en-US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Transform your row-based data to a hierarchical format, such as JSON or XML</a:t>
          </a:r>
        </a:p>
      </dgm:t>
    </dgm:pt>
    <dgm:pt modelId="{5121BF97-22BF-4C54-81DA-B4C786D028F4}" type="parTrans" cxnId="{C0D33B62-A2FA-4D75-97BE-E8591944596D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200ECB3-37DA-4289-93C9-3ACEE2F3E2F2}" type="sibTrans" cxnId="{C0D33B62-A2FA-4D75-97BE-E8591944596D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CFDE67D-27FF-4DDC-BB6E-DFA7C4E8BF4B}">
      <dgm:prSet custT="1"/>
      <dgm:spPr/>
      <dgm:t>
        <a:bodyPr/>
        <a:lstStyle/>
        <a:p>
          <a:r>
            <a:rPr lang="en-US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Motivation</a:t>
          </a:r>
        </a:p>
      </dgm:t>
    </dgm:pt>
    <dgm:pt modelId="{738A91C0-DBCE-4693-9C4B-BA83BAF1E3BC}" type="parTrans" cxnId="{2BB39E42-A356-415A-851C-BEE8D5FE5FD5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36C7DB0-C591-493D-9B3D-5E55CDCFACAC}" type="sibTrans" cxnId="{2BB39E42-A356-415A-851C-BEE8D5FE5FD5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23731E7-EB93-4065-93BF-3654D06D94BB}">
      <dgm:prSet custT="1"/>
      <dgm:spPr/>
      <dgm:t>
        <a:bodyPr/>
        <a:lstStyle/>
        <a:p>
          <a:r>
            <a:rPr lang="en-US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Creates new records from data that started in a very different structure</a:t>
          </a:r>
        </a:p>
      </dgm:t>
    </dgm:pt>
    <dgm:pt modelId="{5B9968D2-8746-4DE3-B931-898FB898B80E}" type="parTrans" cxnId="{0E44FEB9-1F9A-4842-AB46-6228F273B989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9118352-15D2-4643-AEBF-10403FF1A8DF}" type="sibTrans" cxnId="{0E44FEB9-1F9A-4842-AB46-6228F273B989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DB4CFD4-5F67-4A9B-A1D4-744081636C8C}">
      <dgm:prSet custT="1"/>
      <dgm:spPr/>
      <dgm:t>
        <a:bodyPr/>
        <a:lstStyle/>
        <a:p>
          <a:r>
            <a:rPr lang="en-US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Migrating data from an RDBMS to a Hadoop system</a:t>
          </a:r>
        </a:p>
      </dgm:t>
    </dgm:pt>
    <dgm:pt modelId="{DBD8DE9A-18E2-4B16-8501-2F1EFC1E6C35}" type="parTrans" cxnId="{A86E4BBA-1688-41C7-8EC2-64F2D35BDEF5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E023498-BB39-4650-A76A-E89F2007605E}" type="sibTrans" cxnId="{A86E4BBA-1688-41C7-8EC2-64F2D35BDEF5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355DD94-B9AC-435B-AADE-0FC90DF0BDAF}">
      <dgm:prSet custT="1"/>
      <dgm:spPr/>
      <dgm:t>
        <a:bodyPr/>
        <a:lstStyle/>
        <a:p>
          <a:r>
            <a:rPr lang="en-US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Data doesn’t always come grouped together</a:t>
          </a:r>
        </a:p>
      </dgm:t>
    </dgm:pt>
    <dgm:pt modelId="{2FF8B8A9-3929-4F1B-AD2E-F6747E29C78F}" type="parTrans" cxnId="{72B8A016-87E1-442D-B93B-D823F9D1AF18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B504911-CB06-4F5C-B382-05B2830FE4C8}" type="sibTrans" cxnId="{72B8A016-87E1-442D-B93B-D823F9D1AF18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01E843F-8B4C-4747-8644-56954795D1C2}">
      <dgm:prSet custT="1"/>
      <dgm:spPr/>
      <dgm:t>
        <a:bodyPr/>
        <a:lstStyle/>
        <a:p>
          <a:r>
            <a: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Create the denormalized records for MapReduce</a:t>
          </a:r>
        </a:p>
      </dgm:t>
    </dgm:pt>
    <dgm:pt modelId="{5B4D23D0-B857-46DF-8262-52B84B6514EA}" type="parTrans" cxnId="{CBCEEFD1-4950-4F1E-A58E-8F65CE36901A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30606B7-4363-460A-8960-47C7BDE4750F}" type="sibTrans" cxnId="{CBCEEFD1-4950-4F1E-A58E-8F65CE36901A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81D6BC1-A0D9-4DAC-A920-21E4849943B3}">
      <dgm:prSet custT="1"/>
      <dgm:spPr/>
      <dgm:t>
        <a:bodyPr/>
        <a:lstStyle/>
        <a:p>
          <a:r>
            <a:rPr lang="en-US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Applicability</a:t>
          </a:r>
        </a:p>
      </dgm:t>
    </dgm:pt>
    <dgm:pt modelId="{B7FCFC9C-AE31-4DFD-BB45-5AA864F2352E}" type="parTrans" cxnId="{6F5A70EB-95A2-4C92-B49A-203D99548245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520AD1C-1D3B-46DD-BEB8-4F571FBC4581}" type="sibTrans" cxnId="{6F5A70EB-95A2-4C92-B49A-203D99548245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9AB13C2-AC06-4D43-B8D0-83A0A9938691}">
      <dgm:prSet custT="1"/>
      <dgm:spPr/>
      <dgm:t>
        <a:bodyPr/>
        <a:lstStyle/>
        <a:p>
          <a:r>
            <a:rPr lang="en-US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data sources that are linked by some set of foreign keys</a:t>
          </a:r>
        </a:p>
      </dgm:t>
    </dgm:pt>
    <dgm:pt modelId="{04A5F6FA-6589-48D0-A0FC-C2733FDAE16A}" type="parTrans" cxnId="{5F2F70C4-CB60-48EC-8A53-C649E2DF2543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0C647EE-3866-4141-90D9-AC30ECA5E055}" type="sibTrans" cxnId="{5F2F70C4-CB60-48EC-8A53-C649E2DF2543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A985DEA-1556-4EE1-9091-08873C4CC31C}">
      <dgm:prSet custT="1"/>
      <dgm:spPr/>
      <dgm:t>
        <a:bodyPr/>
        <a:lstStyle/>
        <a:p>
          <a:r>
            <a:rPr lang="en-US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data is structured and row-based</a:t>
          </a:r>
        </a:p>
      </dgm:t>
    </dgm:pt>
    <dgm:pt modelId="{C72AE627-6FDA-4CD7-BEA8-F574F48630F2}" type="parTrans" cxnId="{4894AD6A-3A11-43A6-ABEE-C425148BBDC9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6500368-9255-4353-BBF7-777C0FC4D685}" type="sibTrans" cxnId="{4894AD6A-3A11-43A6-ABEE-C425148BBDC9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67BE6A0-3EFE-1F47-AC26-FF667CCFC08F}" type="pres">
      <dgm:prSet presAssocID="{9C07F325-6DAA-41C8-B3AB-D871162EA3E1}" presName="diagram" presStyleCnt="0">
        <dgm:presLayoutVars>
          <dgm:dir/>
          <dgm:resizeHandles val="exact"/>
        </dgm:presLayoutVars>
      </dgm:prSet>
      <dgm:spPr/>
    </dgm:pt>
    <dgm:pt modelId="{1BEE1574-C04C-3443-8509-13DBCB091092}" type="pres">
      <dgm:prSet presAssocID="{20B6C3F1-4C79-4DA2-AC86-E2E493C5E3CA}" presName="node" presStyleLbl="node1" presStyleIdx="0" presStyleCnt="3">
        <dgm:presLayoutVars>
          <dgm:bulletEnabled val="1"/>
        </dgm:presLayoutVars>
      </dgm:prSet>
      <dgm:spPr/>
    </dgm:pt>
    <dgm:pt modelId="{4A79C38A-87AA-9B4E-9A48-9EF7E5A96524}" type="pres">
      <dgm:prSet presAssocID="{D3ABAB3D-ECE3-4BB5-94E4-B93EE5B3A085}" presName="sibTrans" presStyleCnt="0"/>
      <dgm:spPr/>
    </dgm:pt>
    <dgm:pt modelId="{4870158F-C4C5-A442-930B-F3AF0268A68D}" type="pres">
      <dgm:prSet presAssocID="{CCFDE67D-27FF-4DDC-BB6E-DFA7C4E8BF4B}" presName="node" presStyleLbl="node1" presStyleIdx="1" presStyleCnt="3">
        <dgm:presLayoutVars>
          <dgm:bulletEnabled val="1"/>
        </dgm:presLayoutVars>
      </dgm:prSet>
      <dgm:spPr/>
    </dgm:pt>
    <dgm:pt modelId="{9BF26FCD-EFA0-6A46-B3A2-B33A4667A313}" type="pres">
      <dgm:prSet presAssocID="{636C7DB0-C591-493D-9B3D-5E55CDCFACAC}" presName="sibTrans" presStyleCnt="0"/>
      <dgm:spPr/>
    </dgm:pt>
    <dgm:pt modelId="{DA6E5D9A-8353-FD4A-BF7F-BD7BE1630675}" type="pres">
      <dgm:prSet presAssocID="{581D6BC1-A0D9-4DAC-A920-21E4849943B3}" presName="node" presStyleLbl="node1" presStyleIdx="2" presStyleCnt="3">
        <dgm:presLayoutVars>
          <dgm:bulletEnabled val="1"/>
        </dgm:presLayoutVars>
      </dgm:prSet>
      <dgm:spPr/>
    </dgm:pt>
  </dgm:ptLst>
  <dgm:cxnLst>
    <dgm:cxn modelId="{E584A015-FCF0-534D-8721-349B038C0B23}" type="presOf" srcId="{CCFDE67D-27FF-4DDC-BB6E-DFA7C4E8BF4B}" destId="{4870158F-C4C5-A442-930B-F3AF0268A68D}" srcOrd="0" destOrd="0" presId="urn:microsoft.com/office/officeart/2005/8/layout/default"/>
    <dgm:cxn modelId="{72B8A016-87E1-442D-B93B-D823F9D1AF18}" srcId="{CCFDE67D-27FF-4DDC-BB6E-DFA7C4E8BF4B}" destId="{6355DD94-B9AC-435B-AADE-0FC90DF0BDAF}" srcOrd="2" destOrd="0" parTransId="{2FF8B8A9-3929-4F1B-AD2E-F6747E29C78F}" sibTransId="{9B504911-CB06-4F5C-B382-05B2830FE4C8}"/>
    <dgm:cxn modelId="{FC854D32-8603-2B43-ABBA-AB8422543D8D}" type="presOf" srcId="{581D6BC1-A0D9-4DAC-A920-21E4849943B3}" destId="{DA6E5D9A-8353-FD4A-BF7F-BD7BE1630675}" srcOrd="0" destOrd="0" presId="urn:microsoft.com/office/officeart/2005/8/layout/default"/>
    <dgm:cxn modelId="{2BB39E42-A356-415A-851C-BEE8D5FE5FD5}" srcId="{9C07F325-6DAA-41C8-B3AB-D871162EA3E1}" destId="{CCFDE67D-27FF-4DDC-BB6E-DFA7C4E8BF4B}" srcOrd="1" destOrd="0" parTransId="{738A91C0-DBCE-4693-9C4B-BA83BAF1E3BC}" sibTransId="{636C7DB0-C591-493D-9B3D-5E55CDCFACAC}"/>
    <dgm:cxn modelId="{48125250-4E32-E54B-8B3D-317151971379}" type="presOf" srcId="{823731E7-EB93-4065-93BF-3654D06D94BB}" destId="{4870158F-C4C5-A442-930B-F3AF0268A68D}" srcOrd="0" destOrd="1" presId="urn:microsoft.com/office/officeart/2005/8/layout/default"/>
    <dgm:cxn modelId="{C0D33B62-A2FA-4D75-97BE-E8591944596D}" srcId="{20B6C3F1-4C79-4DA2-AC86-E2E493C5E3CA}" destId="{DC96BAC2-22CE-4D30-8D29-A568946C1B97}" srcOrd="0" destOrd="0" parTransId="{5121BF97-22BF-4C54-81DA-B4C786D028F4}" sibTransId="{8200ECB3-37DA-4289-93C9-3ACEE2F3E2F2}"/>
    <dgm:cxn modelId="{4894AD6A-3A11-43A6-ABEE-C425148BBDC9}" srcId="{581D6BC1-A0D9-4DAC-A920-21E4849943B3}" destId="{2A985DEA-1556-4EE1-9091-08873C4CC31C}" srcOrd="1" destOrd="0" parTransId="{C72AE627-6FDA-4CD7-BEA8-F574F48630F2}" sibTransId="{F6500368-9255-4353-BBF7-777C0FC4D685}"/>
    <dgm:cxn modelId="{DFC56871-85E6-4240-9DB5-E8F31608C57C}" type="presOf" srcId="{2A985DEA-1556-4EE1-9091-08873C4CC31C}" destId="{DA6E5D9A-8353-FD4A-BF7F-BD7BE1630675}" srcOrd="0" destOrd="2" presId="urn:microsoft.com/office/officeart/2005/8/layout/default"/>
    <dgm:cxn modelId="{3E431D7D-C5AD-2E4C-A5B6-F502BAD5A7CF}" type="presOf" srcId="{6355DD94-B9AC-435B-AADE-0FC90DF0BDAF}" destId="{4870158F-C4C5-A442-930B-F3AF0268A68D}" srcOrd="0" destOrd="3" presId="urn:microsoft.com/office/officeart/2005/8/layout/default"/>
    <dgm:cxn modelId="{5AA47D7D-8F65-3C4F-A2EB-7B1CAACD027A}" type="presOf" srcId="{9C07F325-6DAA-41C8-B3AB-D871162EA3E1}" destId="{567BE6A0-3EFE-1F47-AC26-FF667CCFC08F}" srcOrd="0" destOrd="0" presId="urn:microsoft.com/office/officeart/2005/8/layout/default"/>
    <dgm:cxn modelId="{4019BE83-E859-AD40-9036-76874B46D29E}" type="presOf" srcId="{CDB4CFD4-5F67-4A9B-A1D4-744081636C8C}" destId="{4870158F-C4C5-A442-930B-F3AF0268A68D}" srcOrd="0" destOrd="2" presId="urn:microsoft.com/office/officeart/2005/8/layout/default"/>
    <dgm:cxn modelId="{8069949D-0E82-44EF-9CE9-F387382AA441}" srcId="{9C07F325-6DAA-41C8-B3AB-D871162EA3E1}" destId="{20B6C3F1-4C79-4DA2-AC86-E2E493C5E3CA}" srcOrd="0" destOrd="0" parTransId="{79A021ED-C0E7-421D-AFAB-3727F4EBE1E8}" sibTransId="{D3ABAB3D-ECE3-4BB5-94E4-B93EE5B3A085}"/>
    <dgm:cxn modelId="{0F66EAB8-14DD-B941-8DC8-D9FAF4CB2CCC}" type="presOf" srcId="{20B6C3F1-4C79-4DA2-AC86-E2E493C5E3CA}" destId="{1BEE1574-C04C-3443-8509-13DBCB091092}" srcOrd="0" destOrd="0" presId="urn:microsoft.com/office/officeart/2005/8/layout/default"/>
    <dgm:cxn modelId="{0E44FEB9-1F9A-4842-AB46-6228F273B989}" srcId="{CCFDE67D-27FF-4DDC-BB6E-DFA7C4E8BF4B}" destId="{823731E7-EB93-4065-93BF-3654D06D94BB}" srcOrd="0" destOrd="0" parTransId="{5B9968D2-8746-4DE3-B931-898FB898B80E}" sibTransId="{39118352-15D2-4643-AEBF-10403FF1A8DF}"/>
    <dgm:cxn modelId="{A86E4BBA-1688-41C7-8EC2-64F2D35BDEF5}" srcId="{CCFDE67D-27FF-4DDC-BB6E-DFA7C4E8BF4B}" destId="{CDB4CFD4-5F67-4A9B-A1D4-744081636C8C}" srcOrd="1" destOrd="0" parTransId="{DBD8DE9A-18E2-4B16-8501-2F1EFC1E6C35}" sibTransId="{9E023498-BB39-4650-A76A-E89F2007605E}"/>
    <dgm:cxn modelId="{5F2F70C4-CB60-48EC-8A53-C649E2DF2543}" srcId="{581D6BC1-A0D9-4DAC-A920-21E4849943B3}" destId="{59AB13C2-AC06-4D43-B8D0-83A0A9938691}" srcOrd="0" destOrd="0" parTransId="{04A5F6FA-6589-48D0-A0FC-C2733FDAE16A}" sibTransId="{20C647EE-3866-4141-90D9-AC30ECA5E055}"/>
    <dgm:cxn modelId="{CBCEEFD1-4950-4F1E-A58E-8F65CE36901A}" srcId="{CCFDE67D-27FF-4DDC-BB6E-DFA7C4E8BF4B}" destId="{101E843F-8B4C-4747-8644-56954795D1C2}" srcOrd="3" destOrd="0" parTransId="{5B4D23D0-B857-46DF-8262-52B84B6514EA}" sibTransId="{730606B7-4363-460A-8960-47C7BDE4750F}"/>
    <dgm:cxn modelId="{EE932BD6-1CD1-ED4B-A3FB-B6F6B4BEA340}" type="presOf" srcId="{DC96BAC2-22CE-4D30-8D29-A568946C1B97}" destId="{1BEE1574-C04C-3443-8509-13DBCB091092}" srcOrd="0" destOrd="1" presId="urn:microsoft.com/office/officeart/2005/8/layout/default"/>
    <dgm:cxn modelId="{D7DE3CD6-8740-5C47-A9E5-152347C633E2}" type="presOf" srcId="{59AB13C2-AC06-4D43-B8D0-83A0A9938691}" destId="{DA6E5D9A-8353-FD4A-BF7F-BD7BE1630675}" srcOrd="0" destOrd="1" presId="urn:microsoft.com/office/officeart/2005/8/layout/default"/>
    <dgm:cxn modelId="{46749EE0-B42D-BF4A-A68B-C0195345B7B7}" type="presOf" srcId="{101E843F-8B4C-4747-8644-56954795D1C2}" destId="{4870158F-C4C5-A442-930B-F3AF0268A68D}" srcOrd="0" destOrd="4" presId="urn:microsoft.com/office/officeart/2005/8/layout/default"/>
    <dgm:cxn modelId="{6F5A70EB-95A2-4C92-B49A-203D99548245}" srcId="{9C07F325-6DAA-41C8-B3AB-D871162EA3E1}" destId="{581D6BC1-A0D9-4DAC-A920-21E4849943B3}" srcOrd="2" destOrd="0" parTransId="{B7FCFC9C-AE31-4DFD-BB45-5AA864F2352E}" sibTransId="{1520AD1C-1D3B-46DD-BEB8-4F571FBC4581}"/>
    <dgm:cxn modelId="{C1E42AE1-1A6C-C947-8106-9A444E72F0E7}" type="presParOf" srcId="{567BE6A0-3EFE-1F47-AC26-FF667CCFC08F}" destId="{1BEE1574-C04C-3443-8509-13DBCB091092}" srcOrd="0" destOrd="0" presId="urn:microsoft.com/office/officeart/2005/8/layout/default"/>
    <dgm:cxn modelId="{EEF611A0-F361-3A4B-9E64-0FB57E3C5DDD}" type="presParOf" srcId="{567BE6A0-3EFE-1F47-AC26-FF667CCFC08F}" destId="{4A79C38A-87AA-9B4E-9A48-9EF7E5A96524}" srcOrd="1" destOrd="0" presId="urn:microsoft.com/office/officeart/2005/8/layout/default"/>
    <dgm:cxn modelId="{1C387945-566D-2E42-ADC4-A9FC91740643}" type="presParOf" srcId="{567BE6A0-3EFE-1F47-AC26-FF667CCFC08F}" destId="{4870158F-C4C5-A442-930B-F3AF0268A68D}" srcOrd="2" destOrd="0" presId="urn:microsoft.com/office/officeart/2005/8/layout/default"/>
    <dgm:cxn modelId="{E7D4F457-E400-E34E-94D9-13115C9EED10}" type="presParOf" srcId="{567BE6A0-3EFE-1F47-AC26-FF667CCFC08F}" destId="{9BF26FCD-EFA0-6A46-B3A2-B33A4667A313}" srcOrd="3" destOrd="0" presId="urn:microsoft.com/office/officeart/2005/8/layout/default"/>
    <dgm:cxn modelId="{ECBC2A9D-BD41-A54F-97F2-C5232930AD3E}" type="presParOf" srcId="{567BE6A0-3EFE-1F47-AC26-FF667CCFC08F}" destId="{DA6E5D9A-8353-FD4A-BF7F-BD7BE1630675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A3FDDE55-1DFE-473D-BCF8-32E947CB7A7E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79E75A7-AB16-414B-A324-637E021F145A}">
      <dgm:prSet/>
      <dgm:spPr/>
      <dgm:t>
        <a:bodyPr/>
        <a:lstStyle/>
        <a:p>
          <a:r>
            <a:rPr lang="en-US"/>
            <a:t>∗	Known Usage</a:t>
          </a:r>
        </a:p>
      </dgm:t>
    </dgm:pt>
    <dgm:pt modelId="{192BD896-5AC6-41B6-A4B0-4EAD096BAF03}" type="parTrans" cxnId="{DDB5F924-5A13-4723-A2DE-72C3E7B59186}">
      <dgm:prSet/>
      <dgm:spPr/>
      <dgm:t>
        <a:bodyPr/>
        <a:lstStyle/>
        <a:p>
          <a:endParaRPr lang="en-US"/>
        </a:p>
      </dgm:t>
    </dgm:pt>
    <dgm:pt modelId="{65935AF0-6AD1-495B-9B97-8CEECE77BCA6}" type="sibTrans" cxnId="{DDB5F924-5A13-4723-A2DE-72C3E7B59186}">
      <dgm:prSet/>
      <dgm:spPr/>
      <dgm:t>
        <a:bodyPr/>
        <a:lstStyle/>
        <a:p>
          <a:endParaRPr lang="en-US"/>
        </a:p>
      </dgm:t>
    </dgm:pt>
    <dgm:pt modelId="{77CF1AEA-CF29-4162-A7CA-8D2D791BFF68}">
      <dgm:prSet/>
      <dgm:spPr/>
      <dgm:t>
        <a:bodyPr/>
        <a:lstStyle/>
        <a:p>
          <a:r>
            <a:rPr lang="en-US"/>
            <a:t>∗	Pre-joining data</a:t>
          </a:r>
        </a:p>
      </dgm:t>
    </dgm:pt>
    <dgm:pt modelId="{9B1E28E6-A603-4BA0-A3C5-657917FF465B}" type="parTrans" cxnId="{0C678B66-A8F4-49D5-ADBB-6439A1CA1E57}">
      <dgm:prSet/>
      <dgm:spPr/>
      <dgm:t>
        <a:bodyPr/>
        <a:lstStyle/>
        <a:p>
          <a:endParaRPr lang="en-US"/>
        </a:p>
      </dgm:t>
    </dgm:pt>
    <dgm:pt modelId="{00C43D19-8744-40B9-A554-C18D8C512F55}" type="sibTrans" cxnId="{0C678B66-A8F4-49D5-ADBB-6439A1CA1E57}">
      <dgm:prSet/>
      <dgm:spPr/>
      <dgm:t>
        <a:bodyPr/>
        <a:lstStyle/>
        <a:p>
          <a:endParaRPr lang="en-US"/>
        </a:p>
      </dgm:t>
    </dgm:pt>
    <dgm:pt modelId="{CD04D248-2703-4EFB-A02A-269795E0C4B5}">
      <dgm:prSet/>
      <dgm:spPr/>
      <dgm:t>
        <a:bodyPr/>
        <a:lstStyle/>
        <a:p>
          <a:r>
            <a:rPr lang="en-US"/>
            <a:t>∗	Preparing data for HBase or MongoDB</a:t>
          </a:r>
        </a:p>
      </dgm:t>
    </dgm:pt>
    <dgm:pt modelId="{30E0E707-B186-4910-9690-B602A3BF3A54}" type="parTrans" cxnId="{A84A1E6A-8418-49C8-B94E-D45AE6200961}">
      <dgm:prSet/>
      <dgm:spPr/>
      <dgm:t>
        <a:bodyPr/>
        <a:lstStyle/>
        <a:p>
          <a:endParaRPr lang="en-US"/>
        </a:p>
      </dgm:t>
    </dgm:pt>
    <dgm:pt modelId="{DDF3EB9D-903E-4A49-9FF1-BC70CEC5A758}" type="sibTrans" cxnId="{A84A1E6A-8418-49C8-B94E-D45AE6200961}">
      <dgm:prSet/>
      <dgm:spPr/>
      <dgm:t>
        <a:bodyPr/>
        <a:lstStyle/>
        <a:p>
          <a:endParaRPr lang="en-US"/>
        </a:p>
      </dgm:t>
    </dgm:pt>
    <dgm:pt modelId="{9D16CE47-2E05-4D3D-8D81-67C096F9EC29}">
      <dgm:prSet/>
      <dgm:spPr/>
      <dgm:t>
        <a:bodyPr/>
        <a:lstStyle/>
        <a:p>
          <a:r>
            <a:rPr lang="en-US"/>
            <a:t>∗	Performance Analysis</a:t>
          </a:r>
        </a:p>
      </dgm:t>
    </dgm:pt>
    <dgm:pt modelId="{87A20110-1C43-4F5B-A8A1-0680C9CCB15D}" type="parTrans" cxnId="{F52E8DA7-3348-4B24-A92E-28FDCB92537C}">
      <dgm:prSet/>
      <dgm:spPr/>
      <dgm:t>
        <a:bodyPr/>
        <a:lstStyle/>
        <a:p>
          <a:endParaRPr lang="en-US"/>
        </a:p>
      </dgm:t>
    </dgm:pt>
    <dgm:pt modelId="{F5FEDBCF-72E4-40D7-BE81-5F33E0150920}" type="sibTrans" cxnId="{F52E8DA7-3348-4B24-A92E-28FDCB92537C}">
      <dgm:prSet/>
      <dgm:spPr/>
      <dgm:t>
        <a:bodyPr/>
        <a:lstStyle/>
        <a:p>
          <a:endParaRPr lang="en-US"/>
        </a:p>
      </dgm:t>
    </dgm:pt>
    <dgm:pt modelId="{53DA7096-E7EE-4151-9FAD-D12687DEEB9C}">
      <dgm:prSet/>
      <dgm:spPr/>
      <dgm:t>
        <a:bodyPr/>
        <a:lstStyle/>
        <a:p>
          <a:r>
            <a:rPr lang="en-US"/>
            <a:t>∗	Be aware of how much data is being sent to the reducers from the mappers</a:t>
          </a:r>
        </a:p>
      </dgm:t>
    </dgm:pt>
    <dgm:pt modelId="{21438F3A-B7E9-4E11-BD68-0F7492DB064A}" type="parTrans" cxnId="{58D1CE21-281D-4E5A-9D8B-3FD75FA88D58}">
      <dgm:prSet/>
      <dgm:spPr/>
      <dgm:t>
        <a:bodyPr/>
        <a:lstStyle/>
        <a:p>
          <a:endParaRPr lang="en-US"/>
        </a:p>
      </dgm:t>
    </dgm:pt>
    <dgm:pt modelId="{7848AD61-8F53-4603-B5D0-DBA7060A03E4}" type="sibTrans" cxnId="{58D1CE21-281D-4E5A-9D8B-3FD75FA88D58}">
      <dgm:prSet/>
      <dgm:spPr/>
      <dgm:t>
        <a:bodyPr/>
        <a:lstStyle/>
        <a:p>
          <a:endParaRPr lang="en-US"/>
        </a:p>
      </dgm:t>
    </dgm:pt>
    <dgm:pt modelId="{BF7B179F-1F61-4970-87EB-1DA801345EB9}">
      <dgm:prSet/>
      <dgm:spPr/>
      <dgm:t>
        <a:bodyPr/>
        <a:lstStyle/>
        <a:p>
          <a:r>
            <a:rPr lang="en-US"/>
            <a:t>∗	Be aware of the memory footprint of the object that the reducer builds</a:t>
          </a:r>
        </a:p>
      </dgm:t>
    </dgm:pt>
    <dgm:pt modelId="{EC2A6B93-5DC9-4E4E-AE1D-D002B394E6E8}" type="parTrans" cxnId="{34DACBB9-B30D-4EE7-AAF9-DE271E1D0B67}">
      <dgm:prSet/>
      <dgm:spPr/>
      <dgm:t>
        <a:bodyPr/>
        <a:lstStyle/>
        <a:p>
          <a:endParaRPr lang="en-US"/>
        </a:p>
      </dgm:t>
    </dgm:pt>
    <dgm:pt modelId="{E592F0FC-8E95-4915-97A6-C5CDA391D22F}" type="sibTrans" cxnId="{34DACBB9-B30D-4EE7-AAF9-DE271E1D0B67}">
      <dgm:prSet/>
      <dgm:spPr/>
      <dgm:t>
        <a:bodyPr/>
        <a:lstStyle/>
        <a:p>
          <a:endParaRPr lang="en-US"/>
        </a:p>
      </dgm:t>
    </dgm:pt>
    <dgm:pt modelId="{82272175-C496-1947-84F5-21AEFF29135D}" type="pres">
      <dgm:prSet presAssocID="{A3FDDE55-1DFE-473D-BCF8-32E947CB7A7E}" presName="diagram" presStyleCnt="0">
        <dgm:presLayoutVars>
          <dgm:dir/>
          <dgm:resizeHandles val="exact"/>
        </dgm:presLayoutVars>
      </dgm:prSet>
      <dgm:spPr/>
    </dgm:pt>
    <dgm:pt modelId="{5F03C65A-1D72-4A40-806D-4ABDE5EE07CC}" type="pres">
      <dgm:prSet presAssocID="{579E75A7-AB16-414B-A324-637E021F145A}" presName="node" presStyleLbl="node1" presStyleIdx="0" presStyleCnt="2">
        <dgm:presLayoutVars>
          <dgm:bulletEnabled val="1"/>
        </dgm:presLayoutVars>
      </dgm:prSet>
      <dgm:spPr/>
    </dgm:pt>
    <dgm:pt modelId="{63C064E5-EB16-8940-B2D7-3478ACABEFAF}" type="pres">
      <dgm:prSet presAssocID="{65935AF0-6AD1-495B-9B97-8CEECE77BCA6}" presName="sibTrans" presStyleCnt="0"/>
      <dgm:spPr/>
    </dgm:pt>
    <dgm:pt modelId="{02E816E7-813C-A542-8E4E-780A2437F564}" type="pres">
      <dgm:prSet presAssocID="{9D16CE47-2E05-4D3D-8D81-67C096F9EC29}" presName="node" presStyleLbl="node1" presStyleIdx="1" presStyleCnt="2">
        <dgm:presLayoutVars>
          <dgm:bulletEnabled val="1"/>
        </dgm:presLayoutVars>
      </dgm:prSet>
      <dgm:spPr/>
    </dgm:pt>
  </dgm:ptLst>
  <dgm:cxnLst>
    <dgm:cxn modelId="{58D1CE21-281D-4E5A-9D8B-3FD75FA88D58}" srcId="{9D16CE47-2E05-4D3D-8D81-67C096F9EC29}" destId="{53DA7096-E7EE-4151-9FAD-D12687DEEB9C}" srcOrd="0" destOrd="0" parTransId="{21438F3A-B7E9-4E11-BD68-0F7492DB064A}" sibTransId="{7848AD61-8F53-4603-B5D0-DBA7060A03E4}"/>
    <dgm:cxn modelId="{DDB5F924-5A13-4723-A2DE-72C3E7B59186}" srcId="{A3FDDE55-1DFE-473D-BCF8-32E947CB7A7E}" destId="{579E75A7-AB16-414B-A324-637E021F145A}" srcOrd="0" destOrd="0" parTransId="{192BD896-5AC6-41B6-A4B0-4EAD096BAF03}" sibTransId="{65935AF0-6AD1-495B-9B97-8CEECE77BCA6}"/>
    <dgm:cxn modelId="{0C678B66-A8F4-49D5-ADBB-6439A1CA1E57}" srcId="{579E75A7-AB16-414B-A324-637E021F145A}" destId="{77CF1AEA-CF29-4162-A7CA-8D2D791BFF68}" srcOrd="0" destOrd="0" parTransId="{9B1E28E6-A603-4BA0-A3C5-657917FF465B}" sibTransId="{00C43D19-8744-40B9-A554-C18D8C512F55}"/>
    <dgm:cxn modelId="{A84A1E6A-8418-49C8-B94E-D45AE6200961}" srcId="{579E75A7-AB16-414B-A324-637E021F145A}" destId="{CD04D248-2703-4EFB-A02A-269795E0C4B5}" srcOrd="1" destOrd="0" parTransId="{30E0E707-B186-4910-9690-B602A3BF3A54}" sibTransId="{DDF3EB9D-903E-4A49-9FF1-BC70CEC5A758}"/>
    <dgm:cxn modelId="{9B8FBD73-A80C-214E-B85A-B07013B84AC2}" type="presOf" srcId="{53DA7096-E7EE-4151-9FAD-D12687DEEB9C}" destId="{02E816E7-813C-A542-8E4E-780A2437F564}" srcOrd="0" destOrd="1" presId="urn:microsoft.com/office/officeart/2005/8/layout/default"/>
    <dgm:cxn modelId="{C2761897-1911-A64E-8E8F-809506310EA4}" type="presOf" srcId="{A3FDDE55-1DFE-473D-BCF8-32E947CB7A7E}" destId="{82272175-C496-1947-84F5-21AEFF29135D}" srcOrd="0" destOrd="0" presId="urn:microsoft.com/office/officeart/2005/8/layout/default"/>
    <dgm:cxn modelId="{F6CB2EA1-B969-F048-B351-E579957518B8}" type="presOf" srcId="{579E75A7-AB16-414B-A324-637E021F145A}" destId="{5F03C65A-1D72-4A40-806D-4ABDE5EE07CC}" srcOrd="0" destOrd="0" presId="urn:microsoft.com/office/officeart/2005/8/layout/default"/>
    <dgm:cxn modelId="{11D46EA5-9784-AF4E-865B-56001AAA0A32}" type="presOf" srcId="{CD04D248-2703-4EFB-A02A-269795E0C4B5}" destId="{5F03C65A-1D72-4A40-806D-4ABDE5EE07CC}" srcOrd="0" destOrd="2" presId="urn:microsoft.com/office/officeart/2005/8/layout/default"/>
    <dgm:cxn modelId="{F52E8DA7-3348-4B24-A92E-28FDCB92537C}" srcId="{A3FDDE55-1DFE-473D-BCF8-32E947CB7A7E}" destId="{9D16CE47-2E05-4D3D-8D81-67C096F9EC29}" srcOrd="1" destOrd="0" parTransId="{87A20110-1C43-4F5B-A8A1-0680C9CCB15D}" sibTransId="{F5FEDBCF-72E4-40D7-BE81-5F33E0150920}"/>
    <dgm:cxn modelId="{8870D5B8-63DC-5145-A3B4-8E19ACFAA96F}" type="presOf" srcId="{9D16CE47-2E05-4D3D-8D81-67C096F9EC29}" destId="{02E816E7-813C-A542-8E4E-780A2437F564}" srcOrd="0" destOrd="0" presId="urn:microsoft.com/office/officeart/2005/8/layout/default"/>
    <dgm:cxn modelId="{34DACBB9-B30D-4EE7-AAF9-DE271E1D0B67}" srcId="{9D16CE47-2E05-4D3D-8D81-67C096F9EC29}" destId="{BF7B179F-1F61-4970-87EB-1DA801345EB9}" srcOrd="1" destOrd="0" parTransId="{EC2A6B93-5DC9-4E4E-AE1D-D002B394E6E8}" sibTransId="{E592F0FC-8E95-4915-97A6-C5CDA391D22F}"/>
    <dgm:cxn modelId="{C23B37BB-8B77-274E-BFB2-25776E406C25}" type="presOf" srcId="{BF7B179F-1F61-4970-87EB-1DA801345EB9}" destId="{02E816E7-813C-A542-8E4E-780A2437F564}" srcOrd="0" destOrd="2" presId="urn:microsoft.com/office/officeart/2005/8/layout/default"/>
    <dgm:cxn modelId="{7024C0D2-CA96-3A40-A629-1AFACD6DE7F2}" type="presOf" srcId="{77CF1AEA-CF29-4162-A7CA-8D2D791BFF68}" destId="{5F03C65A-1D72-4A40-806D-4ABDE5EE07CC}" srcOrd="0" destOrd="1" presId="urn:microsoft.com/office/officeart/2005/8/layout/default"/>
    <dgm:cxn modelId="{9BE8734C-1199-D84B-B500-FFD4E85B8385}" type="presParOf" srcId="{82272175-C496-1947-84F5-21AEFF29135D}" destId="{5F03C65A-1D72-4A40-806D-4ABDE5EE07CC}" srcOrd="0" destOrd="0" presId="urn:microsoft.com/office/officeart/2005/8/layout/default"/>
    <dgm:cxn modelId="{F5EED8EF-ABA5-8F45-8E4A-F774D79CEFCB}" type="presParOf" srcId="{82272175-C496-1947-84F5-21AEFF29135D}" destId="{63C064E5-EB16-8940-B2D7-3478ACABEFAF}" srcOrd="1" destOrd="0" presId="urn:microsoft.com/office/officeart/2005/8/layout/default"/>
    <dgm:cxn modelId="{8A019907-B0D8-F94B-AF7D-23CCDBB3F6C8}" type="presParOf" srcId="{82272175-C496-1947-84F5-21AEFF29135D}" destId="{02E816E7-813C-A542-8E4E-780A2437F564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AAD06B65-639C-490F-AA01-4A14485A8625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43CE5FF-E96A-49D4-A838-D0D48A67D18F}">
      <dgm:prSet/>
      <dgm:spPr/>
      <dgm:t>
        <a:bodyPr/>
        <a:lstStyle/>
        <a:p>
          <a:r>
            <a:rPr lang="en-US"/>
            <a:t>∗	Known Usage</a:t>
          </a:r>
        </a:p>
      </dgm:t>
    </dgm:pt>
    <dgm:pt modelId="{BC568304-2E1F-4576-9B64-707194BEBC6D}" type="parTrans" cxnId="{56EE688B-8B56-41BB-9003-E0FE6B999CC5}">
      <dgm:prSet/>
      <dgm:spPr/>
      <dgm:t>
        <a:bodyPr/>
        <a:lstStyle/>
        <a:p>
          <a:endParaRPr lang="en-US"/>
        </a:p>
      </dgm:t>
    </dgm:pt>
    <dgm:pt modelId="{CA03B614-6AF4-40BE-A57E-B100181500B8}" type="sibTrans" cxnId="{56EE688B-8B56-41BB-9003-E0FE6B999CC5}">
      <dgm:prSet/>
      <dgm:spPr/>
      <dgm:t>
        <a:bodyPr/>
        <a:lstStyle/>
        <a:p>
          <a:endParaRPr lang="en-US"/>
        </a:p>
      </dgm:t>
    </dgm:pt>
    <dgm:pt modelId="{F3C7BADB-8BEC-453A-A3FE-B12420EAB42C}">
      <dgm:prSet/>
      <dgm:spPr/>
      <dgm:t>
        <a:bodyPr/>
        <a:lstStyle/>
        <a:p>
          <a:r>
            <a:rPr lang="en-US"/>
            <a:t>∗	The output folder of the job will have one part file for each partition</a:t>
          </a:r>
        </a:p>
      </dgm:t>
    </dgm:pt>
    <dgm:pt modelId="{4B99E8FD-6040-479F-A942-1DFED7FFE206}" type="parTrans" cxnId="{821908F4-E6EC-4C00-9952-48D73FB93500}">
      <dgm:prSet/>
      <dgm:spPr/>
      <dgm:t>
        <a:bodyPr/>
        <a:lstStyle/>
        <a:p>
          <a:endParaRPr lang="en-US"/>
        </a:p>
      </dgm:t>
    </dgm:pt>
    <dgm:pt modelId="{1AF82D64-AF4C-4649-A4C1-977F43A99BAE}" type="sibTrans" cxnId="{821908F4-E6EC-4C00-9952-48D73FB93500}">
      <dgm:prSet/>
      <dgm:spPr/>
      <dgm:t>
        <a:bodyPr/>
        <a:lstStyle/>
        <a:p>
          <a:endParaRPr lang="en-US"/>
        </a:p>
      </dgm:t>
    </dgm:pt>
    <dgm:pt modelId="{C6E7B514-29E2-41BA-AEF9-4E2A18D3D6CB}">
      <dgm:prSet/>
      <dgm:spPr/>
      <dgm:t>
        <a:bodyPr/>
        <a:lstStyle/>
        <a:p>
          <a:r>
            <a:rPr lang="en-US"/>
            <a:t>∗	Partition pruning by category</a:t>
          </a:r>
        </a:p>
      </dgm:t>
    </dgm:pt>
    <dgm:pt modelId="{CE3330E9-67AD-4B04-9D79-5905A0989B07}" type="parTrans" cxnId="{17DDB61C-80C2-4571-9032-27D81B314958}">
      <dgm:prSet/>
      <dgm:spPr/>
      <dgm:t>
        <a:bodyPr/>
        <a:lstStyle/>
        <a:p>
          <a:endParaRPr lang="en-US"/>
        </a:p>
      </dgm:t>
    </dgm:pt>
    <dgm:pt modelId="{3356EB59-6B00-4FD4-8FE4-018A624D7B86}" type="sibTrans" cxnId="{17DDB61C-80C2-4571-9032-27D81B314958}">
      <dgm:prSet/>
      <dgm:spPr/>
      <dgm:t>
        <a:bodyPr/>
        <a:lstStyle/>
        <a:p>
          <a:endParaRPr lang="en-US"/>
        </a:p>
      </dgm:t>
    </dgm:pt>
    <dgm:pt modelId="{91A6F9A6-7B31-4DB9-B115-EC957936E54D}">
      <dgm:prSet/>
      <dgm:spPr/>
      <dgm:t>
        <a:bodyPr/>
        <a:lstStyle/>
        <a:p>
          <a:r>
            <a:rPr lang="en-US"/>
            <a:t>∗	Performance Analysis</a:t>
          </a:r>
        </a:p>
      </dgm:t>
    </dgm:pt>
    <dgm:pt modelId="{03E7CFEB-54A7-437D-AECB-CAADCDF2153D}" type="parTrans" cxnId="{9A96C7B4-F2D3-4705-9191-09ECB89F4624}">
      <dgm:prSet/>
      <dgm:spPr/>
      <dgm:t>
        <a:bodyPr/>
        <a:lstStyle/>
        <a:p>
          <a:endParaRPr lang="en-US"/>
        </a:p>
      </dgm:t>
    </dgm:pt>
    <dgm:pt modelId="{B2273DB2-17FC-411D-8519-280C17D5BB76}" type="sibTrans" cxnId="{9A96C7B4-F2D3-4705-9191-09ECB89F4624}">
      <dgm:prSet/>
      <dgm:spPr/>
      <dgm:t>
        <a:bodyPr/>
        <a:lstStyle/>
        <a:p>
          <a:endParaRPr lang="en-US"/>
        </a:p>
      </dgm:t>
    </dgm:pt>
    <dgm:pt modelId="{393B59C4-30FF-496C-9777-959A8CF5055A}">
      <dgm:prSet/>
      <dgm:spPr/>
      <dgm:t>
        <a:bodyPr/>
        <a:lstStyle/>
        <a:p>
          <a:r>
            <a:rPr lang="en-US"/>
            <a:t>∗	the resulting partitions will likely not have similar number of records</a:t>
          </a:r>
        </a:p>
      </dgm:t>
    </dgm:pt>
    <dgm:pt modelId="{3240C45E-89E0-408B-A2CF-6B6627A3E93E}" type="parTrans" cxnId="{C0A0E91A-B43E-4EC2-801C-3AA2621080C3}">
      <dgm:prSet/>
      <dgm:spPr/>
      <dgm:t>
        <a:bodyPr/>
        <a:lstStyle/>
        <a:p>
          <a:endParaRPr lang="en-US"/>
        </a:p>
      </dgm:t>
    </dgm:pt>
    <dgm:pt modelId="{5CBD8037-FCD6-42D7-BE2C-30C843055007}" type="sibTrans" cxnId="{C0A0E91A-B43E-4EC2-801C-3AA2621080C3}">
      <dgm:prSet/>
      <dgm:spPr/>
      <dgm:t>
        <a:bodyPr/>
        <a:lstStyle/>
        <a:p>
          <a:endParaRPr lang="en-US"/>
        </a:p>
      </dgm:t>
    </dgm:pt>
    <dgm:pt modelId="{C7CE6781-D3DF-4460-96D7-F967E4801CBC}">
      <dgm:prSet/>
      <dgm:spPr/>
      <dgm:t>
        <a:bodyPr/>
        <a:lstStyle/>
        <a:p>
          <a:r>
            <a:rPr lang="en-US"/>
            <a:t>∗	Split very large partitions into several smaller partitions</a:t>
          </a:r>
        </a:p>
      </dgm:t>
    </dgm:pt>
    <dgm:pt modelId="{BA03DE7E-31BC-43C5-9D5F-694078FFFA41}" type="parTrans" cxnId="{A061C5DF-BDA3-4411-AE8F-10B89159320E}">
      <dgm:prSet/>
      <dgm:spPr/>
      <dgm:t>
        <a:bodyPr/>
        <a:lstStyle/>
        <a:p>
          <a:endParaRPr lang="en-US"/>
        </a:p>
      </dgm:t>
    </dgm:pt>
    <dgm:pt modelId="{FAB1F236-9B96-489F-8990-645651389360}" type="sibTrans" cxnId="{A061C5DF-BDA3-4411-AE8F-10B89159320E}">
      <dgm:prSet/>
      <dgm:spPr/>
      <dgm:t>
        <a:bodyPr/>
        <a:lstStyle/>
        <a:p>
          <a:endParaRPr lang="en-US"/>
        </a:p>
      </dgm:t>
    </dgm:pt>
    <dgm:pt modelId="{AE47761E-787B-1B42-A453-061BBAF60B54}" type="pres">
      <dgm:prSet presAssocID="{AAD06B65-639C-490F-AA01-4A14485A8625}" presName="diagram" presStyleCnt="0">
        <dgm:presLayoutVars>
          <dgm:dir/>
          <dgm:resizeHandles val="exact"/>
        </dgm:presLayoutVars>
      </dgm:prSet>
      <dgm:spPr/>
    </dgm:pt>
    <dgm:pt modelId="{89F480E1-6824-C64C-B3EC-A6CA8FEAA0AD}" type="pres">
      <dgm:prSet presAssocID="{943CE5FF-E96A-49D4-A838-D0D48A67D18F}" presName="node" presStyleLbl="node1" presStyleIdx="0" presStyleCnt="2">
        <dgm:presLayoutVars>
          <dgm:bulletEnabled val="1"/>
        </dgm:presLayoutVars>
      </dgm:prSet>
      <dgm:spPr/>
    </dgm:pt>
    <dgm:pt modelId="{FC2B371C-ADD5-D543-BA28-92B778625E82}" type="pres">
      <dgm:prSet presAssocID="{CA03B614-6AF4-40BE-A57E-B100181500B8}" presName="sibTrans" presStyleCnt="0"/>
      <dgm:spPr/>
    </dgm:pt>
    <dgm:pt modelId="{2E5BDAD9-7980-8B43-8F79-49788A2066BC}" type="pres">
      <dgm:prSet presAssocID="{91A6F9A6-7B31-4DB9-B115-EC957936E54D}" presName="node" presStyleLbl="node1" presStyleIdx="1" presStyleCnt="2">
        <dgm:presLayoutVars>
          <dgm:bulletEnabled val="1"/>
        </dgm:presLayoutVars>
      </dgm:prSet>
      <dgm:spPr/>
    </dgm:pt>
  </dgm:ptLst>
  <dgm:cxnLst>
    <dgm:cxn modelId="{C0A0E91A-B43E-4EC2-801C-3AA2621080C3}" srcId="{91A6F9A6-7B31-4DB9-B115-EC957936E54D}" destId="{393B59C4-30FF-496C-9777-959A8CF5055A}" srcOrd="0" destOrd="0" parTransId="{3240C45E-89E0-408B-A2CF-6B6627A3E93E}" sibTransId="{5CBD8037-FCD6-42D7-BE2C-30C843055007}"/>
    <dgm:cxn modelId="{17DDB61C-80C2-4571-9032-27D81B314958}" srcId="{943CE5FF-E96A-49D4-A838-D0D48A67D18F}" destId="{C6E7B514-29E2-41BA-AEF9-4E2A18D3D6CB}" srcOrd="1" destOrd="0" parTransId="{CE3330E9-67AD-4B04-9D79-5905A0989B07}" sibTransId="{3356EB59-6B00-4FD4-8FE4-018A624D7B86}"/>
    <dgm:cxn modelId="{A46B6720-9C55-0042-9CD2-59CB4C49E590}" type="presOf" srcId="{C6E7B514-29E2-41BA-AEF9-4E2A18D3D6CB}" destId="{89F480E1-6824-C64C-B3EC-A6CA8FEAA0AD}" srcOrd="0" destOrd="2" presId="urn:microsoft.com/office/officeart/2005/8/layout/default"/>
    <dgm:cxn modelId="{EB4E762E-FFC6-754F-AC49-CFF8584D5EAC}" type="presOf" srcId="{C7CE6781-D3DF-4460-96D7-F967E4801CBC}" destId="{2E5BDAD9-7980-8B43-8F79-49788A2066BC}" srcOrd="0" destOrd="2" presId="urn:microsoft.com/office/officeart/2005/8/layout/default"/>
    <dgm:cxn modelId="{566E5861-C2F0-A949-97B3-25A4175CE840}" type="presOf" srcId="{943CE5FF-E96A-49D4-A838-D0D48A67D18F}" destId="{89F480E1-6824-C64C-B3EC-A6CA8FEAA0AD}" srcOrd="0" destOrd="0" presId="urn:microsoft.com/office/officeart/2005/8/layout/default"/>
    <dgm:cxn modelId="{4CDFEA66-F69A-C04D-A543-52B46CC75BF9}" type="presOf" srcId="{393B59C4-30FF-496C-9777-959A8CF5055A}" destId="{2E5BDAD9-7980-8B43-8F79-49788A2066BC}" srcOrd="0" destOrd="1" presId="urn:microsoft.com/office/officeart/2005/8/layout/default"/>
    <dgm:cxn modelId="{9166FF6A-EC17-C140-8CFC-2129BFA10F10}" type="presOf" srcId="{AAD06B65-639C-490F-AA01-4A14485A8625}" destId="{AE47761E-787B-1B42-A453-061BBAF60B54}" srcOrd="0" destOrd="0" presId="urn:microsoft.com/office/officeart/2005/8/layout/default"/>
    <dgm:cxn modelId="{56EE688B-8B56-41BB-9003-E0FE6B999CC5}" srcId="{AAD06B65-639C-490F-AA01-4A14485A8625}" destId="{943CE5FF-E96A-49D4-A838-D0D48A67D18F}" srcOrd="0" destOrd="0" parTransId="{BC568304-2E1F-4576-9B64-707194BEBC6D}" sibTransId="{CA03B614-6AF4-40BE-A57E-B100181500B8}"/>
    <dgm:cxn modelId="{47B05DAD-8DEB-8448-8AA3-2164B3957F28}" type="presOf" srcId="{91A6F9A6-7B31-4DB9-B115-EC957936E54D}" destId="{2E5BDAD9-7980-8B43-8F79-49788A2066BC}" srcOrd="0" destOrd="0" presId="urn:microsoft.com/office/officeart/2005/8/layout/default"/>
    <dgm:cxn modelId="{9A96C7B4-F2D3-4705-9191-09ECB89F4624}" srcId="{AAD06B65-639C-490F-AA01-4A14485A8625}" destId="{91A6F9A6-7B31-4DB9-B115-EC957936E54D}" srcOrd="1" destOrd="0" parTransId="{03E7CFEB-54A7-437D-AECB-CAADCDF2153D}" sibTransId="{B2273DB2-17FC-411D-8519-280C17D5BB76}"/>
    <dgm:cxn modelId="{BDB184CF-0294-D349-B0AE-D5EAA9C4D9B4}" type="presOf" srcId="{F3C7BADB-8BEC-453A-A3FE-B12420EAB42C}" destId="{89F480E1-6824-C64C-B3EC-A6CA8FEAA0AD}" srcOrd="0" destOrd="1" presId="urn:microsoft.com/office/officeart/2005/8/layout/default"/>
    <dgm:cxn modelId="{A061C5DF-BDA3-4411-AE8F-10B89159320E}" srcId="{91A6F9A6-7B31-4DB9-B115-EC957936E54D}" destId="{C7CE6781-D3DF-4460-96D7-F967E4801CBC}" srcOrd="1" destOrd="0" parTransId="{BA03DE7E-31BC-43C5-9D5F-694078FFFA41}" sibTransId="{FAB1F236-9B96-489F-8990-645651389360}"/>
    <dgm:cxn modelId="{821908F4-E6EC-4C00-9952-48D73FB93500}" srcId="{943CE5FF-E96A-49D4-A838-D0D48A67D18F}" destId="{F3C7BADB-8BEC-453A-A3FE-B12420EAB42C}" srcOrd="0" destOrd="0" parTransId="{4B99E8FD-6040-479F-A942-1DFED7FFE206}" sibTransId="{1AF82D64-AF4C-4649-A4C1-977F43A99BAE}"/>
    <dgm:cxn modelId="{644549D0-2080-014F-B63F-C665C5ED52B2}" type="presParOf" srcId="{AE47761E-787B-1B42-A453-061BBAF60B54}" destId="{89F480E1-6824-C64C-B3EC-A6CA8FEAA0AD}" srcOrd="0" destOrd="0" presId="urn:microsoft.com/office/officeart/2005/8/layout/default"/>
    <dgm:cxn modelId="{FAAD522E-DDEA-D54E-9CEF-B8B83591D033}" type="presParOf" srcId="{AE47761E-787B-1B42-A453-061BBAF60B54}" destId="{FC2B371C-ADD5-D543-BA28-92B778625E82}" srcOrd="1" destOrd="0" presId="urn:microsoft.com/office/officeart/2005/8/layout/default"/>
    <dgm:cxn modelId="{F7D24DCB-69C8-084C-AF74-D6358F1A05DF}" type="presParOf" srcId="{AE47761E-787B-1B42-A453-061BBAF60B54}" destId="{2E5BDAD9-7980-8B43-8F79-49788A2066BC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FC7E328A-B1DA-4AB9-B8AB-1EBC6B93840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0A706CE-9604-4218-BD72-A7CB4D9AF45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∗	Performance Analysis</a:t>
          </a:r>
        </a:p>
      </dgm:t>
    </dgm:pt>
    <dgm:pt modelId="{2F440723-9CFA-4DDC-9B44-2332371C36C2}" type="parTrans" cxnId="{C48800C1-83CA-454E-A63A-643C16569C37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A43D458B-AA48-4249-AD80-EAA49456EA42}" type="sibTrans" cxnId="{C48800C1-83CA-454E-A63A-643C16569C37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60ED0418-3FAD-439A-8C97-1FAFC5F1A13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∗	The whole data moves across the network to reducers</a:t>
          </a:r>
        </a:p>
      </dgm:t>
    </dgm:pt>
    <dgm:pt modelId="{6133EBC9-B31E-4B7F-AC3F-02C30AE27B57}" type="parTrans" cxnId="{A3FD7074-69CC-447E-9E09-6CF1377E7A1B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73BE4A6D-83A4-4B8C-9839-EF21BD52F2BF}" type="sibTrans" cxnId="{A3FD7074-69CC-447E-9E09-6CF1377E7A1B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14F8581C-8741-4D88-AACC-5EA8BDFE32F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∗You can optimize by using projection and sending only the required fields</a:t>
          </a:r>
        </a:p>
      </dgm:t>
    </dgm:pt>
    <dgm:pt modelId="{493F7B74-DE4A-4DE4-B0A4-1562934338FD}" type="parTrans" cxnId="{FB33BDD3-E07E-4F92-95F5-83B5108A7375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4BADE536-A5CB-4B30-8E81-97BC7A4AF820}" type="sibTrans" cxnId="{FB33BDD3-E07E-4F92-95F5-83B5108A7375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6E7CEA22-4BF2-4741-8D4A-6B97B7E2814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∗Number of reducers typically higher than normal</a:t>
          </a:r>
        </a:p>
      </dgm:t>
    </dgm:pt>
    <dgm:pt modelId="{B0C33B50-6C44-460D-B135-8F366C80C1FD}" type="parTrans" cxnId="{D0845266-F86C-4ACA-A575-2C16E4E3ECE7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705E4A2F-BA7D-4020-9168-01CF286FADA7}" type="sibTrans" cxnId="{D0845266-F86C-4ACA-A575-2C16E4E3ECE7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A6FEA34F-B65F-440C-9E3A-49FF86623D1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∗If you can use any other Join type for your problem, use that instead</a:t>
          </a:r>
        </a:p>
      </dgm:t>
    </dgm:pt>
    <dgm:pt modelId="{82EB0B17-80D3-4FAB-B8DC-3B10B60A3C1F}" type="parTrans" cxnId="{F280DEC6-828B-4707-AD05-2080378EC3C4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E5E98F05-828E-45FE-8DF1-F8764F818A17}" type="sibTrans" cxnId="{F280DEC6-828B-4707-AD05-2080378EC3C4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AE84283F-2430-424A-B1B8-2F5CB0C3B5E1}" type="pres">
      <dgm:prSet presAssocID="{FC7E328A-B1DA-4AB9-B8AB-1EBC6B93840F}" presName="linear" presStyleCnt="0">
        <dgm:presLayoutVars>
          <dgm:animLvl val="lvl"/>
          <dgm:resizeHandles val="exact"/>
        </dgm:presLayoutVars>
      </dgm:prSet>
      <dgm:spPr/>
    </dgm:pt>
    <dgm:pt modelId="{FC1FBF11-81EF-F146-9DA9-992C4659AEBA}" type="pres">
      <dgm:prSet presAssocID="{90A706CE-9604-4218-BD72-A7CB4D9AF45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B72614A-147C-BF45-BA90-9EB0F0CCD162}" type="pres">
      <dgm:prSet presAssocID="{A43D458B-AA48-4249-AD80-EAA49456EA42}" presName="spacer" presStyleCnt="0"/>
      <dgm:spPr/>
    </dgm:pt>
    <dgm:pt modelId="{0241BEDB-37B2-6545-B91E-5DD4EC50CD90}" type="pres">
      <dgm:prSet presAssocID="{60ED0418-3FAD-439A-8C97-1FAFC5F1A13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0D8CCCA-9495-1B4C-AFE4-68DC8111A9FB}" type="pres">
      <dgm:prSet presAssocID="{73BE4A6D-83A4-4B8C-9839-EF21BD52F2BF}" presName="spacer" presStyleCnt="0"/>
      <dgm:spPr/>
    </dgm:pt>
    <dgm:pt modelId="{45DF7E6F-00D8-3E40-9201-02F028AB1593}" type="pres">
      <dgm:prSet presAssocID="{14F8581C-8741-4D88-AACC-5EA8BDFE32F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3A35981-BB75-B240-8303-2F34D48D854C}" type="pres">
      <dgm:prSet presAssocID="{4BADE536-A5CB-4B30-8E81-97BC7A4AF820}" presName="spacer" presStyleCnt="0"/>
      <dgm:spPr/>
    </dgm:pt>
    <dgm:pt modelId="{5003278C-2BEB-4742-A196-467EBF696AA4}" type="pres">
      <dgm:prSet presAssocID="{6E7CEA22-4BF2-4741-8D4A-6B97B7E2814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FCA139B-C142-2244-A4BD-BFE4DB4CC4F8}" type="pres">
      <dgm:prSet presAssocID="{705E4A2F-BA7D-4020-9168-01CF286FADA7}" presName="spacer" presStyleCnt="0"/>
      <dgm:spPr/>
    </dgm:pt>
    <dgm:pt modelId="{2B8D03E6-728E-4847-AD10-13712A12FC35}" type="pres">
      <dgm:prSet presAssocID="{A6FEA34F-B65F-440C-9E3A-49FF86623D12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E5A4432B-BD5F-3546-9793-0B541ABC607A}" type="presOf" srcId="{6E7CEA22-4BF2-4741-8D4A-6B97B7E28141}" destId="{5003278C-2BEB-4742-A196-467EBF696AA4}" srcOrd="0" destOrd="0" presId="urn:microsoft.com/office/officeart/2005/8/layout/vList2"/>
    <dgm:cxn modelId="{19CD8052-DA4A-FF49-BD66-D706AC2EA2AF}" type="presOf" srcId="{60ED0418-3FAD-439A-8C97-1FAFC5F1A139}" destId="{0241BEDB-37B2-6545-B91E-5DD4EC50CD90}" srcOrd="0" destOrd="0" presId="urn:microsoft.com/office/officeart/2005/8/layout/vList2"/>
    <dgm:cxn modelId="{D0845266-F86C-4ACA-A575-2C16E4E3ECE7}" srcId="{FC7E328A-B1DA-4AB9-B8AB-1EBC6B93840F}" destId="{6E7CEA22-4BF2-4741-8D4A-6B97B7E28141}" srcOrd="3" destOrd="0" parTransId="{B0C33B50-6C44-460D-B135-8F366C80C1FD}" sibTransId="{705E4A2F-BA7D-4020-9168-01CF286FADA7}"/>
    <dgm:cxn modelId="{A3FD7074-69CC-447E-9E09-6CF1377E7A1B}" srcId="{FC7E328A-B1DA-4AB9-B8AB-1EBC6B93840F}" destId="{60ED0418-3FAD-439A-8C97-1FAFC5F1A139}" srcOrd="1" destOrd="0" parTransId="{6133EBC9-B31E-4B7F-AC3F-02C30AE27B57}" sibTransId="{73BE4A6D-83A4-4B8C-9839-EF21BD52F2BF}"/>
    <dgm:cxn modelId="{5579047A-9351-2D49-AC9D-7A00D1E0A302}" type="presOf" srcId="{FC7E328A-B1DA-4AB9-B8AB-1EBC6B93840F}" destId="{AE84283F-2430-424A-B1B8-2F5CB0C3B5E1}" srcOrd="0" destOrd="0" presId="urn:microsoft.com/office/officeart/2005/8/layout/vList2"/>
    <dgm:cxn modelId="{3B2191B5-9FB8-B448-8843-247B0FD493C1}" type="presOf" srcId="{A6FEA34F-B65F-440C-9E3A-49FF86623D12}" destId="{2B8D03E6-728E-4847-AD10-13712A12FC35}" srcOrd="0" destOrd="0" presId="urn:microsoft.com/office/officeart/2005/8/layout/vList2"/>
    <dgm:cxn modelId="{C48800C1-83CA-454E-A63A-643C16569C37}" srcId="{FC7E328A-B1DA-4AB9-B8AB-1EBC6B93840F}" destId="{90A706CE-9604-4218-BD72-A7CB4D9AF45F}" srcOrd="0" destOrd="0" parTransId="{2F440723-9CFA-4DDC-9B44-2332371C36C2}" sibTransId="{A43D458B-AA48-4249-AD80-EAA49456EA42}"/>
    <dgm:cxn modelId="{F280DEC6-828B-4707-AD05-2080378EC3C4}" srcId="{FC7E328A-B1DA-4AB9-B8AB-1EBC6B93840F}" destId="{A6FEA34F-B65F-440C-9E3A-49FF86623D12}" srcOrd="4" destOrd="0" parTransId="{82EB0B17-80D3-4FAB-B8DC-3B10B60A3C1F}" sibTransId="{E5E98F05-828E-45FE-8DF1-F8764F818A17}"/>
    <dgm:cxn modelId="{912CFDC7-03F9-8B48-AEC0-A88244B581C1}" type="presOf" srcId="{90A706CE-9604-4218-BD72-A7CB4D9AF45F}" destId="{FC1FBF11-81EF-F146-9DA9-992C4659AEBA}" srcOrd="0" destOrd="0" presId="urn:microsoft.com/office/officeart/2005/8/layout/vList2"/>
    <dgm:cxn modelId="{FB33BDD3-E07E-4F92-95F5-83B5108A7375}" srcId="{FC7E328A-B1DA-4AB9-B8AB-1EBC6B93840F}" destId="{14F8581C-8741-4D88-AACC-5EA8BDFE32FF}" srcOrd="2" destOrd="0" parTransId="{493F7B74-DE4A-4DE4-B0A4-1562934338FD}" sibTransId="{4BADE536-A5CB-4B30-8E81-97BC7A4AF820}"/>
    <dgm:cxn modelId="{E14D96EC-AA73-F141-A4FF-26BCD5BEBD55}" type="presOf" srcId="{14F8581C-8741-4D88-AACC-5EA8BDFE32FF}" destId="{45DF7E6F-00D8-3E40-9201-02F028AB1593}" srcOrd="0" destOrd="0" presId="urn:microsoft.com/office/officeart/2005/8/layout/vList2"/>
    <dgm:cxn modelId="{B261EF6F-E2B4-F845-8AC7-39D12C803124}" type="presParOf" srcId="{AE84283F-2430-424A-B1B8-2F5CB0C3B5E1}" destId="{FC1FBF11-81EF-F146-9DA9-992C4659AEBA}" srcOrd="0" destOrd="0" presId="urn:microsoft.com/office/officeart/2005/8/layout/vList2"/>
    <dgm:cxn modelId="{40BE232B-E5B3-594B-8A65-2364E173173A}" type="presParOf" srcId="{AE84283F-2430-424A-B1B8-2F5CB0C3B5E1}" destId="{BB72614A-147C-BF45-BA90-9EB0F0CCD162}" srcOrd="1" destOrd="0" presId="urn:microsoft.com/office/officeart/2005/8/layout/vList2"/>
    <dgm:cxn modelId="{F33A05BA-CA71-214A-BE8F-E65A5B23AD2D}" type="presParOf" srcId="{AE84283F-2430-424A-B1B8-2F5CB0C3B5E1}" destId="{0241BEDB-37B2-6545-B91E-5DD4EC50CD90}" srcOrd="2" destOrd="0" presId="urn:microsoft.com/office/officeart/2005/8/layout/vList2"/>
    <dgm:cxn modelId="{DADA3D7E-161A-6548-8928-BFE3ED92584F}" type="presParOf" srcId="{AE84283F-2430-424A-B1B8-2F5CB0C3B5E1}" destId="{90D8CCCA-9495-1B4C-AFE4-68DC8111A9FB}" srcOrd="3" destOrd="0" presId="urn:microsoft.com/office/officeart/2005/8/layout/vList2"/>
    <dgm:cxn modelId="{0B25D108-0712-9B4F-BA10-8A4F30C4C2B2}" type="presParOf" srcId="{AE84283F-2430-424A-B1B8-2F5CB0C3B5E1}" destId="{45DF7E6F-00D8-3E40-9201-02F028AB1593}" srcOrd="4" destOrd="0" presId="urn:microsoft.com/office/officeart/2005/8/layout/vList2"/>
    <dgm:cxn modelId="{6A8F1497-AF0F-424F-82C1-CACBBCB891AB}" type="presParOf" srcId="{AE84283F-2430-424A-B1B8-2F5CB0C3B5E1}" destId="{23A35981-BB75-B240-8303-2F34D48D854C}" srcOrd="5" destOrd="0" presId="urn:microsoft.com/office/officeart/2005/8/layout/vList2"/>
    <dgm:cxn modelId="{CD3E1D73-08A6-9B46-8AB7-0F3A732E781A}" type="presParOf" srcId="{AE84283F-2430-424A-B1B8-2F5CB0C3B5E1}" destId="{5003278C-2BEB-4742-A196-467EBF696AA4}" srcOrd="6" destOrd="0" presId="urn:microsoft.com/office/officeart/2005/8/layout/vList2"/>
    <dgm:cxn modelId="{7678E2E1-1164-1E4E-B4D4-F24D51D03B82}" type="presParOf" srcId="{AE84283F-2430-424A-B1B8-2F5CB0C3B5E1}" destId="{CFCA139B-C142-2244-A4BD-BFE4DB4CC4F8}" srcOrd="7" destOrd="0" presId="urn:microsoft.com/office/officeart/2005/8/layout/vList2"/>
    <dgm:cxn modelId="{4E9337BA-E643-594B-BCD0-029AAC82D11A}" type="presParOf" srcId="{AE84283F-2430-424A-B1B8-2F5CB0C3B5E1}" destId="{2B8D03E6-728E-4847-AD10-13712A12FC3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9FA59B63-E67A-4D60-9778-505EB7E9E7D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D3D1B4E-2103-4BE1-AC67-FE0A9E5953D1}">
      <dgm:prSet custT="1"/>
      <dgm:spPr/>
      <dgm:t>
        <a:bodyPr/>
        <a:lstStyle/>
        <a:p>
          <a:pPr algn="l">
            <a:lnSpc>
              <a:spcPct val="100000"/>
            </a:lnSpc>
          </a:pPr>
          <a:r>
            <a:rPr lang="en-US" sz="2000"/>
            <a:t>∗	Performance Analysis</a:t>
          </a:r>
        </a:p>
      </dgm:t>
    </dgm:pt>
    <dgm:pt modelId="{4159A336-116B-4B17-996A-D38C55BE1F99}" type="parTrans" cxnId="{6547386C-D18E-4542-B540-1C2C4CACD82C}">
      <dgm:prSet/>
      <dgm:spPr/>
      <dgm:t>
        <a:bodyPr/>
        <a:lstStyle/>
        <a:p>
          <a:pPr algn="l">
            <a:lnSpc>
              <a:spcPct val="100000"/>
            </a:lnSpc>
          </a:pPr>
          <a:endParaRPr lang="en-US" sz="2000"/>
        </a:p>
      </dgm:t>
    </dgm:pt>
    <dgm:pt modelId="{15B92113-5454-4197-97B1-FC8F02FFB7A2}" type="sibTrans" cxnId="{6547386C-D18E-4542-B540-1C2C4CACD82C}">
      <dgm:prSet/>
      <dgm:spPr/>
      <dgm:t>
        <a:bodyPr/>
        <a:lstStyle/>
        <a:p>
          <a:pPr algn="l">
            <a:lnSpc>
              <a:spcPct val="100000"/>
            </a:lnSpc>
          </a:pPr>
          <a:endParaRPr lang="en-US" sz="2000"/>
        </a:p>
      </dgm:t>
    </dgm:pt>
    <dgm:pt modelId="{8C7DDFB8-F7D9-4BAC-A216-B92CD5398C72}">
      <dgm:prSet custT="1"/>
      <dgm:spPr/>
      <dgm:t>
        <a:bodyPr/>
        <a:lstStyle/>
        <a:p>
          <a:pPr algn="l">
            <a:lnSpc>
              <a:spcPct val="100000"/>
            </a:lnSpc>
          </a:pPr>
          <a:r>
            <a:rPr lang="en-US" sz="2000"/>
            <a:t>∗	A replicated join can be the fastest type of join executed because there is no reducer required</a:t>
          </a:r>
        </a:p>
      </dgm:t>
    </dgm:pt>
    <dgm:pt modelId="{9A44E915-3114-4666-B6F4-A5E904DC1D90}" type="parTrans" cxnId="{A4355DAF-40D6-46C9-BD1C-191A27B753A9}">
      <dgm:prSet/>
      <dgm:spPr/>
      <dgm:t>
        <a:bodyPr/>
        <a:lstStyle/>
        <a:p>
          <a:pPr algn="l">
            <a:lnSpc>
              <a:spcPct val="100000"/>
            </a:lnSpc>
          </a:pPr>
          <a:endParaRPr lang="en-US" sz="2000"/>
        </a:p>
      </dgm:t>
    </dgm:pt>
    <dgm:pt modelId="{518C4E2F-DC84-4470-BD01-4D03683E313E}" type="sibTrans" cxnId="{A4355DAF-40D6-46C9-BD1C-191A27B753A9}">
      <dgm:prSet/>
      <dgm:spPr/>
      <dgm:t>
        <a:bodyPr/>
        <a:lstStyle/>
        <a:p>
          <a:pPr algn="l">
            <a:lnSpc>
              <a:spcPct val="100000"/>
            </a:lnSpc>
          </a:pPr>
          <a:endParaRPr lang="en-US" sz="2000"/>
        </a:p>
      </dgm:t>
    </dgm:pt>
    <dgm:pt modelId="{9ED28F42-7D4E-4876-94EB-9125E53C22E6}">
      <dgm:prSet custT="1"/>
      <dgm:spPr/>
      <dgm:t>
        <a:bodyPr/>
        <a:lstStyle/>
        <a:p>
          <a:pPr algn="l">
            <a:lnSpc>
              <a:spcPct val="100000"/>
            </a:lnSpc>
          </a:pPr>
          <a:r>
            <a:rPr lang="en-US" sz="2000"/>
            <a:t>∗	The amount of data that can be stored safely inside JVM</a:t>
          </a:r>
        </a:p>
      </dgm:t>
    </dgm:pt>
    <dgm:pt modelId="{BF8A5911-906F-4F68-823F-5760DE6D7E36}" type="parTrans" cxnId="{B4EECB41-06BF-4A2B-B77B-6D08A639EFEC}">
      <dgm:prSet/>
      <dgm:spPr/>
      <dgm:t>
        <a:bodyPr/>
        <a:lstStyle/>
        <a:p>
          <a:pPr algn="l">
            <a:lnSpc>
              <a:spcPct val="100000"/>
            </a:lnSpc>
          </a:pPr>
          <a:endParaRPr lang="en-US" sz="2000"/>
        </a:p>
      </dgm:t>
    </dgm:pt>
    <dgm:pt modelId="{CEE29ED3-9893-49B5-AAB0-C28B137521EA}" type="sibTrans" cxnId="{B4EECB41-06BF-4A2B-B77B-6D08A639EFEC}">
      <dgm:prSet/>
      <dgm:spPr/>
      <dgm:t>
        <a:bodyPr/>
        <a:lstStyle/>
        <a:p>
          <a:pPr algn="l">
            <a:lnSpc>
              <a:spcPct val="100000"/>
            </a:lnSpc>
          </a:pPr>
          <a:endParaRPr lang="en-US" sz="2000"/>
        </a:p>
      </dgm:t>
    </dgm:pt>
    <dgm:pt modelId="{7ED19808-FFAF-1740-BB80-CD8621D64A31}" type="pres">
      <dgm:prSet presAssocID="{9FA59B63-E67A-4D60-9778-505EB7E9E7D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0C85AB0-570B-2144-93EC-877EA3D816CF}" type="pres">
      <dgm:prSet presAssocID="{9D3D1B4E-2103-4BE1-AC67-FE0A9E5953D1}" presName="hierRoot1" presStyleCnt="0"/>
      <dgm:spPr/>
    </dgm:pt>
    <dgm:pt modelId="{E054C05B-6C66-7D49-8B07-951C373367EE}" type="pres">
      <dgm:prSet presAssocID="{9D3D1B4E-2103-4BE1-AC67-FE0A9E5953D1}" presName="composite" presStyleCnt="0"/>
      <dgm:spPr/>
    </dgm:pt>
    <dgm:pt modelId="{4D890EB4-DF34-C440-A8AA-8EE6D3D12C82}" type="pres">
      <dgm:prSet presAssocID="{9D3D1B4E-2103-4BE1-AC67-FE0A9E5953D1}" presName="background" presStyleLbl="node0" presStyleIdx="0" presStyleCnt="1"/>
      <dgm:spPr/>
    </dgm:pt>
    <dgm:pt modelId="{27912463-A35E-1B40-ACD0-1B95E78F3D83}" type="pres">
      <dgm:prSet presAssocID="{9D3D1B4E-2103-4BE1-AC67-FE0A9E5953D1}" presName="text" presStyleLbl="fgAcc0" presStyleIdx="0" presStyleCnt="1">
        <dgm:presLayoutVars>
          <dgm:chPref val="3"/>
        </dgm:presLayoutVars>
      </dgm:prSet>
      <dgm:spPr/>
    </dgm:pt>
    <dgm:pt modelId="{6DDD2ECD-C586-3140-9B79-7D2E8908B2A7}" type="pres">
      <dgm:prSet presAssocID="{9D3D1B4E-2103-4BE1-AC67-FE0A9E5953D1}" presName="hierChild2" presStyleCnt="0"/>
      <dgm:spPr/>
    </dgm:pt>
    <dgm:pt modelId="{248E6F0C-5C82-A647-905C-F0CE74DC19C7}" type="pres">
      <dgm:prSet presAssocID="{9A44E915-3114-4666-B6F4-A5E904DC1D90}" presName="Name10" presStyleLbl="parChTrans1D2" presStyleIdx="0" presStyleCnt="2"/>
      <dgm:spPr/>
    </dgm:pt>
    <dgm:pt modelId="{979C2A1C-BEE3-904C-913A-DF91459D9857}" type="pres">
      <dgm:prSet presAssocID="{8C7DDFB8-F7D9-4BAC-A216-B92CD5398C72}" presName="hierRoot2" presStyleCnt="0"/>
      <dgm:spPr/>
    </dgm:pt>
    <dgm:pt modelId="{58A0AE4A-0392-8D4B-AA5F-0B524FDCDB91}" type="pres">
      <dgm:prSet presAssocID="{8C7DDFB8-F7D9-4BAC-A216-B92CD5398C72}" presName="composite2" presStyleCnt="0"/>
      <dgm:spPr/>
    </dgm:pt>
    <dgm:pt modelId="{BA364C40-CD7F-DE45-B20C-4969E0DBAA00}" type="pres">
      <dgm:prSet presAssocID="{8C7DDFB8-F7D9-4BAC-A216-B92CD5398C72}" presName="background2" presStyleLbl="node2" presStyleIdx="0" presStyleCnt="2"/>
      <dgm:spPr/>
    </dgm:pt>
    <dgm:pt modelId="{A1C890F1-4E0E-A546-9C25-D9623EC6FD58}" type="pres">
      <dgm:prSet presAssocID="{8C7DDFB8-F7D9-4BAC-A216-B92CD5398C72}" presName="text2" presStyleLbl="fgAcc2" presStyleIdx="0" presStyleCnt="2">
        <dgm:presLayoutVars>
          <dgm:chPref val="3"/>
        </dgm:presLayoutVars>
      </dgm:prSet>
      <dgm:spPr/>
    </dgm:pt>
    <dgm:pt modelId="{FAFFB903-CAD5-2847-8038-55A342ECF551}" type="pres">
      <dgm:prSet presAssocID="{8C7DDFB8-F7D9-4BAC-A216-B92CD5398C72}" presName="hierChild3" presStyleCnt="0"/>
      <dgm:spPr/>
    </dgm:pt>
    <dgm:pt modelId="{A79CDC4A-2011-8647-9521-4DF94ED0EEB1}" type="pres">
      <dgm:prSet presAssocID="{BF8A5911-906F-4F68-823F-5760DE6D7E36}" presName="Name10" presStyleLbl="parChTrans1D2" presStyleIdx="1" presStyleCnt="2"/>
      <dgm:spPr/>
    </dgm:pt>
    <dgm:pt modelId="{E0056791-9942-7640-8FC5-6358FF679B10}" type="pres">
      <dgm:prSet presAssocID="{9ED28F42-7D4E-4876-94EB-9125E53C22E6}" presName="hierRoot2" presStyleCnt="0"/>
      <dgm:spPr/>
    </dgm:pt>
    <dgm:pt modelId="{9AE2110B-058F-384F-9E26-A679CAB277BA}" type="pres">
      <dgm:prSet presAssocID="{9ED28F42-7D4E-4876-94EB-9125E53C22E6}" presName="composite2" presStyleCnt="0"/>
      <dgm:spPr/>
    </dgm:pt>
    <dgm:pt modelId="{3B0B9F65-47CF-F940-926E-B211E54E40BC}" type="pres">
      <dgm:prSet presAssocID="{9ED28F42-7D4E-4876-94EB-9125E53C22E6}" presName="background2" presStyleLbl="node2" presStyleIdx="1" presStyleCnt="2"/>
      <dgm:spPr/>
    </dgm:pt>
    <dgm:pt modelId="{57F75FA4-489D-5F40-9C10-12C3F297E7C7}" type="pres">
      <dgm:prSet presAssocID="{9ED28F42-7D4E-4876-94EB-9125E53C22E6}" presName="text2" presStyleLbl="fgAcc2" presStyleIdx="1" presStyleCnt="2">
        <dgm:presLayoutVars>
          <dgm:chPref val="3"/>
        </dgm:presLayoutVars>
      </dgm:prSet>
      <dgm:spPr/>
    </dgm:pt>
    <dgm:pt modelId="{CEB9E0BD-9B89-6544-981C-5298BD18F0A7}" type="pres">
      <dgm:prSet presAssocID="{9ED28F42-7D4E-4876-94EB-9125E53C22E6}" presName="hierChild3" presStyleCnt="0"/>
      <dgm:spPr/>
    </dgm:pt>
  </dgm:ptLst>
  <dgm:cxnLst>
    <dgm:cxn modelId="{B4EECB41-06BF-4A2B-B77B-6D08A639EFEC}" srcId="{9D3D1B4E-2103-4BE1-AC67-FE0A9E5953D1}" destId="{9ED28F42-7D4E-4876-94EB-9125E53C22E6}" srcOrd="1" destOrd="0" parTransId="{BF8A5911-906F-4F68-823F-5760DE6D7E36}" sibTransId="{CEE29ED3-9893-49B5-AAB0-C28B137521EA}"/>
    <dgm:cxn modelId="{6547386C-D18E-4542-B540-1C2C4CACD82C}" srcId="{9FA59B63-E67A-4D60-9778-505EB7E9E7DD}" destId="{9D3D1B4E-2103-4BE1-AC67-FE0A9E5953D1}" srcOrd="0" destOrd="0" parTransId="{4159A336-116B-4B17-996A-D38C55BE1F99}" sibTransId="{15B92113-5454-4197-97B1-FC8F02FFB7A2}"/>
    <dgm:cxn modelId="{0CC81C72-DD0F-AB42-A646-5888E44FF557}" type="presOf" srcId="{9ED28F42-7D4E-4876-94EB-9125E53C22E6}" destId="{57F75FA4-489D-5F40-9C10-12C3F297E7C7}" srcOrd="0" destOrd="0" presId="urn:microsoft.com/office/officeart/2005/8/layout/hierarchy1"/>
    <dgm:cxn modelId="{828E3D82-C9BA-774F-9A0A-F39593517211}" type="presOf" srcId="{9FA59B63-E67A-4D60-9778-505EB7E9E7DD}" destId="{7ED19808-FFAF-1740-BB80-CD8621D64A31}" srcOrd="0" destOrd="0" presId="urn:microsoft.com/office/officeart/2005/8/layout/hierarchy1"/>
    <dgm:cxn modelId="{A4355DAF-40D6-46C9-BD1C-191A27B753A9}" srcId="{9D3D1B4E-2103-4BE1-AC67-FE0A9E5953D1}" destId="{8C7DDFB8-F7D9-4BAC-A216-B92CD5398C72}" srcOrd="0" destOrd="0" parTransId="{9A44E915-3114-4666-B6F4-A5E904DC1D90}" sibTransId="{518C4E2F-DC84-4470-BD01-4D03683E313E}"/>
    <dgm:cxn modelId="{4F0D8CD9-3FA3-C343-A97C-2FF34FE3BA41}" type="presOf" srcId="{9A44E915-3114-4666-B6F4-A5E904DC1D90}" destId="{248E6F0C-5C82-A647-905C-F0CE74DC19C7}" srcOrd="0" destOrd="0" presId="urn:microsoft.com/office/officeart/2005/8/layout/hierarchy1"/>
    <dgm:cxn modelId="{444FDDE0-8A39-274C-9B8C-80E1B944D62D}" type="presOf" srcId="{9D3D1B4E-2103-4BE1-AC67-FE0A9E5953D1}" destId="{27912463-A35E-1B40-ACD0-1B95E78F3D83}" srcOrd="0" destOrd="0" presId="urn:microsoft.com/office/officeart/2005/8/layout/hierarchy1"/>
    <dgm:cxn modelId="{5A8F2AE4-C37B-B843-90D3-7121C272551A}" type="presOf" srcId="{8C7DDFB8-F7D9-4BAC-A216-B92CD5398C72}" destId="{A1C890F1-4E0E-A546-9C25-D9623EC6FD58}" srcOrd="0" destOrd="0" presId="urn:microsoft.com/office/officeart/2005/8/layout/hierarchy1"/>
    <dgm:cxn modelId="{73A24BE4-8321-084E-A135-BDDBAC34EE4C}" type="presOf" srcId="{BF8A5911-906F-4F68-823F-5760DE6D7E36}" destId="{A79CDC4A-2011-8647-9521-4DF94ED0EEB1}" srcOrd="0" destOrd="0" presId="urn:microsoft.com/office/officeart/2005/8/layout/hierarchy1"/>
    <dgm:cxn modelId="{2F74C0F3-8DB3-624C-9978-9902E34445C5}" type="presParOf" srcId="{7ED19808-FFAF-1740-BB80-CD8621D64A31}" destId="{C0C85AB0-570B-2144-93EC-877EA3D816CF}" srcOrd="0" destOrd="0" presId="urn:microsoft.com/office/officeart/2005/8/layout/hierarchy1"/>
    <dgm:cxn modelId="{B5913F9A-8FF2-1C44-8094-F689E12545D8}" type="presParOf" srcId="{C0C85AB0-570B-2144-93EC-877EA3D816CF}" destId="{E054C05B-6C66-7D49-8B07-951C373367EE}" srcOrd="0" destOrd="0" presId="urn:microsoft.com/office/officeart/2005/8/layout/hierarchy1"/>
    <dgm:cxn modelId="{B4FE4923-1D0C-674F-A893-4B7EFB88EBD0}" type="presParOf" srcId="{E054C05B-6C66-7D49-8B07-951C373367EE}" destId="{4D890EB4-DF34-C440-A8AA-8EE6D3D12C82}" srcOrd="0" destOrd="0" presId="urn:microsoft.com/office/officeart/2005/8/layout/hierarchy1"/>
    <dgm:cxn modelId="{17D1C558-14BD-2349-B66A-576EE11ACB0F}" type="presParOf" srcId="{E054C05B-6C66-7D49-8B07-951C373367EE}" destId="{27912463-A35E-1B40-ACD0-1B95E78F3D83}" srcOrd="1" destOrd="0" presId="urn:microsoft.com/office/officeart/2005/8/layout/hierarchy1"/>
    <dgm:cxn modelId="{719B0562-9A4D-8741-8150-D13CCF0B0EAC}" type="presParOf" srcId="{C0C85AB0-570B-2144-93EC-877EA3D816CF}" destId="{6DDD2ECD-C586-3140-9B79-7D2E8908B2A7}" srcOrd="1" destOrd="0" presId="urn:microsoft.com/office/officeart/2005/8/layout/hierarchy1"/>
    <dgm:cxn modelId="{36E0290C-331B-444B-A65B-133D1BB5D712}" type="presParOf" srcId="{6DDD2ECD-C586-3140-9B79-7D2E8908B2A7}" destId="{248E6F0C-5C82-A647-905C-F0CE74DC19C7}" srcOrd="0" destOrd="0" presId="urn:microsoft.com/office/officeart/2005/8/layout/hierarchy1"/>
    <dgm:cxn modelId="{D1B1E5BB-5818-BE4D-8089-BC1000110D75}" type="presParOf" srcId="{6DDD2ECD-C586-3140-9B79-7D2E8908B2A7}" destId="{979C2A1C-BEE3-904C-913A-DF91459D9857}" srcOrd="1" destOrd="0" presId="urn:microsoft.com/office/officeart/2005/8/layout/hierarchy1"/>
    <dgm:cxn modelId="{1B9F4795-8112-6C46-AEEC-4FE6DEC9A123}" type="presParOf" srcId="{979C2A1C-BEE3-904C-913A-DF91459D9857}" destId="{58A0AE4A-0392-8D4B-AA5F-0B524FDCDB91}" srcOrd="0" destOrd="0" presId="urn:microsoft.com/office/officeart/2005/8/layout/hierarchy1"/>
    <dgm:cxn modelId="{D8FFD12B-36B1-8E40-83E9-03A6D0B7E7F1}" type="presParOf" srcId="{58A0AE4A-0392-8D4B-AA5F-0B524FDCDB91}" destId="{BA364C40-CD7F-DE45-B20C-4969E0DBAA00}" srcOrd="0" destOrd="0" presId="urn:microsoft.com/office/officeart/2005/8/layout/hierarchy1"/>
    <dgm:cxn modelId="{825665E3-A2F5-1146-BCE2-FE55DC43B6D4}" type="presParOf" srcId="{58A0AE4A-0392-8D4B-AA5F-0B524FDCDB91}" destId="{A1C890F1-4E0E-A546-9C25-D9623EC6FD58}" srcOrd="1" destOrd="0" presId="urn:microsoft.com/office/officeart/2005/8/layout/hierarchy1"/>
    <dgm:cxn modelId="{9F1CB97E-D270-E449-ABBB-575AABC7D933}" type="presParOf" srcId="{979C2A1C-BEE3-904C-913A-DF91459D9857}" destId="{FAFFB903-CAD5-2847-8038-55A342ECF551}" srcOrd="1" destOrd="0" presId="urn:microsoft.com/office/officeart/2005/8/layout/hierarchy1"/>
    <dgm:cxn modelId="{B8952EE1-9761-4949-A750-AC98EEBD1468}" type="presParOf" srcId="{6DDD2ECD-C586-3140-9B79-7D2E8908B2A7}" destId="{A79CDC4A-2011-8647-9521-4DF94ED0EEB1}" srcOrd="2" destOrd="0" presId="urn:microsoft.com/office/officeart/2005/8/layout/hierarchy1"/>
    <dgm:cxn modelId="{FF7599DB-4708-5345-B337-CD525C24EE23}" type="presParOf" srcId="{6DDD2ECD-C586-3140-9B79-7D2E8908B2A7}" destId="{E0056791-9942-7640-8FC5-6358FF679B10}" srcOrd="3" destOrd="0" presId="urn:microsoft.com/office/officeart/2005/8/layout/hierarchy1"/>
    <dgm:cxn modelId="{0D8B1305-D889-F945-9690-D95A2DF0EA6A}" type="presParOf" srcId="{E0056791-9942-7640-8FC5-6358FF679B10}" destId="{9AE2110B-058F-384F-9E26-A679CAB277BA}" srcOrd="0" destOrd="0" presId="urn:microsoft.com/office/officeart/2005/8/layout/hierarchy1"/>
    <dgm:cxn modelId="{383F4EC9-B1C1-A44E-9467-81A21787AFAF}" type="presParOf" srcId="{9AE2110B-058F-384F-9E26-A679CAB277BA}" destId="{3B0B9F65-47CF-F940-926E-B211E54E40BC}" srcOrd="0" destOrd="0" presId="urn:microsoft.com/office/officeart/2005/8/layout/hierarchy1"/>
    <dgm:cxn modelId="{D524B543-754F-D54D-A52F-21167BD4CB44}" type="presParOf" srcId="{9AE2110B-058F-384F-9E26-A679CAB277BA}" destId="{57F75FA4-489D-5F40-9C10-12C3F297E7C7}" srcOrd="1" destOrd="0" presId="urn:microsoft.com/office/officeart/2005/8/layout/hierarchy1"/>
    <dgm:cxn modelId="{3EF11532-D407-E74F-988D-B2DD40040C43}" type="presParOf" srcId="{E0056791-9942-7640-8FC5-6358FF679B10}" destId="{CEB9E0BD-9B89-6544-981C-5298BD18F0A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20A73C9F-C60A-4D33-B56A-43C7B881CAB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B629BB3-70A0-4BEF-9F9B-C8A5E3AC70E3}">
      <dgm:prSet custT="1"/>
      <dgm:spPr/>
      <dgm:t>
        <a:bodyPr/>
        <a:lstStyle/>
        <a:p>
          <a:r>
            <a:rPr lang="en-US" sz="2000"/>
            <a:t>MapReduce is the system used to process data in the Hadoop cluster Consists of two phases</a:t>
          </a:r>
        </a:p>
      </dgm:t>
    </dgm:pt>
    <dgm:pt modelId="{AE9872F5-3013-4B8B-A257-527A68EB973A}" type="parTrans" cxnId="{EE316503-F9A7-45F5-9BDB-11016CD72300}">
      <dgm:prSet/>
      <dgm:spPr/>
      <dgm:t>
        <a:bodyPr/>
        <a:lstStyle/>
        <a:p>
          <a:endParaRPr lang="en-US" sz="2000"/>
        </a:p>
      </dgm:t>
    </dgm:pt>
    <dgm:pt modelId="{20588CB0-AC0E-4160-B380-2F6945516225}" type="sibTrans" cxnId="{EE316503-F9A7-45F5-9BDB-11016CD72300}">
      <dgm:prSet/>
      <dgm:spPr/>
      <dgm:t>
        <a:bodyPr/>
        <a:lstStyle/>
        <a:p>
          <a:endParaRPr lang="en-US" sz="2000"/>
        </a:p>
      </dgm:t>
    </dgm:pt>
    <dgm:pt modelId="{440344BD-BE39-4D3B-A719-1ED12C21738B}">
      <dgm:prSet custT="1"/>
      <dgm:spPr/>
      <dgm:t>
        <a:bodyPr/>
        <a:lstStyle/>
        <a:p>
          <a:r>
            <a:rPr lang="en-US" sz="2000"/>
            <a:t>Map &amp; Reduce</a:t>
          </a:r>
        </a:p>
      </dgm:t>
    </dgm:pt>
    <dgm:pt modelId="{107EF884-5240-4389-83AE-4065203C8BF6}" type="parTrans" cxnId="{30A7549E-6117-4B09-94BF-FEB3AB610A6D}">
      <dgm:prSet/>
      <dgm:spPr/>
      <dgm:t>
        <a:bodyPr/>
        <a:lstStyle/>
        <a:p>
          <a:endParaRPr lang="en-US" sz="2000"/>
        </a:p>
      </dgm:t>
    </dgm:pt>
    <dgm:pt modelId="{3CEBA4DD-01B2-4A33-8A70-DBCAA21AF28A}" type="sibTrans" cxnId="{30A7549E-6117-4B09-94BF-FEB3AB610A6D}">
      <dgm:prSet/>
      <dgm:spPr/>
      <dgm:t>
        <a:bodyPr/>
        <a:lstStyle/>
        <a:p>
          <a:endParaRPr lang="en-US" sz="2000"/>
        </a:p>
      </dgm:t>
    </dgm:pt>
    <dgm:pt modelId="{1977B6EA-5A15-48EB-8C1F-5118F201DF16}">
      <dgm:prSet custT="1"/>
      <dgm:spPr/>
      <dgm:t>
        <a:bodyPr/>
        <a:lstStyle/>
        <a:p>
          <a:r>
            <a:rPr lang="en-US" sz="2000"/>
            <a:t>Between the two is a stage known as the shuffle and sort Data Locality</a:t>
          </a:r>
        </a:p>
      </dgm:t>
    </dgm:pt>
    <dgm:pt modelId="{72CBAE3D-7B42-4576-99CE-C0B0EF2AEF81}" type="parTrans" cxnId="{DF1EE830-4AB6-469C-A87F-BD8199CBAE0B}">
      <dgm:prSet/>
      <dgm:spPr/>
      <dgm:t>
        <a:bodyPr/>
        <a:lstStyle/>
        <a:p>
          <a:endParaRPr lang="en-US" sz="2000"/>
        </a:p>
      </dgm:t>
    </dgm:pt>
    <dgm:pt modelId="{BA90BE92-0563-4D34-8E20-FB8E4B93272D}" type="sibTrans" cxnId="{DF1EE830-4AB6-469C-A87F-BD8199CBAE0B}">
      <dgm:prSet/>
      <dgm:spPr/>
      <dgm:t>
        <a:bodyPr/>
        <a:lstStyle/>
        <a:p>
          <a:endParaRPr lang="en-US" sz="2000"/>
        </a:p>
      </dgm:t>
    </dgm:pt>
    <dgm:pt modelId="{15C2CF37-DB6B-406B-A65D-2DC41698F7AA}">
      <dgm:prSet custT="1"/>
      <dgm:spPr/>
      <dgm:t>
        <a:bodyPr/>
        <a:lstStyle/>
        <a:p>
          <a:r>
            <a:rPr lang="en-US" sz="2000"/>
            <a:t>Each Map task operates on a discrete portion of the overall dataset</a:t>
          </a:r>
        </a:p>
      </dgm:t>
    </dgm:pt>
    <dgm:pt modelId="{32EC2171-31D3-4791-AFE2-ACCF3C5EBE65}" type="parTrans" cxnId="{2C1F8385-3E26-46AE-931F-15E13E429B46}">
      <dgm:prSet/>
      <dgm:spPr/>
      <dgm:t>
        <a:bodyPr/>
        <a:lstStyle/>
        <a:p>
          <a:endParaRPr lang="en-US" sz="2000"/>
        </a:p>
      </dgm:t>
    </dgm:pt>
    <dgm:pt modelId="{34865D8D-786E-4980-8D0C-169E0AC63EB6}" type="sibTrans" cxnId="{2C1F8385-3E26-46AE-931F-15E13E429B46}">
      <dgm:prSet/>
      <dgm:spPr/>
      <dgm:t>
        <a:bodyPr/>
        <a:lstStyle/>
        <a:p>
          <a:endParaRPr lang="en-US" sz="2000"/>
        </a:p>
      </dgm:t>
    </dgm:pt>
    <dgm:pt modelId="{EC0919C8-C990-4B32-9395-90F9CD1531EB}">
      <dgm:prSet custT="1"/>
      <dgm:spPr/>
      <dgm:t>
        <a:bodyPr/>
        <a:lstStyle/>
        <a:p>
          <a:r>
            <a:rPr lang="en-US" sz="2000"/>
            <a:t>Typically one HDFS block of data</a:t>
          </a:r>
        </a:p>
      </dgm:t>
    </dgm:pt>
    <dgm:pt modelId="{567D7C0C-9912-42C3-ABF1-E668B0E76515}" type="parTrans" cxnId="{F71321AD-2DAE-42EC-9BBB-DD4ABD31E722}">
      <dgm:prSet/>
      <dgm:spPr/>
      <dgm:t>
        <a:bodyPr/>
        <a:lstStyle/>
        <a:p>
          <a:endParaRPr lang="en-US" sz="2000"/>
        </a:p>
      </dgm:t>
    </dgm:pt>
    <dgm:pt modelId="{AE554F0B-28D9-4001-B283-CC3C1AA1F47A}" type="sibTrans" cxnId="{F71321AD-2DAE-42EC-9BBB-DD4ABD31E722}">
      <dgm:prSet/>
      <dgm:spPr/>
      <dgm:t>
        <a:bodyPr/>
        <a:lstStyle/>
        <a:p>
          <a:endParaRPr lang="en-US" sz="2000"/>
        </a:p>
      </dgm:t>
    </dgm:pt>
    <dgm:pt modelId="{5E488CC5-4E90-49B6-80EC-4B533293BF09}">
      <dgm:prSet custT="1"/>
      <dgm:spPr/>
      <dgm:t>
        <a:bodyPr/>
        <a:lstStyle/>
        <a:p>
          <a:r>
            <a:rPr lang="en-US" sz="2000"/>
            <a:t>After all Maps are complete, the MapReduce system distributes the intermediate data to nodes which perform the Reduce phase</a:t>
          </a:r>
        </a:p>
      </dgm:t>
    </dgm:pt>
    <dgm:pt modelId="{EAEC41A2-1229-44DB-A2DD-99054A6BD94F}" type="parTrans" cxnId="{E59FA975-CCCF-4F77-92E1-F7A277679C28}">
      <dgm:prSet/>
      <dgm:spPr/>
      <dgm:t>
        <a:bodyPr/>
        <a:lstStyle/>
        <a:p>
          <a:endParaRPr lang="en-US" sz="2000"/>
        </a:p>
      </dgm:t>
    </dgm:pt>
    <dgm:pt modelId="{9EB5349B-8F12-4DD6-879C-C0FBFC8B7A55}" type="sibTrans" cxnId="{E59FA975-CCCF-4F77-92E1-F7A277679C28}">
      <dgm:prSet/>
      <dgm:spPr/>
      <dgm:t>
        <a:bodyPr/>
        <a:lstStyle/>
        <a:p>
          <a:endParaRPr lang="en-US" sz="2000"/>
        </a:p>
      </dgm:t>
    </dgm:pt>
    <dgm:pt modelId="{BF554912-CBF0-EB46-890B-A85E64FB761A}" type="pres">
      <dgm:prSet presAssocID="{20A73C9F-C60A-4D33-B56A-43C7B881CAB8}" presName="linear" presStyleCnt="0">
        <dgm:presLayoutVars>
          <dgm:animLvl val="lvl"/>
          <dgm:resizeHandles val="exact"/>
        </dgm:presLayoutVars>
      </dgm:prSet>
      <dgm:spPr/>
    </dgm:pt>
    <dgm:pt modelId="{E0E5D1AA-AB9F-6442-9068-8385D27C3872}" type="pres">
      <dgm:prSet presAssocID="{7B629BB3-70A0-4BEF-9F9B-C8A5E3AC70E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B90980F-2BB2-E749-9F67-D2B1141B0969}" type="pres">
      <dgm:prSet presAssocID="{7B629BB3-70A0-4BEF-9F9B-C8A5E3AC70E3}" presName="childText" presStyleLbl="revTx" presStyleIdx="0" presStyleCnt="2">
        <dgm:presLayoutVars>
          <dgm:bulletEnabled val="1"/>
        </dgm:presLayoutVars>
      </dgm:prSet>
      <dgm:spPr/>
    </dgm:pt>
    <dgm:pt modelId="{73E2EC1A-0889-664F-B588-5CEA0FF75B86}" type="pres">
      <dgm:prSet presAssocID="{1977B6EA-5A15-48EB-8C1F-5118F201DF1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E4104BF-B0E0-6446-BEE4-047C82A6A7FF}" type="pres">
      <dgm:prSet presAssocID="{1977B6EA-5A15-48EB-8C1F-5118F201DF16}" presName="childText" presStyleLbl="revTx" presStyleIdx="1" presStyleCnt="2">
        <dgm:presLayoutVars>
          <dgm:bulletEnabled val="1"/>
        </dgm:presLayoutVars>
      </dgm:prSet>
      <dgm:spPr/>
    </dgm:pt>
    <dgm:pt modelId="{7AB6D62A-BA1E-C643-B958-F9078E7579EE}" type="pres">
      <dgm:prSet presAssocID="{5E488CC5-4E90-49B6-80EC-4B533293BF0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E316503-F9A7-45F5-9BDB-11016CD72300}" srcId="{20A73C9F-C60A-4D33-B56A-43C7B881CAB8}" destId="{7B629BB3-70A0-4BEF-9F9B-C8A5E3AC70E3}" srcOrd="0" destOrd="0" parTransId="{AE9872F5-3013-4B8B-A257-527A68EB973A}" sibTransId="{20588CB0-AC0E-4160-B380-2F6945516225}"/>
    <dgm:cxn modelId="{648BD91F-FC99-B144-B4EF-ED6526E39072}" type="presOf" srcId="{20A73C9F-C60A-4D33-B56A-43C7B881CAB8}" destId="{BF554912-CBF0-EB46-890B-A85E64FB761A}" srcOrd="0" destOrd="0" presId="urn:microsoft.com/office/officeart/2005/8/layout/vList2"/>
    <dgm:cxn modelId="{DF1EE830-4AB6-469C-A87F-BD8199CBAE0B}" srcId="{20A73C9F-C60A-4D33-B56A-43C7B881CAB8}" destId="{1977B6EA-5A15-48EB-8C1F-5118F201DF16}" srcOrd="1" destOrd="0" parTransId="{72CBAE3D-7B42-4576-99CE-C0B0EF2AEF81}" sibTransId="{BA90BE92-0563-4D34-8E20-FB8E4B93272D}"/>
    <dgm:cxn modelId="{90C2283A-F0EA-284F-98C6-E5B2D1047C9A}" type="presOf" srcId="{440344BD-BE39-4D3B-A719-1ED12C21738B}" destId="{BB90980F-2BB2-E749-9F67-D2B1141B0969}" srcOrd="0" destOrd="0" presId="urn:microsoft.com/office/officeart/2005/8/layout/vList2"/>
    <dgm:cxn modelId="{94F8A36D-9701-6645-931E-4AB6D1AA7E61}" type="presOf" srcId="{EC0919C8-C990-4B32-9395-90F9CD1531EB}" destId="{5E4104BF-B0E0-6446-BEE4-047C82A6A7FF}" srcOrd="0" destOrd="1" presId="urn:microsoft.com/office/officeart/2005/8/layout/vList2"/>
    <dgm:cxn modelId="{E59FA975-CCCF-4F77-92E1-F7A277679C28}" srcId="{20A73C9F-C60A-4D33-B56A-43C7B881CAB8}" destId="{5E488CC5-4E90-49B6-80EC-4B533293BF09}" srcOrd="2" destOrd="0" parTransId="{EAEC41A2-1229-44DB-A2DD-99054A6BD94F}" sibTransId="{9EB5349B-8F12-4DD6-879C-C0FBFC8B7A55}"/>
    <dgm:cxn modelId="{2C1F8385-3E26-46AE-931F-15E13E429B46}" srcId="{1977B6EA-5A15-48EB-8C1F-5118F201DF16}" destId="{15C2CF37-DB6B-406B-A65D-2DC41698F7AA}" srcOrd="0" destOrd="0" parTransId="{32EC2171-31D3-4791-AFE2-ACCF3C5EBE65}" sibTransId="{34865D8D-786E-4980-8D0C-169E0AC63EB6}"/>
    <dgm:cxn modelId="{30A7549E-6117-4B09-94BF-FEB3AB610A6D}" srcId="{7B629BB3-70A0-4BEF-9F9B-C8A5E3AC70E3}" destId="{440344BD-BE39-4D3B-A719-1ED12C21738B}" srcOrd="0" destOrd="0" parTransId="{107EF884-5240-4389-83AE-4065203C8BF6}" sibTransId="{3CEBA4DD-01B2-4A33-8A70-DBCAA21AF28A}"/>
    <dgm:cxn modelId="{B88806A5-7786-934C-B86C-DC3820091CC7}" type="presOf" srcId="{15C2CF37-DB6B-406B-A65D-2DC41698F7AA}" destId="{5E4104BF-B0E0-6446-BEE4-047C82A6A7FF}" srcOrd="0" destOrd="0" presId="urn:microsoft.com/office/officeart/2005/8/layout/vList2"/>
    <dgm:cxn modelId="{F71321AD-2DAE-42EC-9BBB-DD4ABD31E722}" srcId="{1977B6EA-5A15-48EB-8C1F-5118F201DF16}" destId="{EC0919C8-C990-4B32-9395-90F9CD1531EB}" srcOrd="1" destOrd="0" parTransId="{567D7C0C-9912-42C3-ABF1-E668B0E76515}" sibTransId="{AE554F0B-28D9-4001-B283-CC3C1AA1F47A}"/>
    <dgm:cxn modelId="{DD920CB9-0CB8-6A47-A850-C9906EE03AD2}" type="presOf" srcId="{7B629BB3-70A0-4BEF-9F9B-C8A5E3AC70E3}" destId="{E0E5D1AA-AB9F-6442-9068-8385D27C3872}" srcOrd="0" destOrd="0" presId="urn:microsoft.com/office/officeart/2005/8/layout/vList2"/>
    <dgm:cxn modelId="{CA8B18C9-47AE-9343-ACC9-0B0B61AF5F17}" type="presOf" srcId="{5E488CC5-4E90-49B6-80EC-4B533293BF09}" destId="{7AB6D62A-BA1E-C643-B958-F9078E7579EE}" srcOrd="0" destOrd="0" presId="urn:microsoft.com/office/officeart/2005/8/layout/vList2"/>
    <dgm:cxn modelId="{96F36EEC-2395-1A46-9A2E-6CF7B9EEF7BB}" type="presOf" srcId="{1977B6EA-5A15-48EB-8C1F-5118F201DF16}" destId="{73E2EC1A-0889-664F-B588-5CEA0FF75B86}" srcOrd="0" destOrd="0" presId="urn:microsoft.com/office/officeart/2005/8/layout/vList2"/>
    <dgm:cxn modelId="{16CA9CBD-7F8D-0E44-A38F-BEA3B8BAE56E}" type="presParOf" srcId="{BF554912-CBF0-EB46-890B-A85E64FB761A}" destId="{E0E5D1AA-AB9F-6442-9068-8385D27C3872}" srcOrd="0" destOrd="0" presId="urn:microsoft.com/office/officeart/2005/8/layout/vList2"/>
    <dgm:cxn modelId="{C697D65E-02CB-684C-B9AD-B587F51DAE56}" type="presParOf" srcId="{BF554912-CBF0-EB46-890B-A85E64FB761A}" destId="{BB90980F-2BB2-E749-9F67-D2B1141B0969}" srcOrd="1" destOrd="0" presId="urn:microsoft.com/office/officeart/2005/8/layout/vList2"/>
    <dgm:cxn modelId="{1D996D1A-6F0A-294A-9C75-60F6C5D203D9}" type="presParOf" srcId="{BF554912-CBF0-EB46-890B-A85E64FB761A}" destId="{73E2EC1A-0889-664F-B588-5CEA0FF75B86}" srcOrd="2" destOrd="0" presId="urn:microsoft.com/office/officeart/2005/8/layout/vList2"/>
    <dgm:cxn modelId="{B452DDC3-74E1-B046-99D1-64981C91A83E}" type="presParOf" srcId="{BF554912-CBF0-EB46-890B-A85E64FB761A}" destId="{5E4104BF-B0E0-6446-BEE4-047C82A6A7FF}" srcOrd="3" destOrd="0" presId="urn:microsoft.com/office/officeart/2005/8/layout/vList2"/>
    <dgm:cxn modelId="{2F7AD678-BD74-1043-9086-3DD4FAA0FA1F}" type="presParOf" srcId="{BF554912-CBF0-EB46-890B-A85E64FB761A}" destId="{7AB6D62A-BA1E-C643-B958-F9078E7579E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564E45EE-F285-43AC-9EBD-436B8B3F2D66}" type="doc">
      <dgm:prSet loTypeId="urn:microsoft.com/office/officeart/2005/8/layout/vList2" loCatId="list" qsTypeId="urn:microsoft.com/office/officeart/2005/8/quickstyle/simple5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4900CBC-D2A9-4590-8701-20975C1FC3BB}">
      <dgm:prSet custT="1"/>
      <dgm:spPr/>
      <dgm:t>
        <a:bodyPr/>
        <a:lstStyle/>
        <a:p>
          <a:r>
            <a:rPr lang="en-US" sz="1600"/>
            <a:t>MapReduce is a </a:t>
          </a:r>
          <a:r>
            <a:rPr lang="en-US" sz="1600" b="1"/>
            <a:t>programming model</a:t>
          </a:r>
          <a:r>
            <a:rPr lang="en-US" sz="1600"/>
            <a:t> for processing large-scale data in parallel.</a:t>
          </a:r>
        </a:p>
      </dgm:t>
    </dgm:pt>
    <dgm:pt modelId="{341F612F-1FCE-4FCB-905A-A2643BE16116}" type="parTrans" cxnId="{0E15EDC7-BFB1-472A-829E-68C25A818213}">
      <dgm:prSet/>
      <dgm:spPr/>
      <dgm:t>
        <a:bodyPr/>
        <a:lstStyle/>
        <a:p>
          <a:endParaRPr lang="en-US" sz="1600"/>
        </a:p>
      </dgm:t>
    </dgm:pt>
    <dgm:pt modelId="{F4AB596D-C502-4479-BECB-8A45AE23A4E3}" type="sibTrans" cxnId="{0E15EDC7-BFB1-472A-829E-68C25A818213}">
      <dgm:prSet/>
      <dgm:spPr/>
      <dgm:t>
        <a:bodyPr/>
        <a:lstStyle/>
        <a:p>
          <a:endParaRPr lang="en-US" sz="1600"/>
        </a:p>
      </dgm:t>
    </dgm:pt>
    <dgm:pt modelId="{DD580A48-B1F2-4461-B44D-DCB397354DB6}">
      <dgm:prSet custT="1"/>
      <dgm:spPr/>
      <dgm:t>
        <a:bodyPr/>
        <a:lstStyle/>
        <a:p>
          <a:r>
            <a:rPr lang="en-US" sz="1600" b="1"/>
            <a:t>What MapReduce does:</a:t>
          </a:r>
          <a:endParaRPr lang="en-US" sz="1600"/>
        </a:p>
      </dgm:t>
    </dgm:pt>
    <dgm:pt modelId="{484E7E91-C11C-4C0D-82DE-2D1DA30E39B1}" type="parTrans" cxnId="{BCDCBA91-7DAF-46C6-B983-6190162C7FF7}">
      <dgm:prSet/>
      <dgm:spPr/>
      <dgm:t>
        <a:bodyPr/>
        <a:lstStyle/>
        <a:p>
          <a:endParaRPr lang="en-US" sz="1600"/>
        </a:p>
      </dgm:t>
    </dgm:pt>
    <dgm:pt modelId="{B744FC81-0E88-456F-8F8D-5447AB270C45}" type="sibTrans" cxnId="{BCDCBA91-7DAF-46C6-B983-6190162C7FF7}">
      <dgm:prSet/>
      <dgm:spPr/>
      <dgm:t>
        <a:bodyPr/>
        <a:lstStyle/>
        <a:p>
          <a:endParaRPr lang="en-US" sz="1600"/>
        </a:p>
      </dgm:t>
    </dgm:pt>
    <dgm:pt modelId="{67D5D522-B75C-4F71-8AA7-890BC1D8163F}">
      <dgm:prSet custT="1"/>
      <dgm:spPr/>
      <dgm:t>
        <a:bodyPr/>
        <a:lstStyle/>
        <a:p>
          <a:r>
            <a:rPr lang="en-US" sz="1600"/>
            <a:t>Breaks a big job into small tasks</a:t>
          </a:r>
        </a:p>
      </dgm:t>
    </dgm:pt>
    <dgm:pt modelId="{9A454771-8F8B-472D-85B8-B5D1A7F29E11}" type="parTrans" cxnId="{433A410B-0C86-4E74-9707-86A0A4391DEC}">
      <dgm:prSet/>
      <dgm:spPr/>
      <dgm:t>
        <a:bodyPr/>
        <a:lstStyle/>
        <a:p>
          <a:endParaRPr lang="en-US" sz="1600"/>
        </a:p>
      </dgm:t>
    </dgm:pt>
    <dgm:pt modelId="{A3EB6F65-B408-43AA-961D-04C17E6FB6B7}" type="sibTrans" cxnId="{433A410B-0C86-4E74-9707-86A0A4391DEC}">
      <dgm:prSet/>
      <dgm:spPr/>
      <dgm:t>
        <a:bodyPr/>
        <a:lstStyle/>
        <a:p>
          <a:endParaRPr lang="en-US" sz="1600"/>
        </a:p>
      </dgm:t>
    </dgm:pt>
    <dgm:pt modelId="{978BBAA5-AA55-4497-B1E8-7E33B492A6EF}">
      <dgm:prSet custT="1"/>
      <dgm:spPr/>
      <dgm:t>
        <a:bodyPr/>
        <a:lstStyle/>
        <a:p>
          <a:r>
            <a:rPr lang="en-US" sz="1600"/>
            <a:t>Performs:</a:t>
          </a:r>
          <a:br>
            <a:rPr lang="en-US" sz="1600"/>
          </a:br>
          <a:r>
            <a:rPr lang="en-US" sz="1600" b="1"/>
            <a:t>Map → Shuffle → Reduce</a:t>
          </a:r>
          <a:endParaRPr lang="en-US" sz="1600"/>
        </a:p>
      </dgm:t>
    </dgm:pt>
    <dgm:pt modelId="{869C5B2E-ADAF-4D30-B790-25F0525A8E49}" type="parTrans" cxnId="{27E3CA0A-2EB6-444A-BC33-F07335B0A38D}">
      <dgm:prSet/>
      <dgm:spPr/>
      <dgm:t>
        <a:bodyPr/>
        <a:lstStyle/>
        <a:p>
          <a:endParaRPr lang="en-US" sz="1600"/>
        </a:p>
      </dgm:t>
    </dgm:pt>
    <dgm:pt modelId="{141EAD21-1080-4BB1-BDA9-953C5B01A22F}" type="sibTrans" cxnId="{27E3CA0A-2EB6-444A-BC33-F07335B0A38D}">
      <dgm:prSet/>
      <dgm:spPr/>
      <dgm:t>
        <a:bodyPr/>
        <a:lstStyle/>
        <a:p>
          <a:endParaRPr lang="en-US" sz="1600"/>
        </a:p>
      </dgm:t>
    </dgm:pt>
    <dgm:pt modelId="{7E2CB153-5AA8-4E95-9607-14A73CCC88F7}">
      <dgm:prSet custT="1"/>
      <dgm:spPr/>
      <dgm:t>
        <a:bodyPr/>
        <a:lstStyle/>
        <a:p>
          <a:r>
            <a:rPr lang="en-US" sz="1600"/>
            <a:t>Runs tasks across many machines</a:t>
          </a:r>
        </a:p>
      </dgm:t>
    </dgm:pt>
    <dgm:pt modelId="{83196F90-5291-4772-91ED-0448BC22C4DF}" type="parTrans" cxnId="{645CEBF7-2804-4348-B39D-3CF73C1C1FDE}">
      <dgm:prSet/>
      <dgm:spPr/>
      <dgm:t>
        <a:bodyPr/>
        <a:lstStyle/>
        <a:p>
          <a:endParaRPr lang="en-US" sz="1600"/>
        </a:p>
      </dgm:t>
    </dgm:pt>
    <dgm:pt modelId="{1020009A-D780-426A-95CB-01266A07BAE2}" type="sibTrans" cxnId="{645CEBF7-2804-4348-B39D-3CF73C1C1FDE}">
      <dgm:prSet/>
      <dgm:spPr/>
      <dgm:t>
        <a:bodyPr/>
        <a:lstStyle/>
        <a:p>
          <a:endParaRPr lang="en-US" sz="1600"/>
        </a:p>
      </dgm:t>
    </dgm:pt>
    <dgm:pt modelId="{54C4A699-6525-416A-AE92-7DF393810325}">
      <dgm:prSet custT="1"/>
      <dgm:spPr/>
      <dgm:t>
        <a:bodyPr/>
        <a:lstStyle/>
        <a:p>
          <a:r>
            <a:rPr lang="en-US" sz="1600"/>
            <a:t>Works best for batch, long-running processes</a:t>
          </a:r>
        </a:p>
      </dgm:t>
    </dgm:pt>
    <dgm:pt modelId="{B0BE6341-239D-4FDE-A137-3AD783ABE687}" type="parTrans" cxnId="{6A77A9DB-A843-487B-A1D3-F8DB7F524FE8}">
      <dgm:prSet/>
      <dgm:spPr/>
      <dgm:t>
        <a:bodyPr/>
        <a:lstStyle/>
        <a:p>
          <a:endParaRPr lang="en-US" sz="1600"/>
        </a:p>
      </dgm:t>
    </dgm:pt>
    <dgm:pt modelId="{9254B547-FB34-44E9-B14A-DE504325D5DD}" type="sibTrans" cxnId="{6A77A9DB-A843-487B-A1D3-F8DB7F524FE8}">
      <dgm:prSet/>
      <dgm:spPr/>
      <dgm:t>
        <a:bodyPr/>
        <a:lstStyle/>
        <a:p>
          <a:endParaRPr lang="en-US" sz="1600"/>
        </a:p>
      </dgm:t>
    </dgm:pt>
    <dgm:pt modelId="{7C09FD1F-DD56-47F7-8B48-E43DDF245C0F}">
      <dgm:prSet custT="1"/>
      <dgm:spPr/>
      <dgm:t>
        <a:bodyPr/>
        <a:lstStyle/>
        <a:p>
          <a:r>
            <a:rPr lang="en-US" sz="1600" b="1"/>
            <a:t>Think of MapReduce like:</a:t>
          </a:r>
          <a:endParaRPr lang="en-US" sz="1600"/>
        </a:p>
      </dgm:t>
    </dgm:pt>
    <dgm:pt modelId="{BAE0AAC4-87C3-44B4-9752-D45AEC19D759}" type="parTrans" cxnId="{6B3A5C50-3C4A-4765-BE24-F2EA550B0A8D}">
      <dgm:prSet/>
      <dgm:spPr/>
      <dgm:t>
        <a:bodyPr/>
        <a:lstStyle/>
        <a:p>
          <a:endParaRPr lang="en-US" sz="1600"/>
        </a:p>
      </dgm:t>
    </dgm:pt>
    <dgm:pt modelId="{72877EAC-CA1C-48A3-8C78-035B18735906}" type="sibTrans" cxnId="{6B3A5C50-3C4A-4765-BE24-F2EA550B0A8D}">
      <dgm:prSet/>
      <dgm:spPr/>
      <dgm:t>
        <a:bodyPr/>
        <a:lstStyle/>
        <a:p>
          <a:endParaRPr lang="en-US" sz="1600"/>
        </a:p>
      </dgm:t>
    </dgm:pt>
    <dgm:pt modelId="{B6195769-7275-44D7-B9F6-7382A8B6F9C1}">
      <dgm:prSet custT="1"/>
      <dgm:spPr/>
      <dgm:t>
        <a:bodyPr/>
        <a:lstStyle/>
        <a:p>
          <a:r>
            <a:rPr lang="en-US" sz="1600" b="1"/>
            <a:t>The actual airplane</a:t>
          </a:r>
          <a:r>
            <a:rPr lang="en-US" sz="1600"/>
            <a:t> — doing the work (processing data), scheduled by YARN.</a:t>
          </a:r>
        </a:p>
      </dgm:t>
    </dgm:pt>
    <dgm:pt modelId="{D7F8F0A6-E2E2-493C-9DE4-2A8E7199CA79}" type="parTrans" cxnId="{CF564D20-AEFE-49C3-9273-872369334B26}">
      <dgm:prSet/>
      <dgm:spPr/>
      <dgm:t>
        <a:bodyPr/>
        <a:lstStyle/>
        <a:p>
          <a:endParaRPr lang="en-US" sz="1600"/>
        </a:p>
      </dgm:t>
    </dgm:pt>
    <dgm:pt modelId="{20F1F572-4A7A-4887-9712-E66B35976546}" type="sibTrans" cxnId="{CF564D20-AEFE-49C3-9273-872369334B26}">
      <dgm:prSet/>
      <dgm:spPr/>
      <dgm:t>
        <a:bodyPr/>
        <a:lstStyle/>
        <a:p>
          <a:endParaRPr lang="en-US" sz="1600"/>
        </a:p>
      </dgm:t>
    </dgm:pt>
    <dgm:pt modelId="{75BFD797-8162-9D4B-9376-504FEE72273D}" type="pres">
      <dgm:prSet presAssocID="{564E45EE-F285-43AC-9EBD-436B8B3F2D66}" presName="linear" presStyleCnt="0">
        <dgm:presLayoutVars>
          <dgm:animLvl val="lvl"/>
          <dgm:resizeHandles val="exact"/>
        </dgm:presLayoutVars>
      </dgm:prSet>
      <dgm:spPr/>
    </dgm:pt>
    <dgm:pt modelId="{C9573BAB-F7CE-D647-B81A-11F97797626E}" type="pres">
      <dgm:prSet presAssocID="{74900CBC-D2A9-4590-8701-20975C1FC3BB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38F975AB-0586-5748-B430-3825F3856BD7}" type="pres">
      <dgm:prSet presAssocID="{F4AB596D-C502-4479-BECB-8A45AE23A4E3}" presName="spacer" presStyleCnt="0"/>
      <dgm:spPr/>
    </dgm:pt>
    <dgm:pt modelId="{4AFEE271-2DBF-6140-9D98-66C600B47F26}" type="pres">
      <dgm:prSet presAssocID="{DD580A48-B1F2-4461-B44D-DCB397354DB6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7EC82031-DDAD-BC45-9976-434D8ADFCB55}" type="pres">
      <dgm:prSet presAssocID="{B744FC81-0E88-456F-8F8D-5447AB270C45}" presName="spacer" presStyleCnt="0"/>
      <dgm:spPr/>
    </dgm:pt>
    <dgm:pt modelId="{2CA232CC-0325-A747-91FF-24F1BB02E316}" type="pres">
      <dgm:prSet presAssocID="{67D5D522-B75C-4F71-8AA7-890BC1D8163F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5C918324-A2C8-0E4F-8D5C-B8CF05D6C77E}" type="pres">
      <dgm:prSet presAssocID="{A3EB6F65-B408-43AA-961D-04C17E6FB6B7}" presName="spacer" presStyleCnt="0"/>
      <dgm:spPr/>
    </dgm:pt>
    <dgm:pt modelId="{BBD7C2D4-AC1B-FD4F-8C6F-76BC325C6193}" type="pres">
      <dgm:prSet presAssocID="{978BBAA5-AA55-4497-B1E8-7E33B492A6EF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AE04D43F-6DA0-CC43-A9BA-872A7AEE4BE1}" type="pres">
      <dgm:prSet presAssocID="{141EAD21-1080-4BB1-BDA9-953C5B01A22F}" presName="spacer" presStyleCnt="0"/>
      <dgm:spPr/>
    </dgm:pt>
    <dgm:pt modelId="{79B5A7C4-30F1-4340-A763-EF734BF45975}" type="pres">
      <dgm:prSet presAssocID="{7E2CB153-5AA8-4E95-9607-14A73CCC88F7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029EF81F-9AF5-014C-A4AC-06F7B818CF9C}" type="pres">
      <dgm:prSet presAssocID="{1020009A-D780-426A-95CB-01266A07BAE2}" presName="spacer" presStyleCnt="0"/>
      <dgm:spPr/>
    </dgm:pt>
    <dgm:pt modelId="{04947856-5C1A-5947-9CBF-ABEEF71BE183}" type="pres">
      <dgm:prSet presAssocID="{54C4A699-6525-416A-AE92-7DF393810325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F339601F-CFD5-6246-8ECF-B9F7CAC75519}" type="pres">
      <dgm:prSet presAssocID="{9254B547-FB34-44E9-B14A-DE504325D5DD}" presName="spacer" presStyleCnt="0"/>
      <dgm:spPr/>
    </dgm:pt>
    <dgm:pt modelId="{EEFAF2CC-3DD3-C244-A606-D5A4D5352283}" type="pres">
      <dgm:prSet presAssocID="{7C09FD1F-DD56-47F7-8B48-E43DDF245C0F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49CB6CB8-B25F-D94C-A89F-9D166491536D}" type="pres">
      <dgm:prSet presAssocID="{72877EAC-CA1C-48A3-8C78-035B18735906}" presName="spacer" presStyleCnt="0"/>
      <dgm:spPr/>
    </dgm:pt>
    <dgm:pt modelId="{6DF9BC11-EBF1-8D40-8BAA-363538A869D6}" type="pres">
      <dgm:prSet presAssocID="{B6195769-7275-44D7-B9F6-7382A8B6F9C1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27E3CA0A-2EB6-444A-BC33-F07335B0A38D}" srcId="{564E45EE-F285-43AC-9EBD-436B8B3F2D66}" destId="{978BBAA5-AA55-4497-B1E8-7E33B492A6EF}" srcOrd="3" destOrd="0" parTransId="{869C5B2E-ADAF-4D30-B790-25F0525A8E49}" sibTransId="{141EAD21-1080-4BB1-BDA9-953C5B01A22F}"/>
    <dgm:cxn modelId="{433A410B-0C86-4E74-9707-86A0A4391DEC}" srcId="{564E45EE-F285-43AC-9EBD-436B8B3F2D66}" destId="{67D5D522-B75C-4F71-8AA7-890BC1D8163F}" srcOrd="2" destOrd="0" parTransId="{9A454771-8F8B-472D-85B8-B5D1A7F29E11}" sibTransId="{A3EB6F65-B408-43AA-961D-04C17E6FB6B7}"/>
    <dgm:cxn modelId="{CF564D20-AEFE-49C3-9273-872369334B26}" srcId="{564E45EE-F285-43AC-9EBD-436B8B3F2D66}" destId="{B6195769-7275-44D7-B9F6-7382A8B6F9C1}" srcOrd="7" destOrd="0" parTransId="{D7F8F0A6-E2E2-493C-9DE4-2A8E7199CA79}" sibTransId="{20F1F572-4A7A-4887-9712-E66B35976546}"/>
    <dgm:cxn modelId="{C5923F25-4798-C94D-9EDC-E3FAACB06369}" type="presOf" srcId="{DD580A48-B1F2-4461-B44D-DCB397354DB6}" destId="{4AFEE271-2DBF-6140-9D98-66C600B47F26}" srcOrd="0" destOrd="0" presId="urn:microsoft.com/office/officeart/2005/8/layout/vList2"/>
    <dgm:cxn modelId="{6B3A5C50-3C4A-4765-BE24-F2EA550B0A8D}" srcId="{564E45EE-F285-43AC-9EBD-436B8B3F2D66}" destId="{7C09FD1F-DD56-47F7-8B48-E43DDF245C0F}" srcOrd="6" destOrd="0" parTransId="{BAE0AAC4-87C3-44B4-9752-D45AEC19D759}" sibTransId="{72877EAC-CA1C-48A3-8C78-035B18735906}"/>
    <dgm:cxn modelId="{CAEADD5A-2217-4447-91A6-94AE33FB2426}" type="presOf" srcId="{7C09FD1F-DD56-47F7-8B48-E43DDF245C0F}" destId="{EEFAF2CC-3DD3-C244-A606-D5A4D5352283}" srcOrd="0" destOrd="0" presId="urn:microsoft.com/office/officeart/2005/8/layout/vList2"/>
    <dgm:cxn modelId="{81100171-FA9D-DD4B-85E7-13E5EB74977F}" type="presOf" srcId="{67D5D522-B75C-4F71-8AA7-890BC1D8163F}" destId="{2CA232CC-0325-A747-91FF-24F1BB02E316}" srcOrd="0" destOrd="0" presId="urn:microsoft.com/office/officeart/2005/8/layout/vList2"/>
    <dgm:cxn modelId="{06253C7D-C569-5F43-9A0E-888D17AFE40A}" type="presOf" srcId="{B6195769-7275-44D7-B9F6-7382A8B6F9C1}" destId="{6DF9BC11-EBF1-8D40-8BAA-363538A869D6}" srcOrd="0" destOrd="0" presId="urn:microsoft.com/office/officeart/2005/8/layout/vList2"/>
    <dgm:cxn modelId="{BCDCBA91-7DAF-46C6-B983-6190162C7FF7}" srcId="{564E45EE-F285-43AC-9EBD-436B8B3F2D66}" destId="{DD580A48-B1F2-4461-B44D-DCB397354DB6}" srcOrd="1" destOrd="0" parTransId="{484E7E91-C11C-4C0D-82DE-2D1DA30E39B1}" sibTransId="{B744FC81-0E88-456F-8F8D-5447AB270C45}"/>
    <dgm:cxn modelId="{D18ADDB8-BF3E-4641-9097-23EE6AF40966}" type="presOf" srcId="{74900CBC-D2A9-4590-8701-20975C1FC3BB}" destId="{C9573BAB-F7CE-D647-B81A-11F97797626E}" srcOrd="0" destOrd="0" presId="urn:microsoft.com/office/officeart/2005/8/layout/vList2"/>
    <dgm:cxn modelId="{A7D008C6-D184-A14F-8037-B0B4D75530EA}" type="presOf" srcId="{978BBAA5-AA55-4497-B1E8-7E33B492A6EF}" destId="{BBD7C2D4-AC1B-FD4F-8C6F-76BC325C6193}" srcOrd="0" destOrd="0" presId="urn:microsoft.com/office/officeart/2005/8/layout/vList2"/>
    <dgm:cxn modelId="{0E15EDC7-BFB1-472A-829E-68C25A818213}" srcId="{564E45EE-F285-43AC-9EBD-436B8B3F2D66}" destId="{74900CBC-D2A9-4590-8701-20975C1FC3BB}" srcOrd="0" destOrd="0" parTransId="{341F612F-1FCE-4FCB-905A-A2643BE16116}" sibTransId="{F4AB596D-C502-4479-BECB-8A45AE23A4E3}"/>
    <dgm:cxn modelId="{414C18CF-0CC8-4F45-918C-FECC57AFB695}" type="presOf" srcId="{54C4A699-6525-416A-AE92-7DF393810325}" destId="{04947856-5C1A-5947-9CBF-ABEEF71BE183}" srcOrd="0" destOrd="0" presId="urn:microsoft.com/office/officeart/2005/8/layout/vList2"/>
    <dgm:cxn modelId="{6A77A9DB-A843-487B-A1D3-F8DB7F524FE8}" srcId="{564E45EE-F285-43AC-9EBD-436B8B3F2D66}" destId="{54C4A699-6525-416A-AE92-7DF393810325}" srcOrd="5" destOrd="0" parTransId="{B0BE6341-239D-4FDE-A137-3AD783ABE687}" sibTransId="{9254B547-FB34-44E9-B14A-DE504325D5DD}"/>
    <dgm:cxn modelId="{EC2B03EF-E19D-804C-9962-946EC8968F7F}" type="presOf" srcId="{7E2CB153-5AA8-4E95-9607-14A73CCC88F7}" destId="{79B5A7C4-30F1-4340-A763-EF734BF45975}" srcOrd="0" destOrd="0" presId="urn:microsoft.com/office/officeart/2005/8/layout/vList2"/>
    <dgm:cxn modelId="{645CEBF7-2804-4348-B39D-3CF73C1C1FDE}" srcId="{564E45EE-F285-43AC-9EBD-436B8B3F2D66}" destId="{7E2CB153-5AA8-4E95-9607-14A73CCC88F7}" srcOrd="4" destOrd="0" parTransId="{83196F90-5291-4772-91ED-0448BC22C4DF}" sibTransId="{1020009A-D780-426A-95CB-01266A07BAE2}"/>
    <dgm:cxn modelId="{4C0B5BF9-7F7F-934F-B443-DFB15D26D85B}" type="presOf" srcId="{564E45EE-F285-43AC-9EBD-436B8B3F2D66}" destId="{75BFD797-8162-9D4B-9376-504FEE72273D}" srcOrd="0" destOrd="0" presId="urn:microsoft.com/office/officeart/2005/8/layout/vList2"/>
    <dgm:cxn modelId="{8024F786-A1C5-FE47-BCF2-7D287DFC3925}" type="presParOf" srcId="{75BFD797-8162-9D4B-9376-504FEE72273D}" destId="{C9573BAB-F7CE-D647-B81A-11F97797626E}" srcOrd="0" destOrd="0" presId="urn:microsoft.com/office/officeart/2005/8/layout/vList2"/>
    <dgm:cxn modelId="{F8FE9FE5-5EDE-D545-932D-E5CEEC97F56E}" type="presParOf" srcId="{75BFD797-8162-9D4B-9376-504FEE72273D}" destId="{38F975AB-0586-5748-B430-3825F3856BD7}" srcOrd="1" destOrd="0" presId="urn:microsoft.com/office/officeart/2005/8/layout/vList2"/>
    <dgm:cxn modelId="{BD6799A1-FF50-9048-952B-931950942140}" type="presParOf" srcId="{75BFD797-8162-9D4B-9376-504FEE72273D}" destId="{4AFEE271-2DBF-6140-9D98-66C600B47F26}" srcOrd="2" destOrd="0" presId="urn:microsoft.com/office/officeart/2005/8/layout/vList2"/>
    <dgm:cxn modelId="{19F276B6-D5E8-464E-B351-299C7FB75F6A}" type="presParOf" srcId="{75BFD797-8162-9D4B-9376-504FEE72273D}" destId="{7EC82031-DDAD-BC45-9976-434D8ADFCB55}" srcOrd="3" destOrd="0" presId="urn:microsoft.com/office/officeart/2005/8/layout/vList2"/>
    <dgm:cxn modelId="{DA9B97C7-5FCF-2646-9FD6-F90E414D748E}" type="presParOf" srcId="{75BFD797-8162-9D4B-9376-504FEE72273D}" destId="{2CA232CC-0325-A747-91FF-24F1BB02E316}" srcOrd="4" destOrd="0" presId="urn:microsoft.com/office/officeart/2005/8/layout/vList2"/>
    <dgm:cxn modelId="{FF929B1E-8570-DC4E-9934-D3C8856A706B}" type="presParOf" srcId="{75BFD797-8162-9D4B-9376-504FEE72273D}" destId="{5C918324-A2C8-0E4F-8D5C-B8CF05D6C77E}" srcOrd="5" destOrd="0" presId="urn:microsoft.com/office/officeart/2005/8/layout/vList2"/>
    <dgm:cxn modelId="{556DD034-023C-CD44-BE27-12D163E7379B}" type="presParOf" srcId="{75BFD797-8162-9D4B-9376-504FEE72273D}" destId="{BBD7C2D4-AC1B-FD4F-8C6F-76BC325C6193}" srcOrd="6" destOrd="0" presId="urn:microsoft.com/office/officeart/2005/8/layout/vList2"/>
    <dgm:cxn modelId="{7ECD3C2D-4832-674E-8C9D-BBF04520CD7A}" type="presParOf" srcId="{75BFD797-8162-9D4B-9376-504FEE72273D}" destId="{AE04D43F-6DA0-CC43-A9BA-872A7AEE4BE1}" srcOrd="7" destOrd="0" presId="urn:microsoft.com/office/officeart/2005/8/layout/vList2"/>
    <dgm:cxn modelId="{7C05F154-4CCA-2A4E-94A0-184B6529820E}" type="presParOf" srcId="{75BFD797-8162-9D4B-9376-504FEE72273D}" destId="{79B5A7C4-30F1-4340-A763-EF734BF45975}" srcOrd="8" destOrd="0" presId="urn:microsoft.com/office/officeart/2005/8/layout/vList2"/>
    <dgm:cxn modelId="{633F88A6-B6E9-824E-BC59-1DAF6A687AF7}" type="presParOf" srcId="{75BFD797-8162-9D4B-9376-504FEE72273D}" destId="{029EF81F-9AF5-014C-A4AC-06F7B818CF9C}" srcOrd="9" destOrd="0" presId="urn:microsoft.com/office/officeart/2005/8/layout/vList2"/>
    <dgm:cxn modelId="{A371496E-0394-0341-8DAC-4218755E177B}" type="presParOf" srcId="{75BFD797-8162-9D4B-9376-504FEE72273D}" destId="{04947856-5C1A-5947-9CBF-ABEEF71BE183}" srcOrd="10" destOrd="0" presId="urn:microsoft.com/office/officeart/2005/8/layout/vList2"/>
    <dgm:cxn modelId="{E188C91D-C6FE-CB47-93B0-5ED4F32CF950}" type="presParOf" srcId="{75BFD797-8162-9D4B-9376-504FEE72273D}" destId="{F339601F-CFD5-6246-8ECF-B9F7CAC75519}" srcOrd="11" destOrd="0" presId="urn:microsoft.com/office/officeart/2005/8/layout/vList2"/>
    <dgm:cxn modelId="{800711E8-88E6-6749-ABD2-345848D9FA0F}" type="presParOf" srcId="{75BFD797-8162-9D4B-9376-504FEE72273D}" destId="{EEFAF2CC-3DD3-C244-A606-D5A4D5352283}" srcOrd="12" destOrd="0" presId="urn:microsoft.com/office/officeart/2005/8/layout/vList2"/>
    <dgm:cxn modelId="{435D2275-13E5-9745-ABB2-0A7A4AB845E6}" type="presParOf" srcId="{75BFD797-8162-9D4B-9376-504FEE72273D}" destId="{49CB6CB8-B25F-D94C-A89F-9D166491536D}" srcOrd="13" destOrd="0" presId="urn:microsoft.com/office/officeart/2005/8/layout/vList2"/>
    <dgm:cxn modelId="{4AA7925E-1DAF-AB43-AA4B-57ADC721AF54}" type="presParOf" srcId="{75BFD797-8162-9D4B-9376-504FEE72273D}" destId="{6DF9BC11-EBF1-8D40-8BAA-363538A869D6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DD5D1CD3-47A0-4DEE-AACE-CC68A7AFD928}" type="doc">
      <dgm:prSet loTypeId="urn:microsoft.com/office/officeart/2005/8/layout/bProcess4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6C4A417-6C87-40B2-BC9B-05719231CAA2}">
      <dgm:prSet custT="1"/>
      <dgm:spPr/>
      <dgm:t>
        <a:bodyPr/>
        <a:lstStyle/>
        <a:p>
          <a:r>
            <a:rPr lang="en-US" sz="1600" b="0"/>
            <a:t>Before Hadoop 2.0:</a:t>
          </a:r>
        </a:p>
      </dgm:t>
    </dgm:pt>
    <dgm:pt modelId="{26706F05-70A6-43E2-9E46-25F1AE5B1829}" type="parTrans" cxnId="{65FB061C-3A92-4CF3-B2AB-EFFF9D47F81A}">
      <dgm:prSet/>
      <dgm:spPr/>
      <dgm:t>
        <a:bodyPr/>
        <a:lstStyle/>
        <a:p>
          <a:endParaRPr lang="en-US" sz="1600" b="0"/>
        </a:p>
      </dgm:t>
    </dgm:pt>
    <dgm:pt modelId="{06A48D0B-A925-4434-A973-436EA21548E5}" type="sibTrans" cxnId="{65FB061C-3A92-4CF3-B2AB-EFFF9D47F81A}">
      <dgm:prSet/>
      <dgm:spPr/>
      <dgm:t>
        <a:bodyPr/>
        <a:lstStyle/>
        <a:p>
          <a:endParaRPr lang="en-US" sz="1600" b="0"/>
        </a:p>
      </dgm:t>
    </dgm:pt>
    <dgm:pt modelId="{8C540EF9-BE1B-4C9D-993B-F5C3DDD0D2FB}">
      <dgm:prSet custT="1"/>
      <dgm:spPr/>
      <dgm:t>
        <a:bodyPr/>
        <a:lstStyle/>
        <a:p>
          <a:r>
            <a:rPr lang="en-US" sz="1600" b="0"/>
            <a:t>MapReduce = both compute engine + resource manager</a:t>
          </a:r>
        </a:p>
      </dgm:t>
    </dgm:pt>
    <dgm:pt modelId="{B544C595-8668-4193-B5D4-79E04C4AA360}" type="parTrans" cxnId="{3223FA30-AD82-4606-9A54-8BE40EB02309}">
      <dgm:prSet/>
      <dgm:spPr/>
      <dgm:t>
        <a:bodyPr/>
        <a:lstStyle/>
        <a:p>
          <a:endParaRPr lang="en-US" sz="1600" b="0"/>
        </a:p>
      </dgm:t>
    </dgm:pt>
    <dgm:pt modelId="{CA017B96-7359-4DF6-8A0C-3F2D8C6557EB}" type="sibTrans" cxnId="{3223FA30-AD82-4606-9A54-8BE40EB02309}">
      <dgm:prSet/>
      <dgm:spPr/>
      <dgm:t>
        <a:bodyPr/>
        <a:lstStyle/>
        <a:p>
          <a:endParaRPr lang="en-US" sz="1600" b="0"/>
        </a:p>
      </dgm:t>
    </dgm:pt>
    <dgm:pt modelId="{1AC347FA-A741-43DE-8247-02EE55C2B96B}">
      <dgm:prSet custT="1"/>
      <dgm:spPr/>
      <dgm:t>
        <a:bodyPr/>
        <a:lstStyle/>
        <a:p>
          <a:r>
            <a:rPr lang="en-US" sz="1600" b="0"/>
            <a:t>Only one type of job could run: MapReduce</a:t>
          </a:r>
        </a:p>
      </dgm:t>
    </dgm:pt>
    <dgm:pt modelId="{E3CC6921-496F-4BA3-A00C-18CE3750C124}" type="parTrans" cxnId="{CDC6373E-D713-4246-AD04-41AB858DE073}">
      <dgm:prSet/>
      <dgm:spPr/>
      <dgm:t>
        <a:bodyPr/>
        <a:lstStyle/>
        <a:p>
          <a:endParaRPr lang="en-US" sz="1600" b="0"/>
        </a:p>
      </dgm:t>
    </dgm:pt>
    <dgm:pt modelId="{EDFD2CCF-9380-4FCB-817C-03FFCBAA5BE1}" type="sibTrans" cxnId="{CDC6373E-D713-4246-AD04-41AB858DE073}">
      <dgm:prSet/>
      <dgm:spPr/>
      <dgm:t>
        <a:bodyPr/>
        <a:lstStyle/>
        <a:p>
          <a:endParaRPr lang="en-US" sz="1600" b="0"/>
        </a:p>
      </dgm:t>
    </dgm:pt>
    <dgm:pt modelId="{D561A1C6-FB07-4DC1-A4E5-ED1E764027D2}">
      <dgm:prSet custT="1"/>
      <dgm:spPr/>
      <dgm:t>
        <a:bodyPr/>
        <a:lstStyle/>
        <a:p>
          <a:r>
            <a:rPr lang="en-US" sz="1600" b="0"/>
            <a:t>After Hadoop 2.0 (with YARN):</a:t>
          </a:r>
        </a:p>
      </dgm:t>
    </dgm:pt>
    <dgm:pt modelId="{92FE953F-841C-4F0C-AC7C-5539A5A9C7E4}" type="parTrans" cxnId="{F9A4C127-BB02-4F38-BABE-57BCAF012FD0}">
      <dgm:prSet/>
      <dgm:spPr/>
      <dgm:t>
        <a:bodyPr/>
        <a:lstStyle/>
        <a:p>
          <a:endParaRPr lang="en-US" sz="1600" b="0"/>
        </a:p>
      </dgm:t>
    </dgm:pt>
    <dgm:pt modelId="{4F409ABD-394E-41B0-BD28-7BADF7AEA386}" type="sibTrans" cxnId="{F9A4C127-BB02-4F38-BABE-57BCAF012FD0}">
      <dgm:prSet/>
      <dgm:spPr/>
      <dgm:t>
        <a:bodyPr/>
        <a:lstStyle/>
        <a:p>
          <a:endParaRPr lang="en-US" sz="1600" b="0"/>
        </a:p>
      </dgm:t>
    </dgm:pt>
    <dgm:pt modelId="{EB045BC9-FFF0-4320-BF8A-6AD27CF2F4B3}">
      <dgm:prSet custT="1"/>
      <dgm:spPr/>
      <dgm:t>
        <a:bodyPr/>
        <a:lstStyle/>
        <a:p>
          <a:r>
            <a:rPr lang="en-US" sz="1600" b="0"/>
            <a:t>YARN handles cluster resources</a:t>
          </a:r>
        </a:p>
      </dgm:t>
    </dgm:pt>
    <dgm:pt modelId="{C0A72533-A5ED-45FC-9A58-BFB68A965707}" type="parTrans" cxnId="{5E17908C-8720-455A-BE89-54FDEA58BFF6}">
      <dgm:prSet/>
      <dgm:spPr/>
      <dgm:t>
        <a:bodyPr/>
        <a:lstStyle/>
        <a:p>
          <a:endParaRPr lang="en-US" sz="1600" b="0"/>
        </a:p>
      </dgm:t>
    </dgm:pt>
    <dgm:pt modelId="{795504B5-80CB-4D8B-A6D1-2CB81A5B77CD}" type="sibTrans" cxnId="{5E17908C-8720-455A-BE89-54FDEA58BFF6}">
      <dgm:prSet/>
      <dgm:spPr/>
      <dgm:t>
        <a:bodyPr/>
        <a:lstStyle/>
        <a:p>
          <a:endParaRPr lang="en-US" sz="1600" b="0"/>
        </a:p>
      </dgm:t>
    </dgm:pt>
    <dgm:pt modelId="{F82238FC-21CC-4D36-92D5-A28E7D25AFEE}">
      <dgm:prSet custT="1"/>
      <dgm:spPr/>
      <dgm:t>
        <a:bodyPr/>
        <a:lstStyle/>
        <a:p>
          <a:r>
            <a:rPr lang="en-US" sz="1600" b="0"/>
            <a:t>MapReduce becomes just one of the processing frameworks</a:t>
          </a:r>
        </a:p>
      </dgm:t>
    </dgm:pt>
    <dgm:pt modelId="{F80DDE4D-306F-40BB-8470-DEE09B0066EE}" type="parTrans" cxnId="{8F09AB49-8304-494C-ACB1-DCFABBC9FFAD}">
      <dgm:prSet/>
      <dgm:spPr/>
      <dgm:t>
        <a:bodyPr/>
        <a:lstStyle/>
        <a:p>
          <a:endParaRPr lang="en-US" sz="1600" b="0"/>
        </a:p>
      </dgm:t>
    </dgm:pt>
    <dgm:pt modelId="{23612771-9BDF-4362-A34F-E60DA854EE73}" type="sibTrans" cxnId="{8F09AB49-8304-494C-ACB1-DCFABBC9FFAD}">
      <dgm:prSet/>
      <dgm:spPr/>
      <dgm:t>
        <a:bodyPr/>
        <a:lstStyle/>
        <a:p>
          <a:endParaRPr lang="en-US" sz="1600" b="0"/>
        </a:p>
      </dgm:t>
    </dgm:pt>
    <dgm:pt modelId="{C16A2C4F-8ABB-4F8A-B79D-C60BDB5D39D4}">
      <dgm:prSet custT="1"/>
      <dgm:spPr/>
      <dgm:t>
        <a:bodyPr/>
        <a:lstStyle/>
        <a:p>
          <a:r>
            <a:rPr lang="en-US" sz="1600" b="0"/>
            <a:t>So now, on Hadoop you can run:</a:t>
          </a:r>
        </a:p>
      </dgm:t>
    </dgm:pt>
    <dgm:pt modelId="{89C931A9-756A-46BB-8C08-86DDEF3AB122}" type="parTrans" cxnId="{BAD76E56-9EBB-4602-8171-D55E5216C344}">
      <dgm:prSet/>
      <dgm:spPr/>
      <dgm:t>
        <a:bodyPr/>
        <a:lstStyle/>
        <a:p>
          <a:endParaRPr lang="en-US" sz="1600" b="0"/>
        </a:p>
      </dgm:t>
    </dgm:pt>
    <dgm:pt modelId="{1325CF3F-410D-42C3-888A-3D17472ED3CE}" type="sibTrans" cxnId="{BAD76E56-9EBB-4602-8171-D55E5216C344}">
      <dgm:prSet/>
      <dgm:spPr/>
      <dgm:t>
        <a:bodyPr/>
        <a:lstStyle/>
        <a:p>
          <a:endParaRPr lang="en-US" sz="1600" b="0"/>
        </a:p>
      </dgm:t>
    </dgm:pt>
    <dgm:pt modelId="{96ADFD7F-B9BB-4E6A-95EF-F3EF769B7C09}">
      <dgm:prSet custT="1"/>
      <dgm:spPr/>
      <dgm:t>
        <a:bodyPr/>
        <a:lstStyle/>
        <a:p>
          <a:r>
            <a:rPr lang="en-US" sz="1600" b="0"/>
            <a:t>MapReduce</a:t>
          </a:r>
        </a:p>
      </dgm:t>
    </dgm:pt>
    <dgm:pt modelId="{28550F49-8764-48F9-8954-A58CEF9EC884}" type="parTrans" cxnId="{437543DC-99CA-4217-BECA-BBB81F66CF7B}">
      <dgm:prSet/>
      <dgm:spPr/>
      <dgm:t>
        <a:bodyPr/>
        <a:lstStyle/>
        <a:p>
          <a:endParaRPr lang="en-US" sz="1600" b="0"/>
        </a:p>
      </dgm:t>
    </dgm:pt>
    <dgm:pt modelId="{346E397A-68AC-4217-9F1D-89B6FFDBE1C5}" type="sibTrans" cxnId="{437543DC-99CA-4217-BECA-BBB81F66CF7B}">
      <dgm:prSet/>
      <dgm:spPr/>
      <dgm:t>
        <a:bodyPr/>
        <a:lstStyle/>
        <a:p>
          <a:endParaRPr lang="en-US" sz="1600" b="0"/>
        </a:p>
      </dgm:t>
    </dgm:pt>
    <dgm:pt modelId="{D6EB5E0A-F625-481E-B152-524A8D03B8AF}">
      <dgm:prSet custT="1"/>
      <dgm:spPr/>
      <dgm:t>
        <a:bodyPr/>
        <a:lstStyle/>
        <a:p>
          <a:r>
            <a:rPr lang="en-US" sz="1600" b="0"/>
            <a:t>Spark</a:t>
          </a:r>
        </a:p>
      </dgm:t>
    </dgm:pt>
    <dgm:pt modelId="{EF182510-B89D-4DCD-93F9-BDFDFF9BA121}" type="parTrans" cxnId="{2776D56B-B201-4BB0-81DD-75CBC5822504}">
      <dgm:prSet/>
      <dgm:spPr/>
      <dgm:t>
        <a:bodyPr/>
        <a:lstStyle/>
        <a:p>
          <a:endParaRPr lang="en-US" sz="1600" b="0"/>
        </a:p>
      </dgm:t>
    </dgm:pt>
    <dgm:pt modelId="{D630EA55-B89D-49A7-9833-A03A40259179}" type="sibTrans" cxnId="{2776D56B-B201-4BB0-81DD-75CBC5822504}">
      <dgm:prSet/>
      <dgm:spPr/>
      <dgm:t>
        <a:bodyPr/>
        <a:lstStyle/>
        <a:p>
          <a:endParaRPr lang="en-US" sz="1600" b="0"/>
        </a:p>
      </dgm:t>
    </dgm:pt>
    <dgm:pt modelId="{2E44501F-C46F-43BE-A306-1B9857070284}">
      <dgm:prSet custT="1"/>
      <dgm:spPr/>
      <dgm:t>
        <a:bodyPr/>
        <a:lstStyle/>
        <a:p>
          <a:r>
            <a:rPr lang="en-US" sz="1600" b="0"/>
            <a:t>Tez</a:t>
          </a:r>
        </a:p>
      </dgm:t>
    </dgm:pt>
    <dgm:pt modelId="{853E1A66-DE68-481F-B2BD-70664FD21789}" type="parTrans" cxnId="{A1F2A2E2-AFDC-49B1-8D30-BD24A7730C0A}">
      <dgm:prSet/>
      <dgm:spPr/>
      <dgm:t>
        <a:bodyPr/>
        <a:lstStyle/>
        <a:p>
          <a:endParaRPr lang="en-US" sz="1600" b="0"/>
        </a:p>
      </dgm:t>
    </dgm:pt>
    <dgm:pt modelId="{61EFAB17-8088-4D56-AE8C-1A22A21C55D1}" type="sibTrans" cxnId="{A1F2A2E2-AFDC-49B1-8D30-BD24A7730C0A}">
      <dgm:prSet/>
      <dgm:spPr/>
      <dgm:t>
        <a:bodyPr/>
        <a:lstStyle/>
        <a:p>
          <a:endParaRPr lang="en-US" sz="1600" b="0"/>
        </a:p>
      </dgm:t>
    </dgm:pt>
    <dgm:pt modelId="{B528BAA3-D128-4C1D-AE64-BC84C1CFB5EA}">
      <dgm:prSet custT="1"/>
      <dgm:spPr/>
      <dgm:t>
        <a:bodyPr/>
        <a:lstStyle/>
        <a:p>
          <a:r>
            <a:rPr lang="en-US" sz="1600" b="0"/>
            <a:t>Flink</a:t>
          </a:r>
        </a:p>
      </dgm:t>
    </dgm:pt>
    <dgm:pt modelId="{413D49C7-DE07-4CDC-A957-9BCB5FE23D26}" type="parTrans" cxnId="{B69395DC-4D05-4D30-8850-1DDBE3347571}">
      <dgm:prSet/>
      <dgm:spPr/>
      <dgm:t>
        <a:bodyPr/>
        <a:lstStyle/>
        <a:p>
          <a:endParaRPr lang="en-US" sz="1600" b="0"/>
        </a:p>
      </dgm:t>
    </dgm:pt>
    <dgm:pt modelId="{EC9C6B04-B51B-4EF3-A0AF-B7D954C18AF5}" type="sibTrans" cxnId="{B69395DC-4D05-4D30-8850-1DDBE3347571}">
      <dgm:prSet/>
      <dgm:spPr/>
      <dgm:t>
        <a:bodyPr/>
        <a:lstStyle/>
        <a:p>
          <a:endParaRPr lang="en-US" sz="1600" b="0"/>
        </a:p>
      </dgm:t>
    </dgm:pt>
    <dgm:pt modelId="{775254F4-A2C3-458B-BF42-52CF9F1B7D70}">
      <dgm:prSet custT="1"/>
      <dgm:spPr/>
      <dgm:t>
        <a:bodyPr/>
        <a:lstStyle/>
        <a:p>
          <a:r>
            <a:rPr lang="en-US" sz="1600" b="0"/>
            <a:t>Storm</a:t>
          </a:r>
        </a:p>
      </dgm:t>
    </dgm:pt>
    <dgm:pt modelId="{50C5B876-93B8-4525-A8BE-CC47B52E02E0}" type="parTrans" cxnId="{0FE2E4C1-40F3-4C1A-8700-0482E4B75CF2}">
      <dgm:prSet/>
      <dgm:spPr/>
      <dgm:t>
        <a:bodyPr/>
        <a:lstStyle/>
        <a:p>
          <a:endParaRPr lang="en-US" sz="1600" b="0"/>
        </a:p>
      </dgm:t>
    </dgm:pt>
    <dgm:pt modelId="{23B94FA7-31B3-4571-84AD-77B1B1702209}" type="sibTrans" cxnId="{0FE2E4C1-40F3-4C1A-8700-0482E4B75CF2}">
      <dgm:prSet/>
      <dgm:spPr/>
      <dgm:t>
        <a:bodyPr/>
        <a:lstStyle/>
        <a:p>
          <a:endParaRPr lang="en-US" sz="1600" b="0"/>
        </a:p>
      </dgm:t>
    </dgm:pt>
    <dgm:pt modelId="{37B4783E-9F27-44A0-966C-A3BCC615CFF7}">
      <dgm:prSet custT="1"/>
      <dgm:spPr/>
      <dgm:t>
        <a:bodyPr/>
        <a:lstStyle/>
        <a:p>
          <a:r>
            <a:rPr lang="en-US" sz="1600" b="0"/>
            <a:t>And more…</a:t>
          </a:r>
        </a:p>
      </dgm:t>
    </dgm:pt>
    <dgm:pt modelId="{1B118A48-03AF-4B67-BB6F-1488F7D8EDDE}" type="parTrans" cxnId="{99B0F63C-3DE1-49A0-9E8F-BEA9B07F54EA}">
      <dgm:prSet/>
      <dgm:spPr/>
      <dgm:t>
        <a:bodyPr/>
        <a:lstStyle/>
        <a:p>
          <a:endParaRPr lang="en-US" sz="1600" b="0"/>
        </a:p>
      </dgm:t>
    </dgm:pt>
    <dgm:pt modelId="{EC036C0B-0500-4046-A38E-DB71D4DE39EA}" type="sibTrans" cxnId="{99B0F63C-3DE1-49A0-9E8F-BEA9B07F54EA}">
      <dgm:prSet/>
      <dgm:spPr/>
      <dgm:t>
        <a:bodyPr/>
        <a:lstStyle/>
        <a:p>
          <a:endParaRPr lang="en-US" sz="1600" b="0"/>
        </a:p>
      </dgm:t>
    </dgm:pt>
    <dgm:pt modelId="{7A7CD317-4CE5-4BAF-9EFD-15E2429EB7FA}">
      <dgm:prSet custT="1"/>
      <dgm:spPr/>
      <dgm:t>
        <a:bodyPr/>
        <a:lstStyle/>
        <a:p>
          <a:r>
            <a:rPr lang="en-US" sz="1600" b="0"/>
            <a:t>All managed by YARN.</a:t>
          </a:r>
        </a:p>
      </dgm:t>
    </dgm:pt>
    <dgm:pt modelId="{E06EE106-5C1E-4839-BF32-E9E07FBC2241}" type="parTrans" cxnId="{0C3CC43F-1CD5-47BC-9366-DA66239CB8A4}">
      <dgm:prSet/>
      <dgm:spPr/>
      <dgm:t>
        <a:bodyPr/>
        <a:lstStyle/>
        <a:p>
          <a:endParaRPr lang="en-US" sz="1600" b="0"/>
        </a:p>
      </dgm:t>
    </dgm:pt>
    <dgm:pt modelId="{E5B9DD02-9647-48A7-A336-EF7E01F21BC8}" type="sibTrans" cxnId="{0C3CC43F-1CD5-47BC-9366-DA66239CB8A4}">
      <dgm:prSet/>
      <dgm:spPr/>
      <dgm:t>
        <a:bodyPr/>
        <a:lstStyle/>
        <a:p>
          <a:endParaRPr lang="en-US" sz="1600" b="0"/>
        </a:p>
      </dgm:t>
    </dgm:pt>
    <dgm:pt modelId="{03257B8C-F86A-5342-8E46-4955E13C038C}" type="pres">
      <dgm:prSet presAssocID="{DD5D1CD3-47A0-4DEE-AACE-CC68A7AFD928}" presName="Name0" presStyleCnt="0">
        <dgm:presLayoutVars>
          <dgm:dir/>
          <dgm:resizeHandles/>
        </dgm:presLayoutVars>
      </dgm:prSet>
      <dgm:spPr/>
    </dgm:pt>
    <dgm:pt modelId="{B5ACF653-7E6F-0D46-8D74-8C2DC80DFCC7}" type="pres">
      <dgm:prSet presAssocID="{C6C4A417-6C87-40B2-BC9B-05719231CAA2}" presName="compNode" presStyleCnt="0"/>
      <dgm:spPr/>
    </dgm:pt>
    <dgm:pt modelId="{37D726D6-E223-0F47-8457-35FE1CDA6D6A}" type="pres">
      <dgm:prSet presAssocID="{C6C4A417-6C87-40B2-BC9B-05719231CAA2}" presName="dummyConnPt" presStyleCnt="0"/>
      <dgm:spPr/>
    </dgm:pt>
    <dgm:pt modelId="{2A356220-3961-5940-B8C7-B3AE36FDF0F6}" type="pres">
      <dgm:prSet presAssocID="{C6C4A417-6C87-40B2-BC9B-05719231CAA2}" presName="node" presStyleLbl="node1" presStyleIdx="0" presStyleCnt="14">
        <dgm:presLayoutVars>
          <dgm:bulletEnabled val="1"/>
        </dgm:presLayoutVars>
      </dgm:prSet>
      <dgm:spPr/>
    </dgm:pt>
    <dgm:pt modelId="{2FF369CD-0353-7E42-9654-2D1B618BCFC2}" type="pres">
      <dgm:prSet presAssocID="{06A48D0B-A925-4434-A973-436EA21548E5}" presName="sibTrans" presStyleLbl="bgSibTrans2D1" presStyleIdx="0" presStyleCnt="13"/>
      <dgm:spPr/>
    </dgm:pt>
    <dgm:pt modelId="{83E076A3-9969-E04E-8C1D-EE32381BF563}" type="pres">
      <dgm:prSet presAssocID="{8C540EF9-BE1B-4C9D-993B-F5C3DDD0D2FB}" presName="compNode" presStyleCnt="0"/>
      <dgm:spPr/>
    </dgm:pt>
    <dgm:pt modelId="{85361130-BA32-CB45-BEDF-060F2FB4876B}" type="pres">
      <dgm:prSet presAssocID="{8C540EF9-BE1B-4C9D-993B-F5C3DDD0D2FB}" presName="dummyConnPt" presStyleCnt="0"/>
      <dgm:spPr/>
    </dgm:pt>
    <dgm:pt modelId="{E3197983-56A6-5B41-9D1F-E6E8CF3A7D1E}" type="pres">
      <dgm:prSet presAssocID="{8C540EF9-BE1B-4C9D-993B-F5C3DDD0D2FB}" presName="node" presStyleLbl="node1" presStyleIdx="1" presStyleCnt="14">
        <dgm:presLayoutVars>
          <dgm:bulletEnabled val="1"/>
        </dgm:presLayoutVars>
      </dgm:prSet>
      <dgm:spPr/>
    </dgm:pt>
    <dgm:pt modelId="{349BDCA0-8F58-AE42-8B1E-6D0DDEFD2CE3}" type="pres">
      <dgm:prSet presAssocID="{CA017B96-7359-4DF6-8A0C-3F2D8C6557EB}" presName="sibTrans" presStyleLbl="bgSibTrans2D1" presStyleIdx="1" presStyleCnt="13"/>
      <dgm:spPr/>
    </dgm:pt>
    <dgm:pt modelId="{966A82BB-8EC7-8148-AC85-125E25E2D302}" type="pres">
      <dgm:prSet presAssocID="{1AC347FA-A741-43DE-8247-02EE55C2B96B}" presName="compNode" presStyleCnt="0"/>
      <dgm:spPr/>
    </dgm:pt>
    <dgm:pt modelId="{E4FDC009-1F52-DB4C-B410-E153A8CF39C4}" type="pres">
      <dgm:prSet presAssocID="{1AC347FA-A741-43DE-8247-02EE55C2B96B}" presName="dummyConnPt" presStyleCnt="0"/>
      <dgm:spPr/>
    </dgm:pt>
    <dgm:pt modelId="{15A6CEAE-F08E-F047-B8AA-98A305658800}" type="pres">
      <dgm:prSet presAssocID="{1AC347FA-A741-43DE-8247-02EE55C2B96B}" presName="node" presStyleLbl="node1" presStyleIdx="2" presStyleCnt="14">
        <dgm:presLayoutVars>
          <dgm:bulletEnabled val="1"/>
        </dgm:presLayoutVars>
      </dgm:prSet>
      <dgm:spPr/>
    </dgm:pt>
    <dgm:pt modelId="{6C6DDF43-7DD6-534D-B2D2-F85CD7F1AD88}" type="pres">
      <dgm:prSet presAssocID="{EDFD2CCF-9380-4FCB-817C-03FFCBAA5BE1}" presName="sibTrans" presStyleLbl="bgSibTrans2D1" presStyleIdx="2" presStyleCnt="13"/>
      <dgm:spPr/>
    </dgm:pt>
    <dgm:pt modelId="{B9BA2FC6-4A9A-A844-8F59-CB9F1611316D}" type="pres">
      <dgm:prSet presAssocID="{D561A1C6-FB07-4DC1-A4E5-ED1E764027D2}" presName="compNode" presStyleCnt="0"/>
      <dgm:spPr/>
    </dgm:pt>
    <dgm:pt modelId="{4F2981FE-3E8E-CB40-9729-100B72D57227}" type="pres">
      <dgm:prSet presAssocID="{D561A1C6-FB07-4DC1-A4E5-ED1E764027D2}" presName="dummyConnPt" presStyleCnt="0"/>
      <dgm:spPr/>
    </dgm:pt>
    <dgm:pt modelId="{908A6C07-696B-F84D-BE12-41AB3852077C}" type="pres">
      <dgm:prSet presAssocID="{D561A1C6-FB07-4DC1-A4E5-ED1E764027D2}" presName="node" presStyleLbl="node1" presStyleIdx="3" presStyleCnt="14">
        <dgm:presLayoutVars>
          <dgm:bulletEnabled val="1"/>
        </dgm:presLayoutVars>
      </dgm:prSet>
      <dgm:spPr/>
    </dgm:pt>
    <dgm:pt modelId="{47F993F7-1203-2D4D-8C84-F59B04AF4AFD}" type="pres">
      <dgm:prSet presAssocID="{4F409ABD-394E-41B0-BD28-7BADF7AEA386}" presName="sibTrans" presStyleLbl="bgSibTrans2D1" presStyleIdx="3" presStyleCnt="13"/>
      <dgm:spPr/>
    </dgm:pt>
    <dgm:pt modelId="{020BFFC3-41E7-D143-AE1B-7EFB5E5B9775}" type="pres">
      <dgm:prSet presAssocID="{EB045BC9-FFF0-4320-BF8A-6AD27CF2F4B3}" presName="compNode" presStyleCnt="0"/>
      <dgm:spPr/>
    </dgm:pt>
    <dgm:pt modelId="{1A93806E-4138-7244-9A5F-7EADE242361E}" type="pres">
      <dgm:prSet presAssocID="{EB045BC9-FFF0-4320-BF8A-6AD27CF2F4B3}" presName="dummyConnPt" presStyleCnt="0"/>
      <dgm:spPr/>
    </dgm:pt>
    <dgm:pt modelId="{92E3A57A-0B57-A44C-A4A8-05A9F01A502F}" type="pres">
      <dgm:prSet presAssocID="{EB045BC9-FFF0-4320-BF8A-6AD27CF2F4B3}" presName="node" presStyleLbl="node1" presStyleIdx="4" presStyleCnt="14">
        <dgm:presLayoutVars>
          <dgm:bulletEnabled val="1"/>
        </dgm:presLayoutVars>
      </dgm:prSet>
      <dgm:spPr/>
    </dgm:pt>
    <dgm:pt modelId="{5049F039-180A-394A-AB68-90FFD91DF218}" type="pres">
      <dgm:prSet presAssocID="{795504B5-80CB-4D8B-A6D1-2CB81A5B77CD}" presName="sibTrans" presStyleLbl="bgSibTrans2D1" presStyleIdx="4" presStyleCnt="13"/>
      <dgm:spPr/>
    </dgm:pt>
    <dgm:pt modelId="{51AF1483-B83C-994B-9A37-7E827918D98D}" type="pres">
      <dgm:prSet presAssocID="{F82238FC-21CC-4D36-92D5-A28E7D25AFEE}" presName="compNode" presStyleCnt="0"/>
      <dgm:spPr/>
    </dgm:pt>
    <dgm:pt modelId="{471618A4-83E0-694D-A00D-15D756C3162B}" type="pres">
      <dgm:prSet presAssocID="{F82238FC-21CC-4D36-92D5-A28E7D25AFEE}" presName="dummyConnPt" presStyleCnt="0"/>
      <dgm:spPr/>
    </dgm:pt>
    <dgm:pt modelId="{DC4C464D-5B84-F94F-920D-D9491491A5ED}" type="pres">
      <dgm:prSet presAssocID="{F82238FC-21CC-4D36-92D5-A28E7D25AFEE}" presName="node" presStyleLbl="node1" presStyleIdx="5" presStyleCnt="14">
        <dgm:presLayoutVars>
          <dgm:bulletEnabled val="1"/>
        </dgm:presLayoutVars>
      </dgm:prSet>
      <dgm:spPr/>
    </dgm:pt>
    <dgm:pt modelId="{116F12B5-D274-B949-9546-E5BE9B0C8F25}" type="pres">
      <dgm:prSet presAssocID="{23612771-9BDF-4362-A34F-E60DA854EE73}" presName="sibTrans" presStyleLbl="bgSibTrans2D1" presStyleIdx="5" presStyleCnt="13"/>
      <dgm:spPr/>
    </dgm:pt>
    <dgm:pt modelId="{EFA27B86-AA85-874D-8028-7D45F7DD989D}" type="pres">
      <dgm:prSet presAssocID="{C16A2C4F-8ABB-4F8A-B79D-C60BDB5D39D4}" presName="compNode" presStyleCnt="0"/>
      <dgm:spPr/>
    </dgm:pt>
    <dgm:pt modelId="{1FA53237-999B-4442-8125-96C4E013802A}" type="pres">
      <dgm:prSet presAssocID="{C16A2C4F-8ABB-4F8A-B79D-C60BDB5D39D4}" presName="dummyConnPt" presStyleCnt="0"/>
      <dgm:spPr/>
    </dgm:pt>
    <dgm:pt modelId="{DE729C6D-9739-BC4A-AFC7-33BA92CDD67D}" type="pres">
      <dgm:prSet presAssocID="{C16A2C4F-8ABB-4F8A-B79D-C60BDB5D39D4}" presName="node" presStyleLbl="node1" presStyleIdx="6" presStyleCnt="14">
        <dgm:presLayoutVars>
          <dgm:bulletEnabled val="1"/>
        </dgm:presLayoutVars>
      </dgm:prSet>
      <dgm:spPr/>
    </dgm:pt>
    <dgm:pt modelId="{F22CED92-1CED-1C49-974E-A27A8AA785A4}" type="pres">
      <dgm:prSet presAssocID="{1325CF3F-410D-42C3-888A-3D17472ED3CE}" presName="sibTrans" presStyleLbl="bgSibTrans2D1" presStyleIdx="6" presStyleCnt="13"/>
      <dgm:spPr/>
    </dgm:pt>
    <dgm:pt modelId="{2A252F14-C1F5-E442-B6CA-E3DB22D9A3B3}" type="pres">
      <dgm:prSet presAssocID="{96ADFD7F-B9BB-4E6A-95EF-F3EF769B7C09}" presName="compNode" presStyleCnt="0"/>
      <dgm:spPr/>
    </dgm:pt>
    <dgm:pt modelId="{44A228A5-383A-D14A-943C-F4ED065B2732}" type="pres">
      <dgm:prSet presAssocID="{96ADFD7F-B9BB-4E6A-95EF-F3EF769B7C09}" presName="dummyConnPt" presStyleCnt="0"/>
      <dgm:spPr/>
    </dgm:pt>
    <dgm:pt modelId="{7DD48D2F-3B57-304B-A9C9-F9BCF8677F40}" type="pres">
      <dgm:prSet presAssocID="{96ADFD7F-B9BB-4E6A-95EF-F3EF769B7C09}" presName="node" presStyleLbl="node1" presStyleIdx="7" presStyleCnt="14">
        <dgm:presLayoutVars>
          <dgm:bulletEnabled val="1"/>
        </dgm:presLayoutVars>
      </dgm:prSet>
      <dgm:spPr/>
    </dgm:pt>
    <dgm:pt modelId="{95FE5DBC-906A-A347-96EB-FD5076BEE17C}" type="pres">
      <dgm:prSet presAssocID="{346E397A-68AC-4217-9F1D-89B6FFDBE1C5}" presName="sibTrans" presStyleLbl="bgSibTrans2D1" presStyleIdx="7" presStyleCnt="13"/>
      <dgm:spPr/>
    </dgm:pt>
    <dgm:pt modelId="{C9B5D3E6-4B1E-B845-B527-677544D59DE0}" type="pres">
      <dgm:prSet presAssocID="{D6EB5E0A-F625-481E-B152-524A8D03B8AF}" presName="compNode" presStyleCnt="0"/>
      <dgm:spPr/>
    </dgm:pt>
    <dgm:pt modelId="{CD05AE5D-EF4B-3842-8D53-BA9BF1F487D2}" type="pres">
      <dgm:prSet presAssocID="{D6EB5E0A-F625-481E-B152-524A8D03B8AF}" presName="dummyConnPt" presStyleCnt="0"/>
      <dgm:spPr/>
    </dgm:pt>
    <dgm:pt modelId="{C2DDB35E-B6E2-8F41-9B92-20A2F6F4CC6B}" type="pres">
      <dgm:prSet presAssocID="{D6EB5E0A-F625-481E-B152-524A8D03B8AF}" presName="node" presStyleLbl="node1" presStyleIdx="8" presStyleCnt="14">
        <dgm:presLayoutVars>
          <dgm:bulletEnabled val="1"/>
        </dgm:presLayoutVars>
      </dgm:prSet>
      <dgm:spPr/>
    </dgm:pt>
    <dgm:pt modelId="{B994AC59-2868-E540-ACF7-611A624F47CE}" type="pres">
      <dgm:prSet presAssocID="{D630EA55-B89D-49A7-9833-A03A40259179}" presName="sibTrans" presStyleLbl="bgSibTrans2D1" presStyleIdx="8" presStyleCnt="13"/>
      <dgm:spPr/>
    </dgm:pt>
    <dgm:pt modelId="{30EACC4F-A64F-2E45-9E14-9D5B2891738A}" type="pres">
      <dgm:prSet presAssocID="{2E44501F-C46F-43BE-A306-1B9857070284}" presName="compNode" presStyleCnt="0"/>
      <dgm:spPr/>
    </dgm:pt>
    <dgm:pt modelId="{F41B1125-6AA0-AC44-ACC8-D5649A39E558}" type="pres">
      <dgm:prSet presAssocID="{2E44501F-C46F-43BE-A306-1B9857070284}" presName="dummyConnPt" presStyleCnt="0"/>
      <dgm:spPr/>
    </dgm:pt>
    <dgm:pt modelId="{10EE907D-AA61-C441-9820-F6906D284DBA}" type="pres">
      <dgm:prSet presAssocID="{2E44501F-C46F-43BE-A306-1B9857070284}" presName="node" presStyleLbl="node1" presStyleIdx="9" presStyleCnt="14">
        <dgm:presLayoutVars>
          <dgm:bulletEnabled val="1"/>
        </dgm:presLayoutVars>
      </dgm:prSet>
      <dgm:spPr/>
    </dgm:pt>
    <dgm:pt modelId="{F264C076-AD33-C24F-BCE6-A6421960D6BC}" type="pres">
      <dgm:prSet presAssocID="{61EFAB17-8088-4D56-AE8C-1A22A21C55D1}" presName="sibTrans" presStyleLbl="bgSibTrans2D1" presStyleIdx="9" presStyleCnt="13"/>
      <dgm:spPr/>
    </dgm:pt>
    <dgm:pt modelId="{A1B48270-1DFA-EF46-BB18-3FA1A688F79F}" type="pres">
      <dgm:prSet presAssocID="{B528BAA3-D128-4C1D-AE64-BC84C1CFB5EA}" presName="compNode" presStyleCnt="0"/>
      <dgm:spPr/>
    </dgm:pt>
    <dgm:pt modelId="{2183F093-8951-7445-B9A8-10FFB32EEECB}" type="pres">
      <dgm:prSet presAssocID="{B528BAA3-D128-4C1D-AE64-BC84C1CFB5EA}" presName="dummyConnPt" presStyleCnt="0"/>
      <dgm:spPr/>
    </dgm:pt>
    <dgm:pt modelId="{7C3A6E0A-A660-F747-AFBB-954B20967374}" type="pres">
      <dgm:prSet presAssocID="{B528BAA3-D128-4C1D-AE64-BC84C1CFB5EA}" presName="node" presStyleLbl="node1" presStyleIdx="10" presStyleCnt="14">
        <dgm:presLayoutVars>
          <dgm:bulletEnabled val="1"/>
        </dgm:presLayoutVars>
      </dgm:prSet>
      <dgm:spPr/>
    </dgm:pt>
    <dgm:pt modelId="{31F6251A-A9C8-DE41-BC24-7DC26AB30121}" type="pres">
      <dgm:prSet presAssocID="{EC9C6B04-B51B-4EF3-A0AF-B7D954C18AF5}" presName="sibTrans" presStyleLbl="bgSibTrans2D1" presStyleIdx="10" presStyleCnt="13"/>
      <dgm:spPr/>
    </dgm:pt>
    <dgm:pt modelId="{67D05742-A62C-1C4E-BBC5-D72578EEAA8B}" type="pres">
      <dgm:prSet presAssocID="{775254F4-A2C3-458B-BF42-52CF9F1B7D70}" presName="compNode" presStyleCnt="0"/>
      <dgm:spPr/>
    </dgm:pt>
    <dgm:pt modelId="{78537C2C-B295-FA46-9D10-B7D784C7A8FF}" type="pres">
      <dgm:prSet presAssocID="{775254F4-A2C3-458B-BF42-52CF9F1B7D70}" presName="dummyConnPt" presStyleCnt="0"/>
      <dgm:spPr/>
    </dgm:pt>
    <dgm:pt modelId="{9B69CD26-692E-EF45-8E40-DE431159595F}" type="pres">
      <dgm:prSet presAssocID="{775254F4-A2C3-458B-BF42-52CF9F1B7D70}" presName="node" presStyleLbl="node1" presStyleIdx="11" presStyleCnt="14">
        <dgm:presLayoutVars>
          <dgm:bulletEnabled val="1"/>
        </dgm:presLayoutVars>
      </dgm:prSet>
      <dgm:spPr/>
    </dgm:pt>
    <dgm:pt modelId="{84FA8940-6C21-2E49-9A97-8C6A86A9C736}" type="pres">
      <dgm:prSet presAssocID="{23B94FA7-31B3-4571-84AD-77B1B1702209}" presName="sibTrans" presStyleLbl="bgSibTrans2D1" presStyleIdx="11" presStyleCnt="13"/>
      <dgm:spPr/>
    </dgm:pt>
    <dgm:pt modelId="{5651CDB0-EE53-4545-AEE3-6778A79B2787}" type="pres">
      <dgm:prSet presAssocID="{37B4783E-9F27-44A0-966C-A3BCC615CFF7}" presName="compNode" presStyleCnt="0"/>
      <dgm:spPr/>
    </dgm:pt>
    <dgm:pt modelId="{8F634468-6C3A-8449-A150-38741686E1AA}" type="pres">
      <dgm:prSet presAssocID="{37B4783E-9F27-44A0-966C-A3BCC615CFF7}" presName="dummyConnPt" presStyleCnt="0"/>
      <dgm:spPr/>
    </dgm:pt>
    <dgm:pt modelId="{47B52D60-0E03-904F-A3E7-652759CEEC0E}" type="pres">
      <dgm:prSet presAssocID="{37B4783E-9F27-44A0-966C-A3BCC615CFF7}" presName="node" presStyleLbl="node1" presStyleIdx="12" presStyleCnt="14">
        <dgm:presLayoutVars>
          <dgm:bulletEnabled val="1"/>
        </dgm:presLayoutVars>
      </dgm:prSet>
      <dgm:spPr/>
    </dgm:pt>
    <dgm:pt modelId="{EC3FC302-3953-9F40-92D2-31CE0893C2F9}" type="pres">
      <dgm:prSet presAssocID="{EC036C0B-0500-4046-A38E-DB71D4DE39EA}" presName="sibTrans" presStyleLbl="bgSibTrans2D1" presStyleIdx="12" presStyleCnt="13"/>
      <dgm:spPr/>
    </dgm:pt>
    <dgm:pt modelId="{6BCCB9C9-95D7-8A44-99A2-265819BA693C}" type="pres">
      <dgm:prSet presAssocID="{7A7CD317-4CE5-4BAF-9EFD-15E2429EB7FA}" presName="compNode" presStyleCnt="0"/>
      <dgm:spPr/>
    </dgm:pt>
    <dgm:pt modelId="{7FB7D2CE-648F-E74A-B41A-EAA77F13E3AC}" type="pres">
      <dgm:prSet presAssocID="{7A7CD317-4CE5-4BAF-9EFD-15E2429EB7FA}" presName="dummyConnPt" presStyleCnt="0"/>
      <dgm:spPr/>
    </dgm:pt>
    <dgm:pt modelId="{C95755F7-B4ED-6B49-AE6B-1A614D4F81C2}" type="pres">
      <dgm:prSet presAssocID="{7A7CD317-4CE5-4BAF-9EFD-15E2429EB7FA}" presName="node" presStyleLbl="node1" presStyleIdx="13" presStyleCnt="14">
        <dgm:presLayoutVars>
          <dgm:bulletEnabled val="1"/>
        </dgm:presLayoutVars>
      </dgm:prSet>
      <dgm:spPr/>
    </dgm:pt>
  </dgm:ptLst>
  <dgm:cxnLst>
    <dgm:cxn modelId="{0987DB06-C9A8-C24A-86A0-62C11AE26487}" type="presOf" srcId="{2E44501F-C46F-43BE-A306-1B9857070284}" destId="{10EE907D-AA61-C441-9820-F6906D284DBA}" srcOrd="0" destOrd="0" presId="urn:microsoft.com/office/officeart/2005/8/layout/bProcess4"/>
    <dgm:cxn modelId="{E5ABBE0B-2F44-E240-BFDC-F8FEC4B4DBC7}" type="presOf" srcId="{D630EA55-B89D-49A7-9833-A03A40259179}" destId="{B994AC59-2868-E540-ACF7-611A624F47CE}" srcOrd="0" destOrd="0" presId="urn:microsoft.com/office/officeart/2005/8/layout/bProcess4"/>
    <dgm:cxn modelId="{247C780F-2CBB-B441-A2E5-93BB37964F91}" type="presOf" srcId="{346E397A-68AC-4217-9F1D-89B6FFDBE1C5}" destId="{95FE5DBC-906A-A347-96EB-FD5076BEE17C}" srcOrd="0" destOrd="0" presId="urn:microsoft.com/office/officeart/2005/8/layout/bProcess4"/>
    <dgm:cxn modelId="{C32D4312-BE66-1045-A88F-EAC0051E6C53}" type="presOf" srcId="{C16A2C4F-8ABB-4F8A-B79D-C60BDB5D39D4}" destId="{DE729C6D-9739-BC4A-AFC7-33BA92CDD67D}" srcOrd="0" destOrd="0" presId="urn:microsoft.com/office/officeart/2005/8/layout/bProcess4"/>
    <dgm:cxn modelId="{832AEE17-ECA5-9B41-B44D-33DAA4D5376E}" type="presOf" srcId="{06A48D0B-A925-4434-A973-436EA21548E5}" destId="{2FF369CD-0353-7E42-9654-2D1B618BCFC2}" srcOrd="0" destOrd="0" presId="urn:microsoft.com/office/officeart/2005/8/layout/bProcess4"/>
    <dgm:cxn modelId="{65FB061C-3A92-4CF3-B2AB-EFFF9D47F81A}" srcId="{DD5D1CD3-47A0-4DEE-AACE-CC68A7AFD928}" destId="{C6C4A417-6C87-40B2-BC9B-05719231CAA2}" srcOrd="0" destOrd="0" parTransId="{26706F05-70A6-43E2-9E46-25F1AE5B1829}" sibTransId="{06A48D0B-A925-4434-A973-436EA21548E5}"/>
    <dgm:cxn modelId="{F9A4C127-BB02-4F38-BABE-57BCAF012FD0}" srcId="{DD5D1CD3-47A0-4DEE-AACE-CC68A7AFD928}" destId="{D561A1C6-FB07-4DC1-A4E5-ED1E764027D2}" srcOrd="3" destOrd="0" parTransId="{92FE953F-841C-4F0C-AC7C-5539A5A9C7E4}" sibTransId="{4F409ABD-394E-41B0-BD28-7BADF7AEA386}"/>
    <dgm:cxn modelId="{3223FA30-AD82-4606-9A54-8BE40EB02309}" srcId="{DD5D1CD3-47A0-4DEE-AACE-CC68A7AFD928}" destId="{8C540EF9-BE1B-4C9D-993B-F5C3DDD0D2FB}" srcOrd="1" destOrd="0" parTransId="{B544C595-8668-4193-B5D4-79E04C4AA360}" sibTransId="{CA017B96-7359-4DF6-8A0C-3F2D8C6557EB}"/>
    <dgm:cxn modelId="{8836AB35-7D42-9D44-B1A4-5B101708B2DB}" type="presOf" srcId="{DD5D1CD3-47A0-4DEE-AACE-CC68A7AFD928}" destId="{03257B8C-F86A-5342-8E46-4955E13C038C}" srcOrd="0" destOrd="0" presId="urn:microsoft.com/office/officeart/2005/8/layout/bProcess4"/>
    <dgm:cxn modelId="{99B0F63C-3DE1-49A0-9E8F-BEA9B07F54EA}" srcId="{DD5D1CD3-47A0-4DEE-AACE-CC68A7AFD928}" destId="{37B4783E-9F27-44A0-966C-A3BCC615CFF7}" srcOrd="12" destOrd="0" parTransId="{1B118A48-03AF-4B67-BB6F-1488F7D8EDDE}" sibTransId="{EC036C0B-0500-4046-A38E-DB71D4DE39EA}"/>
    <dgm:cxn modelId="{CDC6373E-D713-4246-AD04-41AB858DE073}" srcId="{DD5D1CD3-47A0-4DEE-AACE-CC68A7AFD928}" destId="{1AC347FA-A741-43DE-8247-02EE55C2B96B}" srcOrd="2" destOrd="0" parTransId="{E3CC6921-496F-4BA3-A00C-18CE3750C124}" sibTransId="{EDFD2CCF-9380-4FCB-817C-03FFCBAA5BE1}"/>
    <dgm:cxn modelId="{0C3CC43F-1CD5-47BC-9366-DA66239CB8A4}" srcId="{DD5D1CD3-47A0-4DEE-AACE-CC68A7AFD928}" destId="{7A7CD317-4CE5-4BAF-9EFD-15E2429EB7FA}" srcOrd="13" destOrd="0" parTransId="{E06EE106-5C1E-4839-BF32-E9E07FBC2241}" sibTransId="{E5B9DD02-9647-48A7-A336-EF7E01F21BC8}"/>
    <dgm:cxn modelId="{8F09AB49-8304-494C-ACB1-DCFABBC9FFAD}" srcId="{DD5D1CD3-47A0-4DEE-AACE-CC68A7AFD928}" destId="{F82238FC-21CC-4D36-92D5-A28E7D25AFEE}" srcOrd="5" destOrd="0" parTransId="{F80DDE4D-306F-40BB-8470-DEE09B0066EE}" sibTransId="{23612771-9BDF-4362-A34F-E60DA854EE73}"/>
    <dgm:cxn modelId="{C2F5CD49-62C0-5E49-B285-91261511B0D7}" type="presOf" srcId="{61EFAB17-8088-4D56-AE8C-1A22A21C55D1}" destId="{F264C076-AD33-C24F-BCE6-A6421960D6BC}" srcOrd="0" destOrd="0" presId="urn:microsoft.com/office/officeart/2005/8/layout/bProcess4"/>
    <dgm:cxn modelId="{08C01E52-F3D3-8543-9CC5-6D577DF0199A}" type="presOf" srcId="{D6EB5E0A-F625-481E-B152-524A8D03B8AF}" destId="{C2DDB35E-B6E2-8F41-9B92-20A2F6F4CC6B}" srcOrd="0" destOrd="0" presId="urn:microsoft.com/office/officeart/2005/8/layout/bProcess4"/>
    <dgm:cxn modelId="{BAD76E56-9EBB-4602-8171-D55E5216C344}" srcId="{DD5D1CD3-47A0-4DEE-AACE-CC68A7AFD928}" destId="{C16A2C4F-8ABB-4F8A-B79D-C60BDB5D39D4}" srcOrd="6" destOrd="0" parTransId="{89C931A9-756A-46BB-8C08-86DDEF3AB122}" sibTransId="{1325CF3F-410D-42C3-888A-3D17472ED3CE}"/>
    <dgm:cxn modelId="{1A6E4857-BBD0-BE43-8E40-CEC9D473ECCA}" type="presOf" srcId="{1AC347FA-A741-43DE-8247-02EE55C2B96B}" destId="{15A6CEAE-F08E-F047-B8AA-98A305658800}" srcOrd="0" destOrd="0" presId="urn:microsoft.com/office/officeart/2005/8/layout/bProcess4"/>
    <dgm:cxn modelId="{11070D5D-7EE7-A641-AE65-CFCD1706ED45}" type="presOf" srcId="{23B94FA7-31B3-4571-84AD-77B1B1702209}" destId="{84FA8940-6C21-2E49-9A97-8C6A86A9C736}" srcOrd="0" destOrd="0" presId="urn:microsoft.com/office/officeart/2005/8/layout/bProcess4"/>
    <dgm:cxn modelId="{C37C8663-27BE-CF41-8FE6-9253F6FF1325}" type="presOf" srcId="{EDFD2CCF-9380-4FCB-817C-03FFCBAA5BE1}" destId="{6C6DDF43-7DD6-534D-B2D2-F85CD7F1AD88}" srcOrd="0" destOrd="0" presId="urn:microsoft.com/office/officeart/2005/8/layout/bProcess4"/>
    <dgm:cxn modelId="{E1B40367-050D-3E40-A7E4-D2F1AA266C9D}" type="presOf" srcId="{795504B5-80CB-4D8B-A6D1-2CB81A5B77CD}" destId="{5049F039-180A-394A-AB68-90FFD91DF218}" srcOrd="0" destOrd="0" presId="urn:microsoft.com/office/officeart/2005/8/layout/bProcess4"/>
    <dgm:cxn modelId="{2776D56B-B201-4BB0-81DD-75CBC5822504}" srcId="{DD5D1CD3-47A0-4DEE-AACE-CC68A7AFD928}" destId="{D6EB5E0A-F625-481E-B152-524A8D03B8AF}" srcOrd="8" destOrd="0" parTransId="{EF182510-B89D-4DCD-93F9-BDFDFF9BA121}" sibTransId="{D630EA55-B89D-49A7-9833-A03A40259179}"/>
    <dgm:cxn modelId="{948A036E-9B01-FB41-A78B-B8B773F2DAD2}" type="presOf" srcId="{CA017B96-7359-4DF6-8A0C-3F2D8C6557EB}" destId="{349BDCA0-8F58-AE42-8B1E-6D0DDEFD2CE3}" srcOrd="0" destOrd="0" presId="urn:microsoft.com/office/officeart/2005/8/layout/bProcess4"/>
    <dgm:cxn modelId="{5E17908C-8720-455A-BE89-54FDEA58BFF6}" srcId="{DD5D1CD3-47A0-4DEE-AACE-CC68A7AFD928}" destId="{EB045BC9-FFF0-4320-BF8A-6AD27CF2F4B3}" srcOrd="4" destOrd="0" parTransId="{C0A72533-A5ED-45FC-9A58-BFB68A965707}" sibTransId="{795504B5-80CB-4D8B-A6D1-2CB81A5B77CD}"/>
    <dgm:cxn modelId="{A9C96A8E-73AA-3B4F-B721-3B6930AA75D0}" type="presOf" srcId="{F82238FC-21CC-4D36-92D5-A28E7D25AFEE}" destId="{DC4C464D-5B84-F94F-920D-D9491491A5ED}" srcOrd="0" destOrd="0" presId="urn:microsoft.com/office/officeart/2005/8/layout/bProcess4"/>
    <dgm:cxn modelId="{AAC63893-CA37-7043-9F5B-33DC6029E8B2}" type="presOf" srcId="{23612771-9BDF-4362-A34F-E60DA854EE73}" destId="{116F12B5-D274-B949-9546-E5BE9B0C8F25}" srcOrd="0" destOrd="0" presId="urn:microsoft.com/office/officeart/2005/8/layout/bProcess4"/>
    <dgm:cxn modelId="{41F8EB97-3488-594A-B87E-EDFAAD454AC3}" type="presOf" srcId="{8C540EF9-BE1B-4C9D-993B-F5C3DDD0D2FB}" destId="{E3197983-56A6-5B41-9D1F-E6E8CF3A7D1E}" srcOrd="0" destOrd="0" presId="urn:microsoft.com/office/officeart/2005/8/layout/bProcess4"/>
    <dgm:cxn modelId="{9F5AFA9D-F625-354E-82EF-4BCFA2A48085}" type="presOf" srcId="{EB045BC9-FFF0-4320-BF8A-6AD27CF2F4B3}" destId="{92E3A57A-0B57-A44C-A4A8-05A9F01A502F}" srcOrd="0" destOrd="0" presId="urn:microsoft.com/office/officeart/2005/8/layout/bProcess4"/>
    <dgm:cxn modelId="{DF71AFA7-9D71-534A-92F4-59DE0E506736}" type="presOf" srcId="{1325CF3F-410D-42C3-888A-3D17472ED3CE}" destId="{F22CED92-1CED-1C49-974E-A27A8AA785A4}" srcOrd="0" destOrd="0" presId="urn:microsoft.com/office/officeart/2005/8/layout/bProcess4"/>
    <dgm:cxn modelId="{F681A9A8-C63F-4E40-9EBB-9731F1432E79}" type="presOf" srcId="{96ADFD7F-B9BB-4E6A-95EF-F3EF769B7C09}" destId="{7DD48D2F-3B57-304B-A9C9-F9BCF8677F40}" srcOrd="0" destOrd="0" presId="urn:microsoft.com/office/officeart/2005/8/layout/bProcess4"/>
    <dgm:cxn modelId="{22D8F9AD-A69B-364E-A83A-B39BAA76D9FF}" type="presOf" srcId="{B528BAA3-D128-4C1D-AE64-BC84C1CFB5EA}" destId="{7C3A6E0A-A660-F747-AFBB-954B20967374}" srcOrd="0" destOrd="0" presId="urn:microsoft.com/office/officeart/2005/8/layout/bProcess4"/>
    <dgm:cxn modelId="{A3D2E3B3-E44E-194E-BA58-5B9A3A6C8EFD}" type="presOf" srcId="{EC9C6B04-B51B-4EF3-A0AF-B7D954C18AF5}" destId="{31F6251A-A9C8-DE41-BC24-7DC26AB30121}" srcOrd="0" destOrd="0" presId="urn:microsoft.com/office/officeart/2005/8/layout/bProcess4"/>
    <dgm:cxn modelId="{869E34B4-62A7-E148-BBD9-B9C92F9C8543}" type="presOf" srcId="{7A7CD317-4CE5-4BAF-9EFD-15E2429EB7FA}" destId="{C95755F7-B4ED-6B49-AE6B-1A614D4F81C2}" srcOrd="0" destOrd="0" presId="urn:microsoft.com/office/officeart/2005/8/layout/bProcess4"/>
    <dgm:cxn modelId="{25582ABD-3733-AA48-ACE3-64133FD10DF0}" type="presOf" srcId="{C6C4A417-6C87-40B2-BC9B-05719231CAA2}" destId="{2A356220-3961-5940-B8C7-B3AE36FDF0F6}" srcOrd="0" destOrd="0" presId="urn:microsoft.com/office/officeart/2005/8/layout/bProcess4"/>
    <dgm:cxn modelId="{8A1DCABE-E223-574B-957A-DA309E567A37}" type="presOf" srcId="{775254F4-A2C3-458B-BF42-52CF9F1B7D70}" destId="{9B69CD26-692E-EF45-8E40-DE431159595F}" srcOrd="0" destOrd="0" presId="urn:microsoft.com/office/officeart/2005/8/layout/bProcess4"/>
    <dgm:cxn modelId="{0FE2E4C1-40F3-4C1A-8700-0482E4B75CF2}" srcId="{DD5D1CD3-47A0-4DEE-AACE-CC68A7AFD928}" destId="{775254F4-A2C3-458B-BF42-52CF9F1B7D70}" srcOrd="11" destOrd="0" parTransId="{50C5B876-93B8-4525-A8BE-CC47B52E02E0}" sibTransId="{23B94FA7-31B3-4571-84AD-77B1B1702209}"/>
    <dgm:cxn modelId="{352ABFD1-3B7C-D542-A46E-C4A7FB1F7020}" type="presOf" srcId="{37B4783E-9F27-44A0-966C-A3BCC615CFF7}" destId="{47B52D60-0E03-904F-A3E7-652759CEEC0E}" srcOrd="0" destOrd="0" presId="urn:microsoft.com/office/officeart/2005/8/layout/bProcess4"/>
    <dgm:cxn modelId="{F110F0D6-24BC-7D4F-8F0E-22E9ADC68A74}" type="presOf" srcId="{EC036C0B-0500-4046-A38E-DB71D4DE39EA}" destId="{EC3FC302-3953-9F40-92D2-31CE0893C2F9}" srcOrd="0" destOrd="0" presId="urn:microsoft.com/office/officeart/2005/8/layout/bProcess4"/>
    <dgm:cxn modelId="{437543DC-99CA-4217-BECA-BBB81F66CF7B}" srcId="{DD5D1CD3-47A0-4DEE-AACE-CC68A7AFD928}" destId="{96ADFD7F-B9BB-4E6A-95EF-F3EF769B7C09}" srcOrd="7" destOrd="0" parTransId="{28550F49-8764-48F9-8954-A58CEF9EC884}" sibTransId="{346E397A-68AC-4217-9F1D-89B6FFDBE1C5}"/>
    <dgm:cxn modelId="{B69395DC-4D05-4D30-8850-1DDBE3347571}" srcId="{DD5D1CD3-47A0-4DEE-AACE-CC68A7AFD928}" destId="{B528BAA3-D128-4C1D-AE64-BC84C1CFB5EA}" srcOrd="10" destOrd="0" parTransId="{413D49C7-DE07-4CDC-A957-9BCB5FE23D26}" sibTransId="{EC9C6B04-B51B-4EF3-A0AF-B7D954C18AF5}"/>
    <dgm:cxn modelId="{A1F2A2E2-AFDC-49B1-8D30-BD24A7730C0A}" srcId="{DD5D1CD3-47A0-4DEE-AACE-CC68A7AFD928}" destId="{2E44501F-C46F-43BE-A306-1B9857070284}" srcOrd="9" destOrd="0" parTransId="{853E1A66-DE68-481F-B2BD-70664FD21789}" sibTransId="{61EFAB17-8088-4D56-AE8C-1A22A21C55D1}"/>
    <dgm:cxn modelId="{343CBDE2-FD93-8B44-AF88-C0CFD6A3E395}" type="presOf" srcId="{4F409ABD-394E-41B0-BD28-7BADF7AEA386}" destId="{47F993F7-1203-2D4D-8C84-F59B04AF4AFD}" srcOrd="0" destOrd="0" presId="urn:microsoft.com/office/officeart/2005/8/layout/bProcess4"/>
    <dgm:cxn modelId="{440CD6E7-7038-3741-BE1A-E767CC9C0C1A}" type="presOf" srcId="{D561A1C6-FB07-4DC1-A4E5-ED1E764027D2}" destId="{908A6C07-696B-F84D-BE12-41AB3852077C}" srcOrd="0" destOrd="0" presId="urn:microsoft.com/office/officeart/2005/8/layout/bProcess4"/>
    <dgm:cxn modelId="{04724FA1-0977-BA40-A321-549D1D74C6C9}" type="presParOf" srcId="{03257B8C-F86A-5342-8E46-4955E13C038C}" destId="{B5ACF653-7E6F-0D46-8D74-8C2DC80DFCC7}" srcOrd="0" destOrd="0" presId="urn:microsoft.com/office/officeart/2005/8/layout/bProcess4"/>
    <dgm:cxn modelId="{FE0A2F76-B407-774C-9587-44CB16153C18}" type="presParOf" srcId="{B5ACF653-7E6F-0D46-8D74-8C2DC80DFCC7}" destId="{37D726D6-E223-0F47-8457-35FE1CDA6D6A}" srcOrd="0" destOrd="0" presId="urn:microsoft.com/office/officeart/2005/8/layout/bProcess4"/>
    <dgm:cxn modelId="{71740094-9488-5748-9162-32BC561C2248}" type="presParOf" srcId="{B5ACF653-7E6F-0D46-8D74-8C2DC80DFCC7}" destId="{2A356220-3961-5940-B8C7-B3AE36FDF0F6}" srcOrd="1" destOrd="0" presId="urn:microsoft.com/office/officeart/2005/8/layout/bProcess4"/>
    <dgm:cxn modelId="{2C0C7C4B-BF85-B34D-80ED-83E9D956DD9A}" type="presParOf" srcId="{03257B8C-F86A-5342-8E46-4955E13C038C}" destId="{2FF369CD-0353-7E42-9654-2D1B618BCFC2}" srcOrd="1" destOrd="0" presId="urn:microsoft.com/office/officeart/2005/8/layout/bProcess4"/>
    <dgm:cxn modelId="{C7B30A76-F84F-434A-B6F8-0EE34D5BE180}" type="presParOf" srcId="{03257B8C-F86A-5342-8E46-4955E13C038C}" destId="{83E076A3-9969-E04E-8C1D-EE32381BF563}" srcOrd="2" destOrd="0" presId="urn:microsoft.com/office/officeart/2005/8/layout/bProcess4"/>
    <dgm:cxn modelId="{A1675983-801E-D547-A88C-B01D5D2FC741}" type="presParOf" srcId="{83E076A3-9969-E04E-8C1D-EE32381BF563}" destId="{85361130-BA32-CB45-BEDF-060F2FB4876B}" srcOrd="0" destOrd="0" presId="urn:microsoft.com/office/officeart/2005/8/layout/bProcess4"/>
    <dgm:cxn modelId="{0972CF2D-072A-C14A-B031-C034018E8757}" type="presParOf" srcId="{83E076A3-9969-E04E-8C1D-EE32381BF563}" destId="{E3197983-56A6-5B41-9D1F-E6E8CF3A7D1E}" srcOrd="1" destOrd="0" presId="urn:microsoft.com/office/officeart/2005/8/layout/bProcess4"/>
    <dgm:cxn modelId="{8F2C324B-BEA0-0841-85CB-41E2C32DFA7C}" type="presParOf" srcId="{03257B8C-F86A-5342-8E46-4955E13C038C}" destId="{349BDCA0-8F58-AE42-8B1E-6D0DDEFD2CE3}" srcOrd="3" destOrd="0" presId="urn:microsoft.com/office/officeart/2005/8/layout/bProcess4"/>
    <dgm:cxn modelId="{9AD101F1-2BF8-DC44-8B31-83C109899861}" type="presParOf" srcId="{03257B8C-F86A-5342-8E46-4955E13C038C}" destId="{966A82BB-8EC7-8148-AC85-125E25E2D302}" srcOrd="4" destOrd="0" presId="urn:microsoft.com/office/officeart/2005/8/layout/bProcess4"/>
    <dgm:cxn modelId="{F7909230-0557-1245-BBE2-328E6AE6F29C}" type="presParOf" srcId="{966A82BB-8EC7-8148-AC85-125E25E2D302}" destId="{E4FDC009-1F52-DB4C-B410-E153A8CF39C4}" srcOrd="0" destOrd="0" presId="urn:microsoft.com/office/officeart/2005/8/layout/bProcess4"/>
    <dgm:cxn modelId="{437C0607-227C-7E47-8F85-A34D2B50D3FD}" type="presParOf" srcId="{966A82BB-8EC7-8148-AC85-125E25E2D302}" destId="{15A6CEAE-F08E-F047-B8AA-98A305658800}" srcOrd="1" destOrd="0" presId="urn:microsoft.com/office/officeart/2005/8/layout/bProcess4"/>
    <dgm:cxn modelId="{1BA8381F-46C9-E540-A1BA-15C74B00B289}" type="presParOf" srcId="{03257B8C-F86A-5342-8E46-4955E13C038C}" destId="{6C6DDF43-7DD6-534D-B2D2-F85CD7F1AD88}" srcOrd="5" destOrd="0" presId="urn:microsoft.com/office/officeart/2005/8/layout/bProcess4"/>
    <dgm:cxn modelId="{2202284E-717D-4043-A124-AB5E71DEF529}" type="presParOf" srcId="{03257B8C-F86A-5342-8E46-4955E13C038C}" destId="{B9BA2FC6-4A9A-A844-8F59-CB9F1611316D}" srcOrd="6" destOrd="0" presId="urn:microsoft.com/office/officeart/2005/8/layout/bProcess4"/>
    <dgm:cxn modelId="{D40998F0-D0FC-454D-8F5C-7D8E1BA5EA16}" type="presParOf" srcId="{B9BA2FC6-4A9A-A844-8F59-CB9F1611316D}" destId="{4F2981FE-3E8E-CB40-9729-100B72D57227}" srcOrd="0" destOrd="0" presId="urn:microsoft.com/office/officeart/2005/8/layout/bProcess4"/>
    <dgm:cxn modelId="{4E06557C-B187-094B-AFF4-1612C3EE3D1B}" type="presParOf" srcId="{B9BA2FC6-4A9A-A844-8F59-CB9F1611316D}" destId="{908A6C07-696B-F84D-BE12-41AB3852077C}" srcOrd="1" destOrd="0" presId="urn:microsoft.com/office/officeart/2005/8/layout/bProcess4"/>
    <dgm:cxn modelId="{CBC8C6A5-9C31-F242-B762-EB9A93E5E201}" type="presParOf" srcId="{03257B8C-F86A-5342-8E46-4955E13C038C}" destId="{47F993F7-1203-2D4D-8C84-F59B04AF4AFD}" srcOrd="7" destOrd="0" presId="urn:microsoft.com/office/officeart/2005/8/layout/bProcess4"/>
    <dgm:cxn modelId="{9431924C-BC6A-8F41-B30B-34DE65A74047}" type="presParOf" srcId="{03257B8C-F86A-5342-8E46-4955E13C038C}" destId="{020BFFC3-41E7-D143-AE1B-7EFB5E5B9775}" srcOrd="8" destOrd="0" presId="urn:microsoft.com/office/officeart/2005/8/layout/bProcess4"/>
    <dgm:cxn modelId="{B2BF5E21-A6AA-6448-B892-01BC7BB82D5D}" type="presParOf" srcId="{020BFFC3-41E7-D143-AE1B-7EFB5E5B9775}" destId="{1A93806E-4138-7244-9A5F-7EADE242361E}" srcOrd="0" destOrd="0" presId="urn:microsoft.com/office/officeart/2005/8/layout/bProcess4"/>
    <dgm:cxn modelId="{82E539DB-145E-7649-8E3B-55F189181108}" type="presParOf" srcId="{020BFFC3-41E7-D143-AE1B-7EFB5E5B9775}" destId="{92E3A57A-0B57-A44C-A4A8-05A9F01A502F}" srcOrd="1" destOrd="0" presId="urn:microsoft.com/office/officeart/2005/8/layout/bProcess4"/>
    <dgm:cxn modelId="{16FF9CAA-C705-7941-BA03-A13A3707C41D}" type="presParOf" srcId="{03257B8C-F86A-5342-8E46-4955E13C038C}" destId="{5049F039-180A-394A-AB68-90FFD91DF218}" srcOrd="9" destOrd="0" presId="urn:microsoft.com/office/officeart/2005/8/layout/bProcess4"/>
    <dgm:cxn modelId="{762636F4-842E-944E-AB04-9C2D1C715E17}" type="presParOf" srcId="{03257B8C-F86A-5342-8E46-4955E13C038C}" destId="{51AF1483-B83C-994B-9A37-7E827918D98D}" srcOrd="10" destOrd="0" presId="urn:microsoft.com/office/officeart/2005/8/layout/bProcess4"/>
    <dgm:cxn modelId="{39E4742C-FEA7-654B-AB18-E9D18D0DC16A}" type="presParOf" srcId="{51AF1483-B83C-994B-9A37-7E827918D98D}" destId="{471618A4-83E0-694D-A00D-15D756C3162B}" srcOrd="0" destOrd="0" presId="urn:microsoft.com/office/officeart/2005/8/layout/bProcess4"/>
    <dgm:cxn modelId="{8FDA73A9-926C-A54A-A29B-FF9D25C73E9A}" type="presParOf" srcId="{51AF1483-B83C-994B-9A37-7E827918D98D}" destId="{DC4C464D-5B84-F94F-920D-D9491491A5ED}" srcOrd="1" destOrd="0" presId="urn:microsoft.com/office/officeart/2005/8/layout/bProcess4"/>
    <dgm:cxn modelId="{1F030F20-3CC4-3A4F-B8B7-34EE17D7DC5B}" type="presParOf" srcId="{03257B8C-F86A-5342-8E46-4955E13C038C}" destId="{116F12B5-D274-B949-9546-E5BE9B0C8F25}" srcOrd="11" destOrd="0" presId="urn:microsoft.com/office/officeart/2005/8/layout/bProcess4"/>
    <dgm:cxn modelId="{C1A7C02E-E15D-FD49-90CF-2CF155EB73C0}" type="presParOf" srcId="{03257B8C-F86A-5342-8E46-4955E13C038C}" destId="{EFA27B86-AA85-874D-8028-7D45F7DD989D}" srcOrd="12" destOrd="0" presId="urn:microsoft.com/office/officeart/2005/8/layout/bProcess4"/>
    <dgm:cxn modelId="{24EBEA58-667A-004E-BCFF-684D6109EC40}" type="presParOf" srcId="{EFA27B86-AA85-874D-8028-7D45F7DD989D}" destId="{1FA53237-999B-4442-8125-96C4E013802A}" srcOrd="0" destOrd="0" presId="urn:microsoft.com/office/officeart/2005/8/layout/bProcess4"/>
    <dgm:cxn modelId="{1774DCF0-FE9F-4141-81B3-F264A3E889DC}" type="presParOf" srcId="{EFA27B86-AA85-874D-8028-7D45F7DD989D}" destId="{DE729C6D-9739-BC4A-AFC7-33BA92CDD67D}" srcOrd="1" destOrd="0" presId="urn:microsoft.com/office/officeart/2005/8/layout/bProcess4"/>
    <dgm:cxn modelId="{16A76BD5-71FC-5845-9C83-12F64006838A}" type="presParOf" srcId="{03257B8C-F86A-5342-8E46-4955E13C038C}" destId="{F22CED92-1CED-1C49-974E-A27A8AA785A4}" srcOrd="13" destOrd="0" presId="urn:microsoft.com/office/officeart/2005/8/layout/bProcess4"/>
    <dgm:cxn modelId="{A2BB84BE-F095-9F48-8B8C-6E5BEB5015E5}" type="presParOf" srcId="{03257B8C-F86A-5342-8E46-4955E13C038C}" destId="{2A252F14-C1F5-E442-B6CA-E3DB22D9A3B3}" srcOrd="14" destOrd="0" presId="urn:microsoft.com/office/officeart/2005/8/layout/bProcess4"/>
    <dgm:cxn modelId="{ED3E8D20-BDAC-094B-8808-CE792846F389}" type="presParOf" srcId="{2A252F14-C1F5-E442-B6CA-E3DB22D9A3B3}" destId="{44A228A5-383A-D14A-943C-F4ED065B2732}" srcOrd="0" destOrd="0" presId="urn:microsoft.com/office/officeart/2005/8/layout/bProcess4"/>
    <dgm:cxn modelId="{5FDE7033-17C4-A84C-98A7-11CF6011505B}" type="presParOf" srcId="{2A252F14-C1F5-E442-B6CA-E3DB22D9A3B3}" destId="{7DD48D2F-3B57-304B-A9C9-F9BCF8677F40}" srcOrd="1" destOrd="0" presId="urn:microsoft.com/office/officeart/2005/8/layout/bProcess4"/>
    <dgm:cxn modelId="{97A4383B-38A5-444B-A3A2-611B39F902D8}" type="presParOf" srcId="{03257B8C-F86A-5342-8E46-4955E13C038C}" destId="{95FE5DBC-906A-A347-96EB-FD5076BEE17C}" srcOrd="15" destOrd="0" presId="urn:microsoft.com/office/officeart/2005/8/layout/bProcess4"/>
    <dgm:cxn modelId="{49F0D46B-1DA5-0E47-9A77-02290351D39E}" type="presParOf" srcId="{03257B8C-F86A-5342-8E46-4955E13C038C}" destId="{C9B5D3E6-4B1E-B845-B527-677544D59DE0}" srcOrd="16" destOrd="0" presId="urn:microsoft.com/office/officeart/2005/8/layout/bProcess4"/>
    <dgm:cxn modelId="{52F988AF-F941-4841-A332-7D93118CE8B8}" type="presParOf" srcId="{C9B5D3E6-4B1E-B845-B527-677544D59DE0}" destId="{CD05AE5D-EF4B-3842-8D53-BA9BF1F487D2}" srcOrd="0" destOrd="0" presId="urn:microsoft.com/office/officeart/2005/8/layout/bProcess4"/>
    <dgm:cxn modelId="{57BFD777-F2A7-CF4C-A6E6-5F8EFEE5A71B}" type="presParOf" srcId="{C9B5D3E6-4B1E-B845-B527-677544D59DE0}" destId="{C2DDB35E-B6E2-8F41-9B92-20A2F6F4CC6B}" srcOrd="1" destOrd="0" presId="urn:microsoft.com/office/officeart/2005/8/layout/bProcess4"/>
    <dgm:cxn modelId="{C85BEBEB-9FAA-E24A-BE36-F93541A60B2D}" type="presParOf" srcId="{03257B8C-F86A-5342-8E46-4955E13C038C}" destId="{B994AC59-2868-E540-ACF7-611A624F47CE}" srcOrd="17" destOrd="0" presId="urn:microsoft.com/office/officeart/2005/8/layout/bProcess4"/>
    <dgm:cxn modelId="{CCCB9F70-A35D-B142-A6EB-1AB89CB509B9}" type="presParOf" srcId="{03257B8C-F86A-5342-8E46-4955E13C038C}" destId="{30EACC4F-A64F-2E45-9E14-9D5B2891738A}" srcOrd="18" destOrd="0" presId="urn:microsoft.com/office/officeart/2005/8/layout/bProcess4"/>
    <dgm:cxn modelId="{5E2FF199-ABCE-CF4E-9421-C425063F1FD9}" type="presParOf" srcId="{30EACC4F-A64F-2E45-9E14-9D5B2891738A}" destId="{F41B1125-6AA0-AC44-ACC8-D5649A39E558}" srcOrd="0" destOrd="0" presId="urn:microsoft.com/office/officeart/2005/8/layout/bProcess4"/>
    <dgm:cxn modelId="{05B82FDF-EF2E-A942-B87B-B84FC195253D}" type="presParOf" srcId="{30EACC4F-A64F-2E45-9E14-9D5B2891738A}" destId="{10EE907D-AA61-C441-9820-F6906D284DBA}" srcOrd="1" destOrd="0" presId="urn:microsoft.com/office/officeart/2005/8/layout/bProcess4"/>
    <dgm:cxn modelId="{EEF44B16-CACD-8B44-B3AF-8BDCDB249FA4}" type="presParOf" srcId="{03257B8C-F86A-5342-8E46-4955E13C038C}" destId="{F264C076-AD33-C24F-BCE6-A6421960D6BC}" srcOrd="19" destOrd="0" presId="urn:microsoft.com/office/officeart/2005/8/layout/bProcess4"/>
    <dgm:cxn modelId="{1B351260-A64B-374F-80CA-2A14D2930A3D}" type="presParOf" srcId="{03257B8C-F86A-5342-8E46-4955E13C038C}" destId="{A1B48270-1DFA-EF46-BB18-3FA1A688F79F}" srcOrd="20" destOrd="0" presId="urn:microsoft.com/office/officeart/2005/8/layout/bProcess4"/>
    <dgm:cxn modelId="{74B879C0-1A5C-EC40-ACF8-38194C9C2033}" type="presParOf" srcId="{A1B48270-1DFA-EF46-BB18-3FA1A688F79F}" destId="{2183F093-8951-7445-B9A8-10FFB32EEECB}" srcOrd="0" destOrd="0" presId="urn:microsoft.com/office/officeart/2005/8/layout/bProcess4"/>
    <dgm:cxn modelId="{E09FC21B-DBAC-0E4F-814D-C1928B647E11}" type="presParOf" srcId="{A1B48270-1DFA-EF46-BB18-3FA1A688F79F}" destId="{7C3A6E0A-A660-F747-AFBB-954B20967374}" srcOrd="1" destOrd="0" presId="urn:microsoft.com/office/officeart/2005/8/layout/bProcess4"/>
    <dgm:cxn modelId="{74DBBBDD-4499-A34D-B201-5E2DBAD1F388}" type="presParOf" srcId="{03257B8C-F86A-5342-8E46-4955E13C038C}" destId="{31F6251A-A9C8-DE41-BC24-7DC26AB30121}" srcOrd="21" destOrd="0" presId="urn:microsoft.com/office/officeart/2005/8/layout/bProcess4"/>
    <dgm:cxn modelId="{DCAC88FA-F2B7-8B4A-B701-CCC17CA17518}" type="presParOf" srcId="{03257B8C-F86A-5342-8E46-4955E13C038C}" destId="{67D05742-A62C-1C4E-BBC5-D72578EEAA8B}" srcOrd="22" destOrd="0" presId="urn:microsoft.com/office/officeart/2005/8/layout/bProcess4"/>
    <dgm:cxn modelId="{F688F95C-A363-1E42-ABC8-45CF16D61D2E}" type="presParOf" srcId="{67D05742-A62C-1C4E-BBC5-D72578EEAA8B}" destId="{78537C2C-B295-FA46-9D10-B7D784C7A8FF}" srcOrd="0" destOrd="0" presId="urn:microsoft.com/office/officeart/2005/8/layout/bProcess4"/>
    <dgm:cxn modelId="{C2A2A409-CB85-1842-8A08-93FEEB504627}" type="presParOf" srcId="{67D05742-A62C-1C4E-BBC5-D72578EEAA8B}" destId="{9B69CD26-692E-EF45-8E40-DE431159595F}" srcOrd="1" destOrd="0" presId="urn:microsoft.com/office/officeart/2005/8/layout/bProcess4"/>
    <dgm:cxn modelId="{916FCA9D-FED3-7946-A786-915B6D15FEEA}" type="presParOf" srcId="{03257B8C-F86A-5342-8E46-4955E13C038C}" destId="{84FA8940-6C21-2E49-9A97-8C6A86A9C736}" srcOrd="23" destOrd="0" presId="urn:microsoft.com/office/officeart/2005/8/layout/bProcess4"/>
    <dgm:cxn modelId="{6222F9C5-CA4A-E543-8042-F24A80056E90}" type="presParOf" srcId="{03257B8C-F86A-5342-8E46-4955E13C038C}" destId="{5651CDB0-EE53-4545-AEE3-6778A79B2787}" srcOrd="24" destOrd="0" presId="urn:microsoft.com/office/officeart/2005/8/layout/bProcess4"/>
    <dgm:cxn modelId="{071F5409-EB17-8845-A9AF-CB84D4C3F0BB}" type="presParOf" srcId="{5651CDB0-EE53-4545-AEE3-6778A79B2787}" destId="{8F634468-6C3A-8449-A150-38741686E1AA}" srcOrd="0" destOrd="0" presId="urn:microsoft.com/office/officeart/2005/8/layout/bProcess4"/>
    <dgm:cxn modelId="{7FF4F6CF-D734-604F-82F9-65EDDBFD7731}" type="presParOf" srcId="{5651CDB0-EE53-4545-AEE3-6778A79B2787}" destId="{47B52D60-0E03-904F-A3E7-652759CEEC0E}" srcOrd="1" destOrd="0" presId="urn:microsoft.com/office/officeart/2005/8/layout/bProcess4"/>
    <dgm:cxn modelId="{300FA34B-11B2-BD43-B91B-1BBCEAAFD064}" type="presParOf" srcId="{03257B8C-F86A-5342-8E46-4955E13C038C}" destId="{EC3FC302-3953-9F40-92D2-31CE0893C2F9}" srcOrd="25" destOrd="0" presId="urn:microsoft.com/office/officeart/2005/8/layout/bProcess4"/>
    <dgm:cxn modelId="{8D22D516-8F8F-234D-A879-066CD9441FAB}" type="presParOf" srcId="{03257B8C-F86A-5342-8E46-4955E13C038C}" destId="{6BCCB9C9-95D7-8A44-99A2-265819BA693C}" srcOrd="26" destOrd="0" presId="urn:microsoft.com/office/officeart/2005/8/layout/bProcess4"/>
    <dgm:cxn modelId="{D07D1A3B-4657-BD4F-956F-431A9D9866B9}" type="presParOf" srcId="{6BCCB9C9-95D7-8A44-99A2-265819BA693C}" destId="{7FB7D2CE-648F-E74A-B41A-EAA77F13E3AC}" srcOrd="0" destOrd="0" presId="urn:microsoft.com/office/officeart/2005/8/layout/bProcess4"/>
    <dgm:cxn modelId="{3EC27A8E-41FE-7C4C-962B-039579957A4F}" type="presParOf" srcId="{6BCCB9C9-95D7-8A44-99A2-265819BA693C}" destId="{C95755F7-B4ED-6B49-AE6B-1A614D4F81C2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BF59D3-DB64-4E6D-92FC-0888EE5077B7}">
      <dsp:nvSpPr>
        <dsp:cNvPr id="0" name=""/>
        <dsp:cNvSpPr/>
      </dsp:nvSpPr>
      <dsp:spPr>
        <a:xfrm>
          <a:off x="1212569" y="987197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0BC2EF-0CDF-4D04-8022-C2044A94E511}">
      <dsp:nvSpPr>
        <dsp:cNvPr id="0" name=""/>
        <dsp:cNvSpPr/>
      </dsp:nvSpPr>
      <dsp:spPr>
        <a:xfrm>
          <a:off x="417971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∗ Review: MapReduce</a:t>
          </a:r>
        </a:p>
      </dsp:txBody>
      <dsp:txXfrm>
        <a:off x="417971" y="2644140"/>
        <a:ext cx="2889450" cy="720000"/>
      </dsp:txXfrm>
    </dsp:sp>
    <dsp:sp modelId="{B30CAAA1-5D34-4A0A-99C9-FEE1BC037462}">
      <dsp:nvSpPr>
        <dsp:cNvPr id="0" name=""/>
        <dsp:cNvSpPr/>
      </dsp:nvSpPr>
      <dsp:spPr>
        <a:xfrm>
          <a:off x="4607673" y="987197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237CA8-3372-415C-876A-FAE44E23708C}">
      <dsp:nvSpPr>
        <dsp:cNvPr id="0" name=""/>
        <dsp:cNvSpPr/>
      </dsp:nvSpPr>
      <dsp:spPr>
        <a:xfrm>
          <a:off x="3813075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∗ Introduction to Design Pattern</a:t>
          </a:r>
        </a:p>
      </dsp:txBody>
      <dsp:txXfrm>
        <a:off x="3813075" y="2644140"/>
        <a:ext cx="2889450" cy="720000"/>
      </dsp:txXfrm>
    </dsp:sp>
    <dsp:sp modelId="{3A3CD06F-2400-4C6D-960D-03A0F0FB5D25}">
      <dsp:nvSpPr>
        <dsp:cNvPr id="0" name=""/>
        <dsp:cNvSpPr/>
      </dsp:nvSpPr>
      <dsp:spPr>
        <a:xfrm>
          <a:off x="8002777" y="987197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95BCBA-1201-452D-9DBA-A73BD0D4D677}">
      <dsp:nvSpPr>
        <dsp:cNvPr id="0" name=""/>
        <dsp:cNvSpPr/>
      </dsp:nvSpPr>
      <dsp:spPr>
        <a:xfrm>
          <a:off x="7208178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∗ MapReduce Design Pattern</a:t>
          </a:r>
        </a:p>
      </dsp:txBody>
      <dsp:txXfrm>
        <a:off x="7208178" y="2644140"/>
        <a:ext cx="28894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74786B-2F6E-774A-AFB6-76D7BFFE0EB2}">
      <dsp:nvSpPr>
        <dsp:cNvPr id="0" name=""/>
        <dsp:cNvSpPr/>
      </dsp:nvSpPr>
      <dsp:spPr>
        <a:xfrm>
          <a:off x="1983910" y="1349994"/>
          <a:ext cx="42413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4135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84609" y="1393438"/>
        <a:ext cx="22736" cy="4551"/>
      </dsp:txXfrm>
    </dsp:sp>
    <dsp:sp modelId="{641315D4-E053-5245-8B2F-C9A1F267B520}">
      <dsp:nvSpPr>
        <dsp:cNvPr id="0" name=""/>
        <dsp:cNvSpPr/>
      </dsp:nvSpPr>
      <dsp:spPr>
        <a:xfrm>
          <a:off x="8600" y="802581"/>
          <a:ext cx="1977109" cy="118626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6880" tIns="101693" rIns="96880" bIns="101693" numCol="1" spcCol="1270" anchor="ctr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Simplifies large-scale computations that fit this model</a:t>
          </a:r>
        </a:p>
      </dsp:txBody>
      <dsp:txXfrm>
        <a:off x="8600" y="802581"/>
        <a:ext cx="1977109" cy="1186265"/>
      </dsp:txXfrm>
    </dsp:sp>
    <dsp:sp modelId="{86178230-3C76-7049-84E4-76162D269FF3}">
      <dsp:nvSpPr>
        <dsp:cNvPr id="0" name=""/>
        <dsp:cNvSpPr/>
      </dsp:nvSpPr>
      <dsp:spPr>
        <a:xfrm>
          <a:off x="4415754" y="1349994"/>
          <a:ext cx="42413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4135" y="45720"/>
              </a:lnTo>
            </a:path>
          </a:pathLst>
        </a:custGeom>
        <a:noFill/>
        <a:ln w="1270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616453" y="1393438"/>
        <a:ext cx="22736" cy="4551"/>
      </dsp:txXfrm>
    </dsp:sp>
    <dsp:sp modelId="{9C4327B5-45A8-FE41-A573-A7771E2FF194}">
      <dsp:nvSpPr>
        <dsp:cNvPr id="0" name=""/>
        <dsp:cNvSpPr/>
      </dsp:nvSpPr>
      <dsp:spPr>
        <a:xfrm>
          <a:off x="2440445" y="802581"/>
          <a:ext cx="1977109" cy="1186265"/>
        </a:xfrm>
        <a:prstGeom prst="rect">
          <a:avLst/>
        </a:prstGeom>
        <a:gradFill rotWithShape="0">
          <a:gsLst>
            <a:gs pos="0">
              <a:schemeClr val="accent2">
                <a:hueOff val="1610903"/>
                <a:satOff val="-4623"/>
                <a:lumOff val="-7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10903"/>
                <a:satOff val="-4623"/>
                <a:lumOff val="-7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10903"/>
                <a:satOff val="-4623"/>
                <a:lumOff val="-7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6880" tIns="101693" rIns="96880" bIns="101693" numCol="1" spcCol="1270" anchor="ctr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Allows user to focus on the problem without worrying about details</a:t>
          </a:r>
        </a:p>
      </dsp:txBody>
      <dsp:txXfrm>
        <a:off x="2440445" y="802581"/>
        <a:ext cx="1977109" cy="1186265"/>
      </dsp:txXfrm>
    </dsp:sp>
    <dsp:sp modelId="{B255A0CA-AB23-4C4B-8E92-EE6A69A3BC42}">
      <dsp:nvSpPr>
        <dsp:cNvPr id="0" name=""/>
        <dsp:cNvSpPr/>
      </dsp:nvSpPr>
      <dsp:spPr>
        <a:xfrm>
          <a:off x="997155" y="1987046"/>
          <a:ext cx="4863688" cy="424135"/>
        </a:xfrm>
        <a:custGeom>
          <a:avLst/>
          <a:gdLst/>
          <a:ahLst/>
          <a:cxnLst/>
          <a:rect l="0" t="0" r="0" b="0"/>
          <a:pathLst>
            <a:path>
              <a:moveTo>
                <a:pt x="4863688" y="0"/>
              </a:moveTo>
              <a:lnTo>
                <a:pt x="4863688" y="229167"/>
              </a:lnTo>
              <a:lnTo>
                <a:pt x="0" y="229167"/>
              </a:lnTo>
              <a:lnTo>
                <a:pt x="0" y="424135"/>
              </a:lnTo>
            </a:path>
          </a:pathLst>
        </a:custGeom>
        <a:noFill/>
        <a:ln w="12700" cap="flat" cmpd="sng" algn="ctr">
          <a:solidFill>
            <a:schemeClr val="accent2">
              <a:hueOff val="4295742"/>
              <a:satOff val="-12329"/>
              <a:lumOff val="-1973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306877" y="2196838"/>
        <a:ext cx="244245" cy="4551"/>
      </dsp:txXfrm>
    </dsp:sp>
    <dsp:sp modelId="{CE181030-9B2A-514C-A78C-7AC7C3013B8E}">
      <dsp:nvSpPr>
        <dsp:cNvPr id="0" name=""/>
        <dsp:cNvSpPr/>
      </dsp:nvSpPr>
      <dsp:spPr>
        <a:xfrm>
          <a:off x="4872289" y="802581"/>
          <a:ext cx="1977109" cy="1186265"/>
        </a:xfrm>
        <a:prstGeom prst="rect">
          <a:avLst/>
        </a:prstGeom>
        <a:gradFill rotWithShape="0">
          <a:gsLst>
            <a:gs pos="0">
              <a:schemeClr val="accent2">
                <a:hueOff val="3221806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6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6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6880" tIns="101693" rIns="96880" bIns="101693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Computer architecture not very important</a:t>
          </a:r>
        </a:p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Portable model</a:t>
          </a:r>
        </a:p>
      </dsp:txBody>
      <dsp:txXfrm>
        <a:off x="4872289" y="802581"/>
        <a:ext cx="1977109" cy="1186265"/>
      </dsp:txXfrm>
    </dsp:sp>
    <dsp:sp modelId="{9ABA0E8B-66BF-364E-85FC-D65A7BED1A1C}">
      <dsp:nvSpPr>
        <dsp:cNvPr id="0" name=""/>
        <dsp:cNvSpPr/>
      </dsp:nvSpPr>
      <dsp:spPr>
        <a:xfrm>
          <a:off x="1983910" y="2990994"/>
          <a:ext cx="42413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4135" y="45720"/>
              </a:lnTo>
            </a:path>
          </a:pathLst>
        </a:custGeom>
        <a:noFill/>
        <a:ln w="1270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84609" y="3034438"/>
        <a:ext cx="22736" cy="4551"/>
      </dsp:txXfrm>
    </dsp:sp>
    <dsp:sp modelId="{ADA6B566-86B2-1941-924D-7CDE8B7EE1D6}">
      <dsp:nvSpPr>
        <dsp:cNvPr id="0" name=""/>
        <dsp:cNvSpPr/>
      </dsp:nvSpPr>
      <dsp:spPr>
        <a:xfrm>
          <a:off x="8600" y="2443582"/>
          <a:ext cx="1977109" cy="1186265"/>
        </a:xfrm>
        <a:prstGeom prst="rect">
          <a:avLst/>
        </a:prstGeom>
        <a:gradFill rotWithShape="0">
          <a:gsLst>
            <a:gs pos="0">
              <a:schemeClr val="accent2">
                <a:hueOff val="4832709"/>
                <a:satOff val="-13870"/>
                <a:lumOff val="-222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32709"/>
                <a:satOff val="-13870"/>
                <a:lumOff val="-222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32709"/>
                <a:satOff val="-13870"/>
                <a:lumOff val="-222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6880" tIns="101693" rIns="96880" bIns="101693" numCol="1" spcCol="1270" anchor="ctr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Fault tolerant, reliable, and supports thousands of nodes and petabytes of data</a:t>
          </a:r>
        </a:p>
      </dsp:txBody>
      <dsp:txXfrm>
        <a:off x="8600" y="2443582"/>
        <a:ext cx="1977109" cy="1186265"/>
      </dsp:txXfrm>
    </dsp:sp>
    <dsp:sp modelId="{9251D96C-9409-D445-8CB7-90B193AD1999}">
      <dsp:nvSpPr>
        <dsp:cNvPr id="0" name=""/>
        <dsp:cNvSpPr/>
      </dsp:nvSpPr>
      <dsp:spPr>
        <a:xfrm>
          <a:off x="2440445" y="2443582"/>
          <a:ext cx="1977109" cy="1186265"/>
        </a:xfrm>
        <a:prstGeom prst="rect">
          <a:avLst/>
        </a:prstGeom>
        <a:gradFill rotWithShape="0">
          <a:gsLst>
            <a:gs pos="0">
              <a:schemeClr val="accent2">
                <a:hueOff val="6443612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2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2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6880" tIns="101693" rIns="96880" bIns="101693" numCol="1" spcCol="1270" anchor="ctr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If you can rewrite algorithms into Maps and Reduces, and your problem can be broken up into small pieces solvable in parallel, then Hadoop’s MapReduce is the way to go for a distributed problem solving approach to large datasets</a:t>
          </a:r>
        </a:p>
      </dsp:txBody>
      <dsp:txXfrm>
        <a:off x="2440445" y="2443582"/>
        <a:ext cx="1977109" cy="118626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46D0A7-D11C-904A-A1AA-CDDAE740040A}">
      <dsp:nvSpPr>
        <dsp:cNvPr id="0" name=""/>
        <dsp:cNvSpPr/>
      </dsp:nvSpPr>
      <dsp:spPr>
        <a:xfrm>
          <a:off x="1580" y="1757928"/>
          <a:ext cx="1128181" cy="7163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F5543C-1F2D-D24D-B014-0C9F4E905DCE}">
      <dsp:nvSpPr>
        <dsp:cNvPr id="0" name=""/>
        <dsp:cNvSpPr/>
      </dsp:nvSpPr>
      <dsp:spPr>
        <a:xfrm>
          <a:off x="126933" y="1877014"/>
          <a:ext cx="1128181" cy="7163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Arial" panose="020B0604020202020204" pitchFamily="34" charset="0"/>
              <a:cs typeface="Arial" panose="020B0604020202020204" pitchFamily="34" charset="0"/>
            </a:rPr>
            <a:t>∗	A general repeatable solution to a commonly occurring problem in software design</a:t>
          </a:r>
        </a:p>
      </dsp:txBody>
      <dsp:txXfrm>
        <a:off x="147915" y="1897996"/>
        <a:ext cx="1086217" cy="674431"/>
      </dsp:txXfrm>
    </dsp:sp>
    <dsp:sp modelId="{9446B44C-82F0-2046-9B3E-EAAF224EDAF0}">
      <dsp:nvSpPr>
        <dsp:cNvPr id="0" name=""/>
        <dsp:cNvSpPr/>
      </dsp:nvSpPr>
      <dsp:spPr>
        <a:xfrm>
          <a:off x="1380468" y="1757928"/>
          <a:ext cx="1128181" cy="7163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E7B4D2-7F65-8345-8672-3139F5AFD946}">
      <dsp:nvSpPr>
        <dsp:cNvPr id="0" name=""/>
        <dsp:cNvSpPr/>
      </dsp:nvSpPr>
      <dsp:spPr>
        <a:xfrm>
          <a:off x="1505822" y="1877014"/>
          <a:ext cx="1128181" cy="7163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Arial" panose="020B0604020202020204" pitchFamily="34" charset="0"/>
              <a:cs typeface="Arial" panose="020B0604020202020204" pitchFamily="34" charset="0"/>
            </a:rPr>
            <a:t>∗	Not a finished design that can be transformed directly into source or machine code</a:t>
          </a:r>
        </a:p>
      </dsp:txBody>
      <dsp:txXfrm>
        <a:off x="1526804" y="1897996"/>
        <a:ext cx="1086217" cy="674431"/>
      </dsp:txXfrm>
    </dsp:sp>
    <dsp:sp modelId="{5D896BF5-C35B-064B-B9B1-6B81D3168E18}">
      <dsp:nvSpPr>
        <dsp:cNvPr id="0" name=""/>
        <dsp:cNvSpPr/>
      </dsp:nvSpPr>
      <dsp:spPr>
        <a:xfrm>
          <a:off x="2759357" y="1757928"/>
          <a:ext cx="1128181" cy="7163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E01A59-6B5D-704E-A49D-336CBAA5F554}">
      <dsp:nvSpPr>
        <dsp:cNvPr id="0" name=""/>
        <dsp:cNvSpPr/>
      </dsp:nvSpPr>
      <dsp:spPr>
        <a:xfrm>
          <a:off x="2884710" y="1877014"/>
          <a:ext cx="1128181" cy="7163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Arial" panose="020B0604020202020204" pitchFamily="34" charset="0"/>
              <a:cs typeface="Arial" panose="020B0604020202020204" pitchFamily="34" charset="0"/>
            </a:rPr>
            <a:t>∗	A description or template for how to solve a problem that can be used in many different situations</a:t>
          </a:r>
        </a:p>
      </dsp:txBody>
      <dsp:txXfrm>
        <a:off x="2905692" y="1897996"/>
        <a:ext cx="1086217" cy="674431"/>
      </dsp:txXfrm>
    </dsp:sp>
    <dsp:sp modelId="{B58AB9EE-2CC6-5A48-ABD1-F40C4A1504FC}">
      <dsp:nvSpPr>
        <dsp:cNvPr id="0" name=""/>
        <dsp:cNvSpPr/>
      </dsp:nvSpPr>
      <dsp:spPr>
        <a:xfrm>
          <a:off x="4138245" y="1757928"/>
          <a:ext cx="1128181" cy="7163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52F75D-A7BF-D54C-BF78-CC44E3A4009B}">
      <dsp:nvSpPr>
        <dsp:cNvPr id="0" name=""/>
        <dsp:cNvSpPr/>
      </dsp:nvSpPr>
      <dsp:spPr>
        <a:xfrm>
          <a:off x="4263599" y="1877014"/>
          <a:ext cx="1128181" cy="7163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Arial" panose="020B0604020202020204" pitchFamily="34" charset="0"/>
              <a:cs typeface="Arial" panose="020B0604020202020204" pitchFamily="34" charset="0"/>
            </a:rPr>
            <a:t>∗	Traditional OOP Design Pattern Samples</a:t>
          </a:r>
        </a:p>
      </dsp:txBody>
      <dsp:txXfrm>
        <a:off x="4284581" y="1897996"/>
        <a:ext cx="1086217" cy="67443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7BE33C-C4CA-D34F-AE8A-475D078EE156}">
      <dsp:nvSpPr>
        <dsp:cNvPr id="0" name=""/>
        <dsp:cNvSpPr/>
      </dsp:nvSpPr>
      <dsp:spPr>
        <a:xfrm>
          <a:off x="0" y="2908"/>
          <a:ext cx="6798539" cy="7487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∗	Your data is large and vast, with more data coming into the system every day</a:t>
          </a:r>
        </a:p>
      </dsp:txBody>
      <dsp:txXfrm>
        <a:off x="36549" y="39457"/>
        <a:ext cx="6725441" cy="675622"/>
      </dsp:txXfrm>
    </dsp:sp>
    <dsp:sp modelId="{0B32FE79-BCC2-3A43-AE5D-9E8A5016903F}">
      <dsp:nvSpPr>
        <dsp:cNvPr id="0" name=""/>
        <dsp:cNvSpPr/>
      </dsp:nvSpPr>
      <dsp:spPr>
        <a:xfrm>
          <a:off x="0" y="751629"/>
          <a:ext cx="6798539" cy="226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854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∗	ex. web user-logs</a:t>
          </a:r>
        </a:p>
      </dsp:txBody>
      <dsp:txXfrm>
        <a:off x="0" y="751629"/>
        <a:ext cx="6798539" cy="226437"/>
      </dsp:txXfrm>
    </dsp:sp>
    <dsp:sp modelId="{D67324A7-DEE9-244E-9D73-D20534C37143}">
      <dsp:nvSpPr>
        <dsp:cNvPr id="0" name=""/>
        <dsp:cNvSpPr/>
      </dsp:nvSpPr>
      <dsp:spPr>
        <a:xfrm>
          <a:off x="0" y="978067"/>
          <a:ext cx="6798539" cy="74872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∗	Produce a top-level, summarized view of your data so you can glean insights not available from looking at a localized set of records alone</a:t>
          </a:r>
        </a:p>
      </dsp:txBody>
      <dsp:txXfrm>
        <a:off x="36549" y="1014616"/>
        <a:ext cx="6725441" cy="675622"/>
      </dsp:txXfrm>
    </dsp:sp>
    <dsp:sp modelId="{E76179F5-B0CA-E243-A0C8-D6EE321572E2}">
      <dsp:nvSpPr>
        <dsp:cNvPr id="0" name=""/>
        <dsp:cNvSpPr/>
      </dsp:nvSpPr>
      <dsp:spPr>
        <a:xfrm>
          <a:off x="0" y="1739389"/>
          <a:ext cx="6798539" cy="74872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∗	Grouping similar data together and then performing an operation such as calculating a statistic, building an index, or just simply counting</a:t>
          </a:r>
        </a:p>
      </dsp:txBody>
      <dsp:txXfrm>
        <a:off x="36549" y="1775938"/>
        <a:ext cx="6725441" cy="675622"/>
      </dsp:txXfrm>
    </dsp:sp>
    <dsp:sp modelId="{216BE469-8F63-BE47-9E61-D31EDF14F67A}">
      <dsp:nvSpPr>
        <dsp:cNvPr id="0" name=""/>
        <dsp:cNvSpPr/>
      </dsp:nvSpPr>
      <dsp:spPr>
        <a:xfrm>
          <a:off x="0" y="2500712"/>
          <a:ext cx="6798539" cy="74872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∗	Patterns</a:t>
          </a:r>
        </a:p>
      </dsp:txBody>
      <dsp:txXfrm>
        <a:off x="36549" y="2537261"/>
        <a:ext cx="6725441" cy="675622"/>
      </dsp:txXfrm>
    </dsp:sp>
    <dsp:sp modelId="{73916694-3B7D-C747-9CB7-087BB28C2211}">
      <dsp:nvSpPr>
        <dsp:cNvPr id="0" name=""/>
        <dsp:cNvSpPr/>
      </dsp:nvSpPr>
      <dsp:spPr>
        <a:xfrm>
          <a:off x="0" y="3249433"/>
          <a:ext cx="6798539" cy="452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854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∗	Numerical Summarizations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∗	Counting with Counters</a:t>
          </a:r>
        </a:p>
      </dsp:txBody>
      <dsp:txXfrm>
        <a:off x="0" y="3249433"/>
        <a:ext cx="6798539" cy="45287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5739E8-E6F4-A240-9975-7F314E5EF37B}">
      <dsp:nvSpPr>
        <dsp:cNvPr id="0" name=""/>
        <dsp:cNvSpPr/>
      </dsp:nvSpPr>
      <dsp:spPr>
        <a:xfrm rot="5400000">
          <a:off x="-307534" y="1102794"/>
          <a:ext cx="1364761" cy="16495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1A4869E-95C1-654B-9E8A-9326BD5F642C}">
      <dsp:nvSpPr>
        <dsp:cNvPr id="0" name=""/>
        <dsp:cNvSpPr/>
      </dsp:nvSpPr>
      <dsp:spPr>
        <a:xfrm>
          <a:off x="3377" y="227309"/>
          <a:ext cx="1832784" cy="10996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Intent: Group records together by a key field and calculate a numerical aggregate per group to get a top-level view of the larger data set</a:t>
          </a:r>
        </a:p>
      </dsp:txBody>
      <dsp:txXfrm>
        <a:off x="35585" y="259517"/>
        <a:ext cx="1768368" cy="1035254"/>
      </dsp:txXfrm>
    </dsp:sp>
    <dsp:sp modelId="{5B6253A2-150A-794B-A248-2294D782F826}">
      <dsp:nvSpPr>
        <dsp:cNvPr id="0" name=""/>
        <dsp:cNvSpPr/>
      </dsp:nvSpPr>
      <dsp:spPr>
        <a:xfrm rot="5400000">
          <a:off x="-307534" y="2477382"/>
          <a:ext cx="1364761" cy="16495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7FA0444-965A-F64E-BDA7-D8962C13E086}">
      <dsp:nvSpPr>
        <dsp:cNvPr id="0" name=""/>
        <dsp:cNvSpPr/>
      </dsp:nvSpPr>
      <dsp:spPr>
        <a:xfrm>
          <a:off x="3377" y="1601897"/>
          <a:ext cx="1832784" cy="10996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Motivation</a:t>
          </a:r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Many data sets these days are too large for a human to get any real meaning out it by reading through it manually, e.g., terabytes of website log files.</a:t>
          </a:r>
        </a:p>
      </dsp:txBody>
      <dsp:txXfrm>
        <a:off x="35585" y="1634105"/>
        <a:ext cx="1768368" cy="1035254"/>
      </dsp:txXfrm>
    </dsp:sp>
    <dsp:sp modelId="{41E0906B-5BAE-9049-BCE7-8513F1F0F281}">
      <dsp:nvSpPr>
        <dsp:cNvPr id="0" name=""/>
        <dsp:cNvSpPr/>
      </dsp:nvSpPr>
      <dsp:spPr>
        <a:xfrm>
          <a:off x="379760" y="3164676"/>
          <a:ext cx="2427776" cy="16495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314A240-5072-7F47-BFB2-3FFC78BCC542}">
      <dsp:nvSpPr>
        <dsp:cNvPr id="0" name=""/>
        <dsp:cNvSpPr/>
      </dsp:nvSpPr>
      <dsp:spPr>
        <a:xfrm>
          <a:off x="3377" y="2976485"/>
          <a:ext cx="1832784" cy="10996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minimum, maximum, average, median, and standard deviation</a:t>
          </a:r>
        </a:p>
      </dsp:txBody>
      <dsp:txXfrm>
        <a:off x="35585" y="3008693"/>
        <a:ext cx="1768368" cy="1035254"/>
      </dsp:txXfrm>
    </dsp:sp>
    <dsp:sp modelId="{C6531BBD-2704-7B4D-899D-8BF657F784B1}">
      <dsp:nvSpPr>
        <dsp:cNvPr id="0" name=""/>
        <dsp:cNvSpPr/>
      </dsp:nvSpPr>
      <dsp:spPr>
        <a:xfrm rot="16200000">
          <a:off x="2130068" y="2477382"/>
          <a:ext cx="1364761" cy="164950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5BDC9CA-AF6B-D94D-BC3E-CBF8CC9AA786}">
      <dsp:nvSpPr>
        <dsp:cNvPr id="0" name=""/>
        <dsp:cNvSpPr/>
      </dsp:nvSpPr>
      <dsp:spPr>
        <a:xfrm>
          <a:off x="2440979" y="2976485"/>
          <a:ext cx="1832784" cy="10996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Consider </a:t>
          </a:r>
          <a:r>
            <a:rPr lang="en-US" sz="1600" i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θ </a:t>
          </a:r>
          <a:r>
            <a:rPr lang="en-US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to be a generic numerical summarization function we wish to execute over some list of values </a:t>
          </a:r>
          <a:r>
            <a:rPr lang="en-US" sz="1600" i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(v</a:t>
          </a:r>
          <a:r>
            <a:rPr lang="en-US" sz="1600" i="1" kern="1200" baseline="-2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1</a:t>
          </a:r>
          <a:r>
            <a:rPr lang="en-US" sz="1600" i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, v</a:t>
          </a:r>
          <a:r>
            <a:rPr lang="en-US" sz="1600" i="1" kern="1200" baseline="-2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2</a:t>
          </a:r>
          <a:r>
            <a:rPr lang="en-US" sz="1600" i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, v</a:t>
          </a:r>
          <a:r>
            <a:rPr lang="en-US" sz="1600" i="1" kern="1200" baseline="-2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3</a:t>
          </a:r>
          <a:r>
            <a:rPr lang="en-US" sz="1600" i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, …, v</a:t>
          </a:r>
          <a:r>
            <a:rPr lang="en-US" sz="1600" i="1" kern="1200" baseline="-2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n</a:t>
          </a:r>
          <a:r>
            <a:rPr lang="en-US" sz="1600" i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) </a:t>
          </a:r>
          <a:r>
            <a:rPr lang="en-US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to find a value </a:t>
          </a:r>
          <a:r>
            <a:rPr lang="en-US" sz="1600" i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λ</a:t>
          </a:r>
          <a:r>
            <a:rPr lang="en-US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, i.e.</a:t>
          </a:r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i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λ </a:t>
          </a:r>
          <a:r>
            <a:rPr lang="en-US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= </a:t>
          </a:r>
          <a:r>
            <a:rPr lang="en-US" sz="1600" i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θ(v</a:t>
          </a:r>
          <a:r>
            <a:rPr lang="en-US" sz="1600" i="1" kern="1200" baseline="-2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1</a:t>
          </a:r>
          <a:r>
            <a:rPr lang="en-US" sz="1600" i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, v</a:t>
          </a:r>
          <a:r>
            <a:rPr lang="en-US" sz="1600" i="1" kern="1200" baseline="-2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2</a:t>
          </a:r>
          <a:r>
            <a:rPr lang="en-US" sz="1600" i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, v</a:t>
          </a:r>
          <a:r>
            <a:rPr lang="en-US" sz="1600" i="1" kern="1200" baseline="-2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3</a:t>
          </a:r>
          <a:r>
            <a:rPr lang="en-US" sz="1600" i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, …, v</a:t>
          </a:r>
          <a:r>
            <a:rPr lang="en-US" sz="1600" i="1" kern="1200" baseline="-2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n</a:t>
          </a:r>
          <a:r>
            <a:rPr lang="en-US" sz="1600" i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)</a:t>
          </a:r>
          <a:r>
            <a:rPr lang="en-US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 Examples of </a:t>
          </a:r>
          <a:r>
            <a:rPr lang="en-US" sz="1600" i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θ </a:t>
          </a:r>
          <a:r>
            <a:rPr lang="en-US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include a minimum, maximum, average, median, and standard deviation</a:t>
          </a:r>
        </a:p>
      </dsp:txBody>
      <dsp:txXfrm>
        <a:off x="2473187" y="3008693"/>
        <a:ext cx="1768368" cy="1035254"/>
      </dsp:txXfrm>
    </dsp:sp>
    <dsp:sp modelId="{A17DE507-8745-C749-82A9-A978BAE4CDB6}">
      <dsp:nvSpPr>
        <dsp:cNvPr id="0" name=""/>
        <dsp:cNvSpPr/>
      </dsp:nvSpPr>
      <dsp:spPr>
        <a:xfrm rot="16200000">
          <a:off x="2130068" y="1102794"/>
          <a:ext cx="1364761" cy="164950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68D6867-0E04-1147-8DF5-4F1167169CD5}">
      <dsp:nvSpPr>
        <dsp:cNvPr id="0" name=""/>
        <dsp:cNvSpPr/>
      </dsp:nvSpPr>
      <dsp:spPr>
        <a:xfrm>
          <a:off x="2440979" y="1601897"/>
          <a:ext cx="1832784" cy="10996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Applicability</a:t>
          </a:r>
        </a:p>
      </dsp:txBody>
      <dsp:txXfrm>
        <a:off x="2473187" y="1634105"/>
        <a:ext cx="1768368" cy="1035254"/>
      </dsp:txXfrm>
    </dsp:sp>
    <dsp:sp modelId="{765A3A90-CCFE-854C-98DA-10B379BF814E}">
      <dsp:nvSpPr>
        <dsp:cNvPr id="0" name=""/>
        <dsp:cNvSpPr/>
      </dsp:nvSpPr>
      <dsp:spPr>
        <a:xfrm>
          <a:off x="2817362" y="415500"/>
          <a:ext cx="2427776" cy="16495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607683C-A421-4A45-A0A2-2B65C83FE110}">
      <dsp:nvSpPr>
        <dsp:cNvPr id="0" name=""/>
        <dsp:cNvSpPr/>
      </dsp:nvSpPr>
      <dsp:spPr>
        <a:xfrm>
          <a:off x="2440979" y="227309"/>
          <a:ext cx="1832784" cy="10996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Multiple large data sets are being joined by a foreign key</a:t>
          </a:r>
        </a:p>
      </dsp:txBody>
      <dsp:txXfrm>
        <a:off x="2473187" y="259517"/>
        <a:ext cx="1768368" cy="1035254"/>
      </dsp:txXfrm>
    </dsp:sp>
    <dsp:sp modelId="{58989A0F-E3DE-0A47-ADA5-4B3EE705E524}">
      <dsp:nvSpPr>
        <dsp:cNvPr id="0" name=""/>
        <dsp:cNvSpPr/>
      </dsp:nvSpPr>
      <dsp:spPr>
        <a:xfrm rot="5400000">
          <a:off x="4567671" y="1102794"/>
          <a:ext cx="1364761" cy="16495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EE2D932-5A9F-6045-9164-EF7C654B2DDF}">
      <dsp:nvSpPr>
        <dsp:cNvPr id="0" name=""/>
        <dsp:cNvSpPr/>
      </dsp:nvSpPr>
      <dsp:spPr>
        <a:xfrm>
          <a:off x="4878582" y="227309"/>
          <a:ext cx="1832784" cy="10996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You want the flexibility of being able to execute any join operation</a:t>
          </a:r>
        </a:p>
      </dsp:txBody>
      <dsp:txXfrm>
        <a:off x="4910790" y="259517"/>
        <a:ext cx="1768368" cy="1035254"/>
      </dsp:txXfrm>
    </dsp:sp>
    <dsp:sp modelId="{D0ED7713-7430-0E4A-8492-E7501809CE27}">
      <dsp:nvSpPr>
        <dsp:cNvPr id="0" name=""/>
        <dsp:cNvSpPr/>
      </dsp:nvSpPr>
      <dsp:spPr>
        <a:xfrm>
          <a:off x="4878582" y="1601897"/>
          <a:ext cx="1832784" cy="10996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A large amount of network bandwidth</a:t>
          </a:r>
        </a:p>
      </dsp:txBody>
      <dsp:txXfrm>
        <a:off x="4910790" y="1634105"/>
        <a:ext cx="1768368" cy="103525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F5E4E8-F822-5E4D-B913-C8B67D15FE25}">
      <dsp:nvSpPr>
        <dsp:cNvPr id="0" name=""/>
        <dsp:cNvSpPr/>
      </dsp:nvSpPr>
      <dsp:spPr>
        <a:xfrm>
          <a:off x="0" y="10561"/>
          <a:ext cx="5393361" cy="7675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∗ Intent: An efficient means to retrieve count summarizations of large data sets</a:t>
          </a:r>
        </a:p>
      </dsp:txBody>
      <dsp:txXfrm>
        <a:off x="37467" y="48028"/>
        <a:ext cx="5318427" cy="692586"/>
      </dsp:txXfrm>
    </dsp:sp>
    <dsp:sp modelId="{BD839A82-FA69-3245-8E42-626FD211BC08}">
      <dsp:nvSpPr>
        <dsp:cNvPr id="0" name=""/>
        <dsp:cNvSpPr/>
      </dsp:nvSpPr>
      <dsp:spPr>
        <a:xfrm>
          <a:off x="0" y="896161"/>
          <a:ext cx="5393361" cy="76752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∗ Motivation</a:t>
          </a:r>
        </a:p>
      </dsp:txBody>
      <dsp:txXfrm>
        <a:off x="37467" y="933628"/>
        <a:ext cx="5318427" cy="692586"/>
      </dsp:txXfrm>
    </dsp:sp>
    <dsp:sp modelId="{F0305A03-366B-624F-B398-3E1170C97299}">
      <dsp:nvSpPr>
        <dsp:cNvPr id="0" name=""/>
        <dsp:cNvSpPr/>
      </dsp:nvSpPr>
      <dsp:spPr>
        <a:xfrm>
          <a:off x="0" y="1663681"/>
          <a:ext cx="5393361" cy="954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239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∗	A count or summation can tell you a lot about your data as a whole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∗	Simply use the framework’s counters à no reduce phase and no summation</a:t>
          </a:r>
        </a:p>
      </dsp:txBody>
      <dsp:txXfrm>
        <a:off x="0" y="1663681"/>
        <a:ext cx="5393361" cy="954787"/>
      </dsp:txXfrm>
    </dsp:sp>
    <dsp:sp modelId="{E5B800E7-3BDF-EB45-A8BD-E817B32468E4}">
      <dsp:nvSpPr>
        <dsp:cNvPr id="0" name=""/>
        <dsp:cNvSpPr/>
      </dsp:nvSpPr>
      <dsp:spPr>
        <a:xfrm>
          <a:off x="0" y="2618469"/>
          <a:ext cx="5393361" cy="76752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∗ Applicability</a:t>
          </a:r>
        </a:p>
      </dsp:txBody>
      <dsp:txXfrm>
        <a:off x="37467" y="2655936"/>
        <a:ext cx="5318427" cy="692586"/>
      </dsp:txXfrm>
    </dsp:sp>
    <dsp:sp modelId="{2704D520-6F8B-CC40-953B-D9AF6BECF349}">
      <dsp:nvSpPr>
        <dsp:cNvPr id="0" name=""/>
        <dsp:cNvSpPr/>
      </dsp:nvSpPr>
      <dsp:spPr>
        <a:xfrm>
          <a:off x="0" y="3385989"/>
          <a:ext cx="5393361" cy="954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239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∗	You have a desire to gather counts or summations over large data sets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∗	The number of counters you are going to create is small</a:t>
          </a:r>
        </a:p>
      </dsp:txBody>
      <dsp:txXfrm>
        <a:off x="0" y="3385989"/>
        <a:ext cx="5393361" cy="95478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A2DAEC-EB0D-CA4E-B0CD-3E3A320D8ADD}">
      <dsp:nvSpPr>
        <dsp:cNvPr id="0" name=""/>
        <dsp:cNvSpPr/>
      </dsp:nvSpPr>
      <dsp:spPr>
        <a:xfrm>
          <a:off x="658" y="506702"/>
          <a:ext cx="2567640" cy="1540584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Consequences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the final output is a set of counters grabbed from the job framework (no actual output)</a:t>
          </a:r>
        </a:p>
      </dsp:txBody>
      <dsp:txXfrm>
        <a:off x="658" y="506702"/>
        <a:ext cx="2567640" cy="1540584"/>
      </dsp:txXfrm>
    </dsp:sp>
    <dsp:sp modelId="{A7E05966-D682-5E4C-8932-B7FAE8C03B7E}">
      <dsp:nvSpPr>
        <dsp:cNvPr id="0" name=""/>
        <dsp:cNvSpPr/>
      </dsp:nvSpPr>
      <dsp:spPr>
        <a:xfrm>
          <a:off x="2825062" y="506702"/>
          <a:ext cx="2567640" cy="1540584"/>
        </a:xfrm>
        <a:prstGeom prst="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Known uses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Count number of records (over a given time period)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Count a small number of unique instances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Counters can be used to sum fields of data together</a:t>
          </a:r>
        </a:p>
      </dsp:txBody>
      <dsp:txXfrm>
        <a:off x="2825062" y="506702"/>
        <a:ext cx="2567640" cy="1540584"/>
      </dsp:txXfrm>
    </dsp:sp>
    <dsp:sp modelId="{F17DA403-B052-BB46-8E29-12C113743751}">
      <dsp:nvSpPr>
        <dsp:cNvPr id="0" name=""/>
        <dsp:cNvSpPr/>
      </dsp:nvSpPr>
      <dsp:spPr>
        <a:xfrm>
          <a:off x="1412860" y="2304051"/>
          <a:ext cx="2567640" cy="1540584"/>
        </a:xfrm>
        <a:prstGeom prst="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Performance analysis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Using counters is very fast, as data is simply read in through the mapper and no output is written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Performance depends largely on the number of map tasks being executed and how much time it takes to process each record</a:t>
          </a:r>
        </a:p>
      </dsp:txBody>
      <dsp:txXfrm>
        <a:off x="1412860" y="2304051"/>
        <a:ext cx="2567640" cy="154058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71C6DF-385B-984C-8B71-6A35BDAD4DE7}">
      <dsp:nvSpPr>
        <dsp:cNvPr id="0" name=""/>
        <dsp:cNvSpPr/>
      </dsp:nvSpPr>
      <dsp:spPr>
        <a:xfrm>
          <a:off x="772" y="354409"/>
          <a:ext cx="3010979" cy="18065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Arial" panose="020B0604020202020204" pitchFamily="34" charset="0"/>
              <a:cs typeface="Arial" panose="020B0604020202020204" pitchFamily="34" charset="0"/>
            </a:rPr>
            <a:t>∗	Don’t change the actual records</a:t>
          </a:r>
        </a:p>
      </dsp:txBody>
      <dsp:txXfrm>
        <a:off x="772" y="354409"/>
        <a:ext cx="3010979" cy="1806587"/>
      </dsp:txXfrm>
    </dsp:sp>
    <dsp:sp modelId="{1449304D-158D-884B-B976-C92C84BEBF9A}">
      <dsp:nvSpPr>
        <dsp:cNvPr id="0" name=""/>
        <dsp:cNvSpPr/>
      </dsp:nvSpPr>
      <dsp:spPr>
        <a:xfrm>
          <a:off x="3312848" y="354409"/>
          <a:ext cx="3010979" cy="180658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Arial" panose="020B0604020202020204" pitchFamily="34" charset="0"/>
              <a:cs typeface="Arial" panose="020B0604020202020204" pitchFamily="34" charset="0"/>
            </a:rPr>
            <a:t>∗	To understand a smaller piece of data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Arial" panose="020B0604020202020204" pitchFamily="34" charset="0"/>
              <a:cs typeface="Arial" panose="020B0604020202020204" pitchFamily="34" charset="0"/>
            </a:rPr>
            <a:t>∗	Find a subset of data, whether it be small, like a top-ten listing, or large, like the results of a deduplication</a:t>
          </a:r>
        </a:p>
      </dsp:txBody>
      <dsp:txXfrm>
        <a:off x="3312848" y="354409"/>
        <a:ext cx="3010979" cy="1806587"/>
      </dsp:txXfrm>
    </dsp:sp>
    <dsp:sp modelId="{6D777501-F6DE-F44C-84D5-7FB7DE6B5538}">
      <dsp:nvSpPr>
        <dsp:cNvPr id="0" name=""/>
        <dsp:cNvSpPr/>
      </dsp:nvSpPr>
      <dsp:spPr>
        <a:xfrm>
          <a:off x="1656810" y="2462094"/>
          <a:ext cx="3010979" cy="180658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Arial" panose="020B0604020202020204" pitchFamily="34" charset="0"/>
              <a:cs typeface="Arial" panose="020B0604020202020204" pitchFamily="34" charset="0"/>
            </a:rPr>
            <a:t>∗	Patterns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>
              <a:latin typeface="Arial" panose="020B0604020202020204" pitchFamily="34" charset="0"/>
              <a:cs typeface="Arial" panose="020B0604020202020204" pitchFamily="34" charset="0"/>
            </a:rPr>
            <a:t>∗	Filtering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>
              <a:latin typeface="Arial" panose="020B0604020202020204" pitchFamily="34" charset="0"/>
              <a:cs typeface="Arial" panose="020B0604020202020204" pitchFamily="34" charset="0"/>
            </a:rPr>
            <a:t>∗	Top Ten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>
              <a:latin typeface="Arial" panose="020B0604020202020204" pitchFamily="34" charset="0"/>
              <a:cs typeface="Arial" panose="020B0604020202020204" pitchFamily="34" charset="0"/>
            </a:rPr>
            <a:t>∗	Distinct</a:t>
          </a:r>
        </a:p>
      </dsp:txBody>
      <dsp:txXfrm>
        <a:off x="1656810" y="2462094"/>
        <a:ext cx="3010979" cy="180658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0D7219-7B65-C74A-A305-909C7B52E798}">
      <dsp:nvSpPr>
        <dsp:cNvPr id="0" name=""/>
        <dsp:cNvSpPr/>
      </dsp:nvSpPr>
      <dsp:spPr>
        <a:xfrm>
          <a:off x="0" y="0"/>
          <a:ext cx="4922520" cy="144160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∗ Intent: Filter out records that are not of interest</a:t>
          </a:r>
        </a:p>
      </dsp:txBody>
      <dsp:txXfrm>
        <a:off x="42223" y="42223"/>
        <a:ext cx="3366912" cy="1357162"/>
      </dsp:txXfrm>
    </dsp:sp>
    <dsp:sp modelId="{09F178AD-A06C-B042-AE11-D334246E1DBC}">
      <dsp:nvSpPr>
        <dsp:cNvPr id="0" name=""/>
        <dsp:cNvSpPr/>
      </dsp:nvSpPr>
      <dsp:spPr>
        <a:xfrm>
          <a:off x="434339" y="1681877"/>
          <a:ext cx="4922520" cy="1441608"/>
        </a:xfrm>
        <a:prstGeom prst="roundRect">
          <a:avLst>
            <a:gd name="adj" fmla="val 10000"/>
          </a:avLst>
        </a:prstGeom>
        <a:solidFill>
          <a:schemeClr val="accent2">
            <a:hueOff val="3221806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∗ Motivation</a:t>
          </a:r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∗	Your data set is large and you want to take a subset of this data to focus in on it and perhaps do follow-on analysis</a:t>
          </a:r>
        </a:p>
      </dsp:txBody>
      <dsp:txXfrm>
        <a:off x="476562" y="1724100"/>
        <a:ext cx="3466688" cy="1357162"/>
      </dsp:txXfrm>
    </dsp:sp>
    <dsp:sp modelId="{597A50A7-FCF4-1440-A649-111A2F5399E3}">
      <dsp:nvSpPr>
        <dsp:cNvPr id="0" name=""/>
        <dsp:cNvSpPr/>
      </dsp:nvSpPr>
      <dsp:spPr>
        <a:xfrm>
          <a:off x="868679" y="3363754"/>
          <a:ext cx="4922520" cy="1441608"/>
        </a:xfrm>
        <a:prstGeom prst="roundRect">
          <a:avLst>
            <a:gd name="adj" fmla="val 10000"/>
          </a:avLst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∗ Applicability</a:t>
          </a:r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∗	The data can be parsed into “records” that can be categorized through some well-specified criterion determining whether they are to be kept</a:t>
          </a:r>
        </a:p>
      </dsp:txBody>
      <dsp:txXfrm>
        <a:off x="910902" y="3405977"/>
        <a:ext cx="3466688" cy="1357162"/>
      </dsp:txXfrm>
    </dsp:sp>
    <dsp:sp modelId="{801815BB-3E1C-EE4F-93B3-924EDACAE6B2}">
      <dsp:nvSpPr>
        <dsp:cNvPr id="0" name=""/>
        <dsp:cNvSpPr/>
      </dsp:nvSpPr>
      <dsp:spPr>
        <a:xfrm>
          <a:off x="3985474" y="1093220"/>
          <a:ext cx="937045" cy="93704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196309" y="1093220"/>
        <a:ext cx="515375" cy="705126"/>
      </dsp:txXfrm>
    </dsp:sp>
    <dsp:sp modelId="{31DB659F-BFC6-FA4D-8379-810E4F31184B}">
      <dsp:nvSpPr>
        <dsp:cNvPr id="0" name=""/>
        <dsp:cNvSpPr/>
      </dsp:nvSpPr>
      <dsp:spPr>
        <a:xfrm>
          <a:off x="4419814" y="2765486"/>
          <a:ext cx="937045" cy="93704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24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24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630649" y="2765486"/>
        <a:ext cx="515375" cy="70512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B56374-864C-9C4B-9783-741CDDBDCA31}">
      <dsp:nvSpPr>
        <dsp:cNvPr id="0" name=""/>
        <dsp:cNvSpPr/>
      </dsp:nvSpPr>
      <dsp:spPr>
        <a:xfrm>
          <a:off x="4233" y="631110"/>
          <a:ext cx="3005792" cy="2404634"/>
        </a:xfrm>
        <a:prstGeom prst="homePlate">
          <a:avLst>
            <a:gd name="adj" fmla="val 25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038" tIns="35560" rIns="424151" bIns="3556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Consequences</a:t>
          </a:r>
        </a:p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A subset of the records that pass the selection criteria.</a:t>
          </a:r>
        </a:p>
        <a:p>
          <a:pPr marL="228600" lvl="2" indent="-114300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If the format was kept the same, any job that ran over the larger data set should be able to run over this filtered data set, as well.</a:t>
          </a:r>
        </a:p>
      </dsp:txBody>
      <dsp:txXfrm>
        <a:off x="4233" y="631110"/>
        <a:ext cx="2705213" cy="2404634"/>
      </dsp:txXfrm>
    </dsp:sp>
    <dsp:sp modelId="{2B5B0E43-4006-0547-A3E9-650C9BFF47EC}">
      <dsp:nvSpPr>
        <dsp:cNvPr id="0" name=""/>
        <dsp:cNvSpPr/>
      </dsp:nvSpPr>
      <dsp:spPr>
        <a:xfrm>
          <a:off x="2408867" y="631110"/>
          <a:ext cx="3005792" cy="2404634"/>
        </a:xfrm>
        <a:prstGeom prst="chevron">
          <a:avLst>
            <a:gd name="adj" fmla="val 25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038" tIns="35560" rIns="106038" bIns="3556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Known uses</a:t>
          </a:r>
        </a:p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Closer view of data</a:t>
          </a:r>
        </a:p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Tracking a thread of events</a:t>
          </a:r>
        </a:p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Distributed grep</a:t>
          </a:r>
        </a:p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Data cleansing</a:t>
          </a:r>
        </a:p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Simple random sampling</a:t>
          </a:r>
        </a:p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Removing low scoring data (if you can score your data)</a:t>
          </a:r>
        </a:p>
      </dsp:txBody>
      <dsp:txXfrm>
        <a:off x="3010026" y="631110"/>
        <a:ext cx="1803475" cy="240463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2D71D1-C52E-4F4E-BFA9-117C72FC97F1}">
      <dsp:nvSpPr>
        <dsp:cNvPr id="0" name=""/>
        <dsp:cNvSpPr/>
      </dsp:nvSpPr>
      <dsp:spPr>
        <a:xfrm>
          <a:off x="2963" y="801349"/>
          <a:ext cx="2350854" cy="14105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∗ Intent: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∗	Retrieve a relatively small number of top K records, according to a ranking scheme in your data set, no matter how large the data</a:t>
          </a:r>
        </a:p>
      </dsp:txBody>
      <dsp:txXfrm>
        <a:off x="2963" y="801349"/>
        <a:ext cx="2350854" cy="1410512"/>
      </dsp:txXfrm>
    </dsp:sp>
    <dsp:sp modelId="{8897D628-3F19-E54B-85DA-69BDC7AF7662}">
      <dsp:nvSpPr>
        <dsp:cNvPr id="0" name=""/>
        <dsp:cNvSpPr/>
      </dsp:nvSpPr>
      <dsp:spPr>
        <a:xfrm>
          <a:off x="2588902" y="801349"/>
          <a:ext cx="2350854" cy="14105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∗ Motivation</a:t>
          </a:r>
        </a:p>
      </dsp:txBody>
      <dsp:txXfrm>
        <a:off x="2588902" y="801349"/>
        <a:ext cx="2350854" cy="1410512"/>
      </dsp:txXfrm>
    </dsp:sp>
    <dsp:sp modelId="{9B2744ED-1942-4146-B704-29225CB47A3C}">
      <dsp:nvSpPr>
        <dsp:cNvPr id="0" name=""/>
        <dsp:cNvSpPr/>
      </dsp:nvSpPr>
      <dsp:spPr>
        <a:xfrm>
          <a:off x="5174842" y="801349"/>
          <a:ext cx="2350854" cy="14105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∗	Finding records that are typically the most interesting</a:t>
          </a:r>
        </a:p>
      </dsp:txBody>
      <dsp:txXfrm>
        <a:off x="5174842" y="801349"/>
        <a:ext cx="2350854" cy="1410512"/>
      </dsp:txXfrm>
    </dsp:sp>
    <dsp:sp modelId="{4F7180C4-4F22-DB43-A4B6-00D7540F48D2}">
      <dsp:nvSpPr>
        <dsp:cNvPr id="0" name=""/>
        <dsp:cNvSpPr/>
      </dsp:nvSpPr>
      <dsp:spPr>
        <a:xfrm>
          <a:off x="7760781" y="801349"/>
          <a:ext cx="2350854" cy="14105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∗	To find the best records for a specific criterion</a:t>
          </a:r>
        </a:p>
      </dsp:txBody>
      <dsp:txXfrm>
        <a:off x="7760781" y="801349"/>
        <a:ext cx="2350854" cy="1410512"/>
      </dsp:txXfrm>
    </dsp:sp>
    <dsp:sp modelId="{64EFA62A-0F5E-9842-94BC-88A12DEB3F6F}">
      <dsp:nvSpPr>
        <dsp:cNvPr id="0" name=""/>
        <dsp:cNvSpPr/>
      </dsp:nvSpPr>
      <dsp:spPr>
        <a:xfrm>
          <a:off x="1295932" y="2446947"/>
          <a:ext cx="2350854" cy="14105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∗ Applicability</a:t>
          </a:r>
        </a:p>
      </dsp:txBody>
      <dsp:txXfrm>
        <a:off x="1295932" y="2446947"/>
        <a:ext cx="2350854" cy="1410512"/>
      </dsp:txXfrm>
    </dsp:sp>
    <dsp:sp modelId="{9E568B9C-1277-D14F-9DBC-38106CD2372F}">
      <dsp:nvSpPr>
        <dsp:cNvPr id="0" name=""/>
        <dsp:cNvSpPr/>
      </dsp:nvSpPr>
      <dsp:spPr>
        <a:xfrm>
          <a:off x="3881872" y="2446947"/>
          <a:ext cx="2350854" cy="14105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∗	It is able to compare one record to another to determine which is “larger”</a:t>
          </a:r>
        </a:p>
      </dsp:txBody>
      <dsp:txXfrm>
        <a:off x="3881872" y="2446947"/>
        <a:ext cx="2350854" cy="1410512"/>
      </dsp:txXfrm>
    </dsp:sp>
    <dsp:sp modelId="{70035866-003B-324C-B279-483DAEC47149}">
      <dsp:nvSpPr>
        <dsp:cNvPr id="0" name=""/>
        <dsp:cNvSpPr/>
      </dsp:nvSpPr>
      <dsp:spPr>
        <a:xfrm>
          <a:off x="6467811" y="2446947"/>
          <a:ext cx="2350854" cy="14105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∗	The number of output records should be significantly fewer than the number of input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records	a total ordering of the data set</a:t>
          </a:r>
        </a:p>
      </dsp:txBody>
      <dsp:txXfrm>
        <a:off x="6467811" y="2446947"/>
        <a:ext cx="2350854" cy="141051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F91F6B-A612-484D-BCA1-2A8EAF1603D3}">
      <dsp:nvSpPr>
        <dsp:cNvPr id="0" name=""/>
        <dsp:cNvSpPr/>
      </dsp:nvSpPr>
      <dsp:spPr>
        <a:xfrm>
          <a:off x="0" y="1342"/>
          <a:ext cx="10896600" cy="51518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∗	Performance Analysis</a:t>
          </a:r>
        </a:p>
      </dsp:txBody>
      <dsp:txXfrm>
        <a:off x="25149" y="26491"/>
        <a:ext cx="10846302" cy="464890"/>
      </dsp:txXfrm>
    </dsp:sp>
    <dsp:sp modelId="{80307621-926B-5C46-8C18-6B53B62A75C2}">
      <dsp:nvSpPr>
        <dsp:cNvPr id="0" name=""/>
        <dsp:cNvSpPr/>
      </dsp:nvSpPr>
      <dsp:spPr>
        <a:xfrm>
          <a:off x="0" y="516530"/>
          <a:ext cx="10896600" cy="34839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5967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∗	How many records (K*M) the reducer is getting?</a:t>
          </a:r>
        </a:p>
        <a:p>
          <a:pPr marL="457200" lvl="2" indent="-228600" algn="l" defTabSz="8890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∗	The sort can become an expensive operation when it has too many records and has to do most of the sorting on local</a:t>
          </a:r>
        </a:p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∗	The reducer host will receive a lot of data over the network à a network resource hot spot</a:t>
          </a:r>
        </a:p>
        <a:p>
          <a:pPr marL="457200" lvl="2" indent="-228600" algn="l" defTabSz="8890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∗	Naturally, scanning through all the data in the reduce will take a long time if there are many records to look through</a:t>
          </a:r>
        </a:p>
        <a:p>
          <a:pPr marL="457200" lvl="2" indent="-228600" algn="l" defTabSz="8890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∗	Any sort of memory growth in the reducer has the possibility of blowing through the Java virtual machine’s memory</a:t>
          </a:r>
        </a:p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∗	Writes to the output file are not parallelized</a:t>
          </a:r>
        </a:p>
      </dsp:txBody>
      <dsp:txXfrm>
        <a:off x="0" y="516530"/>
        <a:ext cx="10896600" cy="3483907"/>
      </dsp:txXfrm>
    </dsp:sp>
    <dsp:sp modelId="{D17C3CD4-F9C8-6640-B6DD-3E78B4154F2E}">
      <dsp:nvSpPr>
        <dsp:cNvPr id="0" name=""/>
        <dsp:cNvSpPr/>
      </dsp:nvSpPr>
      <dsp:spPr>
        <a:xfrm>
          <a:off x="0" y="4000437"/>
          <a:ext cx="10896600" cy="51518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∗	Reference</a:t>
          </a:r>
        </a:p>
      </dsp:txBody>
      <dsp:txXfrm>
        <a:off x="25149" y="4025586"/>
        <a:ext cx="10846302" cy="464890"/>
      </dsp:txXfrm>
    </dsp:sp>
    <dsp:sp modelId="{708E3FAF-123A-5042-A3E5-34978CE56BBC}">
      <dsp:nvSpPr>
        <dsp:cNvPr id="0" name=""/>
        <dsp:cNvSpPr/>
      </dsp:nvSpPr>
      <dsp:spPr>
        <a:xfrm>
          <a:off x="0" y="4515626"/>
          <a:ext cx="10896600" cy="3645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5967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>
              <a:hlinkClick xmlns:r="http://schemas.openxmlformats.org/officeDocument/2006/relationships" r:id="rId1"/>
            </a:rPr>
            <a:t>∗</a:t>
          </a:r>
          <a:endParaRPr lang="en-US" sz="2000" kern="1200"/>
        </a:p>
      </dsp:txBody>
      <dsp:txXfrm>
        <a:off x="0" y="4515626"/>
        <a:ext cx="10896600" cy="364594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2CDB6-CDBD-E44B-BCA4-C0F64A868814}">
      <dsp:nvSpPr>
        <dsp:cNvPr id="0" name=""/>
        <dsp:cNvSpPr/>
      </dsp:nvSpPr>
      <dsp:spPr>
        <a:xfrm>
          <a:off x="2847800" y="1496649"/>
          <a:ext cx="6230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23071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3142994" y="1539101"/>
        <a:ext cx="32683" cy="6536"/>
      </dsp:txXfrm>
    </dsp:sp>
    <dsp:sp modelId="{BDF8DC09-A7E5-EF44-AEBA-A3D259922674}">
      <dsp:nvSpPr>
        <dsp:cNvPr id="0" name=""/>
        <dsp:cNvSpPr/>
      </dsp:nvSpPr>
      <dsp:spPr>
        <a:xfrm>
          <a:off x="7549" y="689754"/>
          <a:ext cx="2842050" cy="1705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263" tIns="146181" rIns="139263" bIns="146181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∗ Intent: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∗	To find a unique set of values from similar records</a:t>
          </a:r>
        </a:p>
      </dsp:txBody>
      <dsp:txXfrm>
        <a:off x="7549" y="689754"/>
        <a:ext cx="2842050" cy="1705230"/>
      </dsp:txXfrm>
    </dsp:sp>
    <dsp:sp modelId="{18FE8017-DAB8-B04B-A527-D223E7193708}">
      <dsp:nvSpPr>
        <dsp:cNvPr id="0" name=""/>
        <dsp:cNvSpPr/>
      </dsp:nvSpPr>
      <dsp:spPr>
        <a:xfrm>
          <a:off x="6343522" y="1496649"/>
          <a:ext cx="6230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23071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6638716" y="1539101"/>
        <a:ext cx="32683" cy="6536"/>
      </dsp:txXfrm>
    </dsp:sp>
    <dsp:sp modelId="{627F6B0C-6106-784F-AE95-642CD2D408E2}">
      <dsp:nvSpPr>
        <dsp:cNvPr id="0" name=""/>
        <dsp:cNvSpPr/>
      </dsp:nvSpPr>
      <dsp:spPr>
        <a:xfrm>
          <a:off x="3503272" y="689754"/>
          <a:ext cx="2842050" cy="1705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263" tIns="146181" rIns="139263" bIns="146181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∗ Motivation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∗	Reducing a data set to a unique set of values has several uses</a:t>
          </a:r>
        </a:p>
      </dsp:txBody>
      <dsp:txXfrm>
        <a:off x="3503272" y="689754"/>
        <a:ext cx="2842050" cy="1705230"/>
      </dsp:txXfrm>
    </dsp:sp>
    <dsp:sp modelId="{763FBBC7-BE19-CC4F-BD6D-7A481E3BC318}">
      <dsp:nvSpPr>
        <dsp:cNvPr id="0" name=""/>
        <dsp:cNvSpPr/>
      </dsp:nvSpPr>
      <dsp:spPr>
        <a:xfrm>
          <a:off x="6998994" y="689754"/>
          <a:ext cx="2842050" cy="1705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263" tIns="146181" rIns="139263" bIns="146181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∗ Applicability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∗	You have duplicates values in data set; it is silly to use this pattern otherwise.</a:t>
          </a:r>
        </a:p>
      </dsp:txBody>
      <dsp:txXfrm>
        <a:off x="6998994" y="689754"/>
        <a:ext cx="2842050" cy="170523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EE1574-C04C-3443-8509-13DBCB091092}">
      <dsp:nvSpPr>
        <dsp:cNvPr id="0" name=""/>
        <dsp:cNvSpPr/>
      </dsp:nvSpPr>
      <dsp:spPr>
        <a:xfrm>
          <a:off x="1576499" y="409"/>
          <a:ext cx="3578572" cy="214714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Intent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Transform your row-based data to a hierarchical format, such as JSON or XML</a:t>
          </a:r>
        </a:p>
      </dsp:txBody>
      <dsp:txXfrm>
        <a:off x="1576499" y="409"/>
        <a:ext cx="3578572" cy="2147143"/>
      </dsp:txXfrm>
    </dsp:sp>
    <dsp:sp modelId="{4870158F-C4C5-A442-930B-F3AF0268A68D}">
      <dsp:nvSpPr>
        <dsp:cNvPr id="0" name=""/>
        <dsp:cNvSpPr/>
      </dsp:nvSpPr>
      <dsp:spPr>
        <a:xfrm>
          <a:off x="5512928" y="409"/>
          <a:ext cx="3578572" cy="214714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Motivation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Creates new records from data that started in a very different structure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Migrating data from an RDBMS to a Hadoop system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Data doesn’t always come grouped together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Create the denormalized records for MapReduce</a:t>
          </a:r>
        </a:p>
      </dsp:txBody>
      <dsp:txXfrm>
        <a:off x="5512928" y="409"/>
        <a:ext cx="3578572" cy="2147143"/>
      </dsp:txXfrm>
    </dsp:sp>
    <dsp:sp modelId="{DA6E5D9A-8353-FD4A-BF7F-BD7BE1630675}">
      <dsp:nvSpPr>
        <dsp:cNvPr id="0" name=""/>
        <dsp:cNvSpPr/>
      </dsp:nvSpPr>
      <dsp:spPr>
        <a:xfrm>
          <a:off x="3544713" y="2505410"/>
          <a:ext cx="3578572" cy="214714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Applicability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data sources that are linked by some set of foreign keys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data is structured and row-based</a:t>
          </a:r>
        </a:p>
      </dsp:txBody>
      <dsp:txXfrm>
        <a:off x="3544713" y="2505410"/>
        <a:ext cx="3578572" cy="2147143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03C65A-1D72-4A40-806D-4ABDE5EE07CC}">
      <dsp:nvSpPr>
        <dsp:cNvPr id="0" name=""/>
        <dsp:cNvSpPr/>
      </dsp:nvSpPr>
      <dsp:spPr>
        <a:xfrm>
          <a:off x="1283" y="673807"/>
          <a:ext cx="5006206" cy="300372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∗	Known Usage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∗	Pre-joining data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∗	Preparing data for HBase or MongoDB</a:t>
          </a:r>
        </a:p>
      </dsp:txBody>
      <dsp:txXfrm>
        <a:off x="1283" y="673807"/>
        <a:ext cx="5006206" cy="3003723"/>
      </dsp:txXfrm>
    </dsp:sp>
    <dsp:sp modelId="{02E816E7-813C-A542-8E4E-780A2437F564}">
      <dsp:nvSpPr>
        <dsp:cNvPr id="0" name=""/>
        <dsp:cNvSpPr/>
      </dsp:nvSpPr>
      <dsp:spPr>
        <a:xfrm>
          <a:off x="5508110" y="673807"/>
          <a:ext cx="5006206" cy="3003723"/>
        </a:xfrm>
        <a:prstGeom prst="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∗	Performance Analysis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∗	Be aware of how much data is being sent to the reducers from the mappers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∗	Be aware of the memory footprint of the object that the reducer builds</a:t>
          </a:r>
        </a:p>
      </dsp:txBody>
      <dsp:txXfrm>
        <a:off x="5508110" y="673807"/>
        <a:ext cx="5006206" cy="3003723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F480E1-6824-C64C-B3EC-A6CA8FEAA0AD}">
      <dsp:nvSpPr>
        <dsp:cNvPr id="0" name=""/>
        <dsp:cNvSpPr/>
      </dsp:nvSpPr>
      <dsp:spPr>
        <a:xfrm>
          <a:off x="1283" y="673807"/>
          <a:ext cx="5006206" cy="300372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∗	Known Usage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∗	The output folder of the job will have one part file for each partition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∗	Partition pruning by category</a:t>
          </a:r>
        </a:p>
      </dsp:txBody>
      <dsp:txXfrm>
        <a:off x="1283" y="673807"/>
        <a:ext cx="5006206" cy="3003723"/>
      </dsp:txXfrm>
    </dsp:sp>
    <dsp:sp modelId="{2E5BDAD9-7980-8B43-8F79-49788A2066BC}">
      <dsp:nvSpPr>
        <dsp:cNvPr id="0" name=""/>
        <dsp:cNvSpPr/>
      </dsp:nvSpPr>
      <dsp:spPr>
        <a:xfrm>
          <a:off x="5508110" y="673807"/>
          <a:ext cx="5006206" cy="3003723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∗	Performance Analysis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∗	the resulting partitions will likely not have similar number of records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∗	Split very large partitions into several smaller partitions</a:t>
          </a:r>
        </a:p>
      </dsp:txBody>
      <dsp:txXfrm>
        <a:off x="5508110" y="673807"/>
        <a:ext cx="5006206" cy="3003723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1FBF11-81EF-F146-9DA9-992C4659AEBA}">
      <dsp:nvSpPr>
        <dsp:cNvPr id="0" name=""/>
        <dsp:cNvSpPr/>
      </dsp:nvSpPr>
      <dsp:spPr>
        <a:xfrm>
          <a:off x="0" y="4829"/>
          <a:ext cx="9746044" cy="542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∗	Performance Analysis</a:t>
          </a:r>
        </a:p>
      </dsp:txBody>
      <dsp:txXfrm>
        <a:off x="26501" y="31330"/>
        <a:ext cx="9693042" cy="489878"/>
      </dsp:txXfrm>
    </dsp:sp>
    <dsp:sp modelId="{0241BEDB-37B2-6545-B91E-5DD4EC50CD90}">
      <dsp:nvSpPr>
        <dsp:cNvPr id="0" name=""/>
        <dsp:cNvSpPr/>
      </dsp:nvSpPr>
      <dsp:spPr>
        <a:xfrm>
          <a:off x="0" y="631229"/>
          <a:ext cx="9746044" cy="542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∗	The whole data moves across the network to reducers</a:t>
          </a:r>
        </a:p>
      </dsp:txBody>
      <dsp:txXfrm>
        <a:off x="26501" y="657730"/>
        <a:ext cx="9693042" cy="489878"/>
      </dsp:txXfrm>
    </dsp:sp>
    <dsp:sp modelId="{45DF7E6F-00D8-3E40-9201-02F028AB1593}">
      <dsp:nvSpPr>
        <dsp:cNvPr id="0" name=""/>
        <dsp:cNvSpPr/>
      </dsp:nvSpPr>
      <dsp:spPr>
        <a:xfrm>
          <a:off x="0" y="1257629"/>
          <a:ext cx="9746044" cy="542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∗You can optimize by using projection and sending only the required fields</a:t>
          </a:r>
        </a:p>
      </dsp:txBody>
      <dsp:txXfrm>
        <a:off x="26501" y="1284130"/>
        <a:ext cx="9693042" cy="489878"/>
      </dsp:txXfrm>
    </dsp:sp>
    <dsp:sp modelId="{5003278C-2BEB-4742-A196-467EBF696AA4}">
      <dsp:nvSpPr>
        <dsp:cNvPr id="0" name=""/>
        <dsp:cNvSpPr/>
      </dsp:nvSpPr>
      <dsp:spPr>
        <a:xfrm>
          <a:off x="0" y="1884029"/>
          <a:ext cx="9746044" cy="542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∗Number of reducers typically higher than normal</a:t>
          </a:r>
        </a:p>
      </dsp:txBody>
      <dsp:txXfrm>
        <a:off x="26501" y="1910530"/>
        <a:ext cx="9693042" cy="489878"/>
      </dsp:txXfrm>
    </dsp:sp>
    <dsp:sp modelId="{2B8D03E6-728E-4847-AD10-13712A12FC35}">
      <dsp:nvSpPr>
        <dsp:cNvPr id="0" name=""/>
        <dsp:cNvSpPr/>
      </dsp:nvSpPr>
      <dsp:spPr>
        <a:xfrm>
          <a:off x="0" y="2510428"/>
          <a:ext cx="9746044" cy="542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∗If you can use any other Join type for your problem, use that instead</a:t>
          </a:r>
        </a:p>
      </dsp:txBody>
      <dsp:txXfrm>
        <a:off x="26501" y="2536929"/>
        <a:ext cx="9693042" cy="489878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9CDC4A-2011-8647-9521-4DF94ED0EEB1}">
      <dsp:nvSpPr>
        <dsp:cNvPr id="0" name=""/>
        <dsp:cNvSpPr/>
      </dsp:nvSpPr>
      <dsp:spPr>
        <a:xfrm>
          <a:off x="5095897" y="1472378"/>
          <a:ext cx="1415718" cy="6737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9143"/>
              </a:lnTo>
              <a:lnTo>
                <a:pt x="1415718" y="459143"/>
              </a:lnTo>
              <a:lnTo>
                <a:pt x="1415718" y="67375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8E6F0C-5C82-A647-905C-F0CE74DC19C7}">
      <dsp:nvSpPr>
        <dsp:cNvPr id="0" name=""/>
        <dsp:cNvSpPr/>
      </dsp:nvSpPr>
      <dsp:spPr>
        <a:xfrm>
          <a:off x="3680178" y="1472378"/>
          <a:ext cx="1415718" cy="673753"/>
        </a:xfrm>
        <a:custGeom>
          <a:avLst/>
          <a:gdLst/>
          <a:ahLst/>
          <a:cxnLst/>
          <a:rect l="0" t="0" r="0" b="0"/>
          <a:pathLst>
            <a:path>
              <a:moveTo>
                <a:pt x="1415718" y="0"/>
              </a:moveTo>
              <a:lnTo>
                <a:pt x="1415718" y="459143"/>
              </a:lnTo>
              <a:lnTo>
                <a:pt x="0" y="459143"/>
              </a:lnTo>
              <a:lnTo>
                <a:pt x="0" y="67375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890EB4-DF34-C440-A8AA-8EE6D3D12C82}">
      <dsp:nvSpPr>
        <dsp:cNvPr id="0" name=""/>
        <dsp:cNvSpPr/>
      </dsp:nvSpPr>
      <dsp:spPr>
        <a:xfrm>
          <a:off x="3937582" y="1318"/>
          <a:ext cx="2316630" cy="14710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912463-A35E-1B40-ACD0-1B95E78F3D83}">
      <dsp:nvSpPr>
        <dsp:cNvPr id="0" name=""/>
        <dsp:cNvSpPr/>
      </dsp:nvSpPr>
      <dsp:spPr>
        <a:xfrm>
          <a:off x="4194985" y="245851"/>
          <a:ext cx="2316630" cy="14710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∗	Performance Analysis</a:t>
          </a:r>
        </a:p>
      </dsp:txBody>
      <dsp:txXfrm>
        <a:off x="4238071" y="288937"/>
        <a:ext cx="2230458" cy="1384888"/>
      </dsp:txXfrm>
    </dsp:sp>
    <dsp:sp modelId="{BA364C40-CD7F-DE45-B20C-4969E0DBAA00}">
      <dsp:nvSpPr>
        <dsp:cNvPr id="0" name=""/>
        <dsp:cNvSpPr/>
      </dsp:nvSpPr>
      <dsp:spPr>
        <a:xfrm>
          <a:off x="2521863" y="2146131"/>
          <a:ext cx="2316630" cy="14710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C890F1-4E0E-A546-9C25-D9623EC6FD58}">
      <dsp:nvSpPr>
        <dsp:cNvPr id="0" name=""/>
        <dsp:cNvSpPr/>
      </dsp:nvSpPr>
      <dsp:spPr>
        <a:xfrm>
          <a:off x="2779267" y="2390664"/>
          <a:ext cx="2316630" cy="14710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∗	A replicated join can be the fastest type of join executed because there is no reducer required</a:t>
          </a:r>
        </a:p>
      </dsp:txBody>
      <dsp:txXfrm>
        <a:off x="2822353" y="2433750"/>
        <a:ext cx="2230458" cy="1384888"/>
      </dsp:txXfrm>
    </dsp:sp>
    <dsp:sp modelId="{3B0B9F65-47CF-F940-926E-B211E54E40BC}">
      <dsp:nvSpPr>
        <dsp:cNvPr id="0" name=""/>
        <dsp:cNvSpPr/>
      </dsp:nvSpPr>
      <dsp:spPr>
        <a:xfrm>
          <a:off x="5353300" y="2146131"/>
          <a:ext cx="2316630" cy="14710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F75FA4-489D-5F40-9C10-12C3F297E7C7}">
      <dsp:nvSpPr>
        <dsp:cNvPr id="0" name=""/>
        <dsp:cNvSpPr/>
      </dsp:nvSpPr>
      <dsp:spPr>
        <a:xfrm>
          <a:off x="5610704" y="2390664"/>
          <a:ext cx="2316630" cy="14710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∗	The amount of data that can be stored safely inside JVM</a:t>
          </a:r>
        </a:p>
      </dsp:txBody>
      <dsp:txXfrm>
        <a:off x="5653790" y="2433750"/>
        <a:ext cx="2230458" cy="1384888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E5D1AA-AB9F-6442-9068-8385D27C3872}">
      <dsp:nvSpPr>
        <dsp:cNvPr id="0" name=""/>
        <dsp:cNvSpPr/>
      </dsp:nvSpPr>
      <dsp:spPr>
        <a:xfrm>
          <a:off x="0" y="5504"/>
          <a:ext cx="7468150" cy="879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MapReduce is the system used to process data in the Hadoop cluster Consists of two phases</a:t>
          </a:r>
        </a:p>
      </dsp:txBody>
      <dsp:txXfrm>
        <a:off x="42950" y="48454"/>
        <a:ext cx="7382250" cy="793940"/>
      </dsp:txXfrm>
    </dsp:sp>
    <dsp:sp modelId="{BB90980F-2BB2-E749-9F67-D2B1141B0969}">
      <dsp:nvSpPr>
        <dsp:cNvPr id="0" name=""/>
        <dsp:cNvSpPr/>
      </dsp:nvSpPr>
      <dsp:spPr>
        <a:xfrm>
          <a:off x="0" y="885344"/>
          <a:ext cx="7468150" cy="778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7114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Map &amp; Reduce</a:t>
          </a:r>
        </a:p>
      </dsp:txBody>
      <dsp:txXfrm>
        <a:off x="0" y="885344"/>
        <a:ext cx="7468150" cy="778320"/>
      </dsp:txXfrm>
    </dsp:sp>
    <dsp:sp modelId="{73E2EC1A-0889-664F-B588-5CEA0FF75B86}">
      <dsp:nvSpPr>
        <dsp:cNvPr id="0" name=""/>
        <dsp:cNvSpPr/>
      </dsp:nvSpPr>
      <dsp:spPr>
        <a:xfrm>
          <a:off x="0" y="1663665"/>
          <a:ext cx="7468150" cy="879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Between the two is a stage known as the shuffle and sort Data Locality</a:t>
          </a:r>
        </a:p>
      </dsp:txBody>
      <dsp:txXfrm>
        <a:off x="42950" y="1706615"/>
        <a:ext cx="7382250" cy="793940"/>
      </dsp:txXfrm>
    </dsp:sp>
    <dsp:sp modelId="{5E4104BF-B0E0-6446-BEE4-047C82A6A7FF}">
      <dsp:nvSpPr>
        <dsp:cNvPr id="0" name=""/>
        <dsp:cNvSpPr/>
      </dsp:nvSpPr>
      <dsp:spPr>
        <a:xfrm>
          <a:off x="0" y="2543505"/>
          <a:ext cx="7468150" cy="972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7114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Each Map task operates on a discrete portion of the overall dataset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Typically one HDFS block of data</a:t>
          </a:r>
        </a:p>
      </dsp:txBody>
      <dsp:txXfrm>
        <a:off x="0" y="2543505"/>
        <a:ext cx="7468150" cy="972900"/>
      </dsp:txXfrm>
    </dsp:sp>
    <dsp:sp modelId="{7AB6D62A-BA1E-C643-B958-F9078E7579EE}">
      <dsp:nvSpPr>
        <dsp:cNvPr id="0" name=""/>
        <dsp:cNvSpPr/>
      </dsp:nvSpPr>
      <dsp:spPr>
        <a:xfrm>
          <a:off x="0" y="3516405"/>
          <a:ext cx="7468150" cy="879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After all Maps are complete, the MapReduce system distributes the intermediate data to nodes which perform the Reduce phase</a:t>
          </a:r>
        </a:p>
      </dsp:txBody>
      <dsp:txXfrm>
        <a:off x="42950" y="3559355"/>
        <a:ext cx="7382250" cy="793940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573BAB-F7CE-D647-B81A-11F97797626E}">
      <dsp:nvSpPr>
        <dsp:cNvPr id="0" name=""/>
        <dsp:cNvSpPr/>
      </dsp:nvSpPr>
      <dsp:spPr>
        <a:xfrm>
          <a:off x="0" y="2170"/>
          <a:ext cx="5653660" cy="49729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MapReduce is a </a:t>
          </a:r>
          <a:r>
            <a:rPr lang="en-US" sz="1600" b="1" kern="1200"/>
            <a:t>programming model</a:t>
          </a:r>
          <a:r>
            <a:rPr lang="en-US" sz="1600" kern="1200"/>
            <a:t> for processing large-scale data in parallel.</a:t>
          </a:r>
        </a:p>
      </dsp:txBody>
      <dsp:txXfrm>
        <a:off x="24276" y="26446"/>
        <a:ext cx="5605108" cy="448743"/>
      </dsp:txXfrm>
    </dsp:sp>
    <dsp:sp modelId="{4AFEE271-2DBF-6140-9D98-66C600B47F26}">
      <dsp:nvSpPr>
        <dsp:cNvPr id="0" name=""/>
        <dsp:cNvSpPr/>
      </dsp:nvSpPr>
      <dsp:spPr>
        <a:xfrm>
          <a:off x="0" y="510800"/>
          <a:ext cx="5653660" cy="497295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What MapReduce does:</a:t>
          </a:r>
          <a:endParaRPr lang="en-US" sz="1600" kern="1200"/>
        </a:p>
      </dsp:txBody>
      <dsp:txXfrm>
        <a:off x="24276" y="535076"/>
        <a:ext cx="5605108" cy="448743"/>
      </dsp:txXfrm>
    </dsp:sp>
    <dsp:sp modelId="{2CA232CC-0325-A747-91FF-24F1BB02E316}">
      <dsp:nvSpPr>
        <dsp:cNvPr id="0" name=""/>
        <dsp:cNvSpPr/>
      </dsp:nvSpPr>
      <dsp:spPr>
        <a:xfrm>
          <a:off x="0" y="1019431"/>
          <a:ext cx="5653660" cy="497295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Breaks a big job into small tasks</a:t>
          </a:r>
        </a:p>
      </dsp:txBody>
      <dsp:txXfrm>
        <a:off x="24276" y="1043707"/>
        <a:ext cx="5605108" cy="448743"/>
      </dsp:txXfrm>
    </dsp:sp>
    <dsp:sp modelId="{BBD7C2D4-AC1B-FD4F-8C6F-76BC325C6193}">
      <dsp:nvSpPr>
        <dsp:cNvPr id="0" name=""/>
        <dsp:cNvSpPr/>
      </dsp:nvSpPr>
      <dsp:spPr>
        <a:xfrm>
          <a:off x="0" y="1528061"/>
          <a:ext cx="5653660" cy="497295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Performs:</a:t>
          </a:r>
          <a:br>
            <a:rPr lang="en-US" sz="1600" kern="1200"/>
          </a:br>
          <a:r>
            <a:rPr lang="en-US" sz="1600" b="1" kern="1200"/>
            <a:t>Map → Shuffle → Reduce</a:t>
          </a:r>
          <a:endParaRPr lang="en-US" sz="1600" kern="1200"/>
        </a:p>
      </dsp:txBody>
      <dsp:txXfrm>
        <a:off x="24276" y="1552337"/>
        <a:ext cx="5605108" cy="448743"/>
      </dsp:txXfrm>
    </dsp:sp>
    <dsp:sp modelId="{79B5A7C4-30F1-4340-A763-EF734BF45975}">
      <dsp:nvSpPr>
        <dsp:cNvPr id="0" name=""/>
        <dsp:cNvSpPr/>
      </dsp:nvSpPr>
      <dsp:spPr>
        <a:xfrm>
          <a:off x="0" y="2036691"/>
          <a:ext cx="5653660" cy="497295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Runs tasks across many machines</a:t>
          </a:r>
        </a:p>
      </dsp:txBody>
      <dsp:txXfrm>
        <a:off x="24276" y="2060967"/>
        <a:ext cx="5605108" cy="448743"/>
      </dsp:txXfrm>
    </dsp:sp>
    <dsp:sp modelId="{04947856-5C1A-5947-9CBF-ABEEF71BE183}">
      <dsp:nvSpPr>
        <dsp:cNvPr id="0" name=""/>
        <dsp:cNvSpPr/>
      </dsp:nvSpPr>
      <dsp:spPr>
        <a:xfrm>
          <a:off x="0" y="2545321"/>
          <a:ext cx="5653660" cy="49729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Works best for batch, long-running processes</a:t>
          </a:r>
        </a:p>
      </dsp:txBody>
      <dsp:txXfrm>
        <a:off x="24276" y="2569597"/>
        <a:ext cx="5605108" cy="448743"/>
      </dsp:txXfrm>
    </dsp:sp>
    <dsp:sp modelId="{EEFAF2CC-3DD3-C244-A606-D5A4D5352283}">
      <dsp:nvSpPr>
        <dsp:cNvPr id="0" name=""/>
        <dsp:cNvSpPr/>
      </dsp:nvSpPr>
      <dsp:spPr>
        <a:xfrm>
          <a:off x="0" y="3053951"/>
          <a:ext cx="5653660" cy="497295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Think of MapReduce like:</a:t>
          </a:r>
          <a:endParaRPr lang="en-US" sz="1600" kern="1200"/>
        </a:p>
      </dsp:txBody>
      <dsp:txXfrm>
        <a:off x="24276" y="3078227"/>
        <a:ext cx="5605108" cy="448743"/>
      </dsp:txXfrm>
    </dsp:sp>
    <dsp:sp modelId="{6DF9BC11-EBF1-8D40-8BAA-363538A869D6}">
      <dsp:nvSpPr>
        <dsp:cNvPr id="0" name=""/>
        <dsp:cNvSpPr/>
      </dsp:nvSpPr>
      <dsp:spPr>
        <a:xfrm>
          <a:off x="0" y="3562581"/>
          <a:ext cx="5653660" cy="497295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The actual airplane</a:t>
          </a:r>
          <a:r>
            <a:rPr lang="en-US" sz="1600" kern="1200"/>
            <a:t> — doing the work (processing data), scheduled by YARN.</a:t>
          </a:r>
        </a:p>
      </dsp:txBody>
      <dsp:txXfrm>
        <a:off x="24276" y="3586857"/>
        <a:ext cx="5605108" cy="448743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F369CD-0353-7E42-9654-2D1B618BCFC2}">
      <dsp:nvSpPr>
        <dsp:cNvPr id="0" name=""/>
        <dsp:cNvSpPr/>
      </dsp:nvSpPr>
      <dsp:spPr>
        <a:xfrm rot="5400000">
          <a:off x="115917" y="728724"/>
          <a:ext cx="1138350" cy="13738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A356220-3961-5940-B8C7-B3AE36FDF0F6}">
      <dsp:nvSpPr>
        <dsp:cNvPr id="0" name=""/>
        <dsp:cNvSpPr/>
      </dsp:nvSpPr>
      <dsp:spPr>
        <a:xfrm>
          <a:off x="376499" y="328"/>
          <a:ext cx="1526554" cy="9159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Before Hadoop 2.0:</a:t>
          </a:r>
        </a:p>
      </dsp:txBody>
      <dsp:txXfrm>
        <a:off x="403326" y="27155"/>
        <a:ext cx="1472900" cy="862278"/>
      </dsp:txXfrm>
    </dsp:sp>
    <dsp:sp modelId="{349BDCA0-8F58-AE42-8B1E-6D0DDEFD2CE3}">
      <dsp:nvSpPr>
        <dsp:cNvPr id="0" name=""/>
        <dsp:cNvSpPr/>
      </dsp:nvSpPr>
      <dsp:spPr>
        <a:xfrm rot="5400000">
          <a:off x="115917" y="1873640"/>
          <a:ext cx="1138350" cy="137389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3197983-56A6-5B41-9D1F-E6E8CF3A7D1E}">
      <dsp:nvSpPr>
        <dsp:cNvPr id="0" name=""/>
        <dsp:cNvSpPr/>
      </dsp:nvSpPr>
      <dsp:spPr>
        <a:xfrm>
          <a:off x="376499" y="1145244"/>
          <a:ext cx="1526554" cy="9159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MapReduce = both compute engine + resource manager</a:t>
          </a:r>
        </a:p>
      </dsp:txBody>
      <dsp:txXfrm>
        <a:off x="403326" y="1172071"/>
        <a:ext cx="1472900" cy="862278"/>
      </dsp:txXfrm>
    </dsp:sp>
    <dsp:sp modelId="{6C6DDF43-7DD6-534D-B2D2-F85CD7F1AD88}">
      <dsp:nvSpPr>
        <dsp:cNvPr id="0" name=""/>
        <dsp:cNvSpPr/>
      </dsp:nvSpPr>
      <dsp:spPr>
        <a:xfrm rot="5400000">
          <a:off x="115917" y="3018556"/>
          <a:ext cx="1138350" cy="137389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5A6CEAE-F08E-F047-B8AA-98A305658800}">
      <dsp:nvSpPr>
        <dsp:cNvPr id="0" name=""/>
        <dsp:cNvSpPr/>
      </dsp:nvSpPr>
      <dsp:spPr>
        <a:xfrm>
          <a:off x="376499" y="2290160"/>
          <a:ext cx="1526554" cy="9159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Only one type of job could run: MapReduce</a:t>
          </a:r>
        </a:p>
      </dsp:txBody>
      <dsp:txXfrm>
        <a:off x="403326" y="2316987"/>
        <a:ext cx="1472900" cy="862278"/>
      </dsp:txXfrm>
    </dsp:sp>
    <dsp:sp modelId="{47F993F7-1203-2D4D-8C84-F59B04AF4AFD}">
      <dsp:nvSpPr>
        <dsp:cNvPr id="0" name=""/>
        <dsp:cNvSpPr/>
      </dsp:nvSpPr>
      <dsp:spPr>
        <a:xfrm>
          <a:off x="688375" y="3591014"/>
          <a:ext cx="2023752" cy="137389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08A6C07-696B-F84D-BE12-41AB3852077C}">
      <dsp:nvSpPr>
        <dsp:cNvPr id="0" name=""/>
        <dsp:cNvSpPr/>
      </dsp:nvSpPr>
      <dsp:spPr>
        <a:xfrm>
          <a:off x="376499" y="3435076"/>
          <a:ext cx="1526554" cy="9159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After Hadoop 2.0 (with YARN):</a:t>
          </a:r>
        </a:p>
      </dsp:txBody>
      <dsp:txXfrm>
        <a:off x="403326" y="3461903"/>
        <a:ext cx="1472900" cy="862278"/>
      </dsp:txXfrm>
    </dsp:sp>
    <dsp:sp modelId="{5049F039-180A-394A-AB68-90FFD91DF218}">
      <dsp:nvSpPr>
        <dsp:cNvPr id="0" name=""/>
        <dsp:cNvSpPr/>
      </dsp:nvSpPr>
      <dsp:spPr>
        <a:xfrm rot="16200000">
          <a:off x="2146235" y="3018556"/>
          <a:ext cx="1138350" cy="137389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2E3A57A-0B57-A44C-A4A8-05A9F01A502F}">
      <dsp:nvSpPr>
        <dsp:cNvPr id="0" name=""/>
        <dsp:cNvSpPr/>
      </dsp:nvSpPr>
      <dsp:spPr>
        <a:xfrm>
          <a:off x="2406816" y="3435076"/>
          <a:ext cx="1526554" cy="9159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YARN handles cluster resources</a:t>
          </a:r>
        </a:p>
      </dsp:txBody>
      <dsp:txXfrm>
        <a:off x="2433643" y="3461903"/>
        <a:ext cx="1472900" cy="862278"/>
      </dsp:txXfrm>
    </dsp:sp>
    <dsp:sp modelId="{116F12B5-D274-B949-9546-E5BE9B0C8F25}">
      <dsp:nvSpPr>
        <dsp:cNvPr id="0" name=""/>
        <dsp:cNvSpPr/>
      </dsp:nvSpPr>
      <dsp:spPr>
        <a:xfrm rot="16200000">
          <a:off x="2146235" y="1873640"/>
          <a:ext cx="1138350" cy="13738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C4C464D-5B84-F94F-920D-D9491491A5ED}">
      <dsp:nvSpPr>
        <dsp:cNvPr id="0" name=""/>
        <dsp:cNvSpPr/>
      </dsp:nvSpPr>
      <dsp:spPr>
        <a:xfrm>
          <a:off x="2406816" y="2290160"/>
          <a:ext cx="1526554" cy="9159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MapReduce becomes just one of the processing frameworks</a:t>
          </a:r>
        </a:p>
      </dsp:txBody>
      <dsp:txXfrm>
        <a:off x="2433643" y="2316987"/>
        <a:ext cx="1472900" cy="862278"/>
      </dsp:txXfrm>
    </dsp:sp>
    <dsp:sp modelId="{F22CED92-1CED-1C49-974E-A27A8AA785A4}">
      <dsp:nvSpPr>
        <dsp:cNvPr id="0" name=""/>
        <dsp:cNvSpPr/>
      </dsp:nvSpPr>
      <dsp:spPr>
        <a:xfrm rot="16200000">
          <a:off x="2146235" y="728724"/>
          <a:ext cx="1138350" cy="137389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E729C6D-9739-BC4A-AFC7-33BA92CDD67D}">
      <dsp:nvSpPr>
        <dsp:cNvPr id="0" name=""/>
        <dsp:cNvSpPr/>
      </dsp:nvSpPr>
      <dsp:spPr>
        <a:xfrm>
          <a:off x="2406816" y="1145244"/>
          <a:ext cx="1526554" cy="9159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So now, on Hadoop you can run:</a:t>
          </a:r>
        </a:p>
      </dsp:txBody>
      <dsp:txXfrm>
        <a:off x="2433643" y="1172071"/>
        <a:ext cx="1472900" cy="862278"/>
      </dsp:txXfrm>
    </dsp:sp>
    <dsp:sp modelId="{95FE5DBC-906A-A347-96EB-FD5076BEE17C}">
      <dsp:nvSpPr>
        <dsp:cNvPr id="0" name=""/>
        <dsp:cNvSpPr/>
      </dsp:nvSpPr>
      <dsp:spPr>
        <a:xfrm>
          <a:off x="2718693" y="156266"/>
          <a:ext cx="2023752" cy="137389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DD48D2F-3B57-304B-A9C9-F9BCF8677F40}">
      <dsp:nvSpPr>
        <dsp:cNvPr id="0" name=""/>
        <dsp:cNvSpPr/>
      </dsp:nvSpPr>
      <dsp:spPr>
        <a:xfrm>
          <a:off x="2406816" y="328"/>
          <a:ext cx="1526554" cy="9159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MapReduce</a:t>
          </a:r>
        </a:p>
      </dsp:txBody>
      <dsp:txXfrm>
        <a:off x="2433643" y="27155"/>
        <a:ext cx="1472900" cy="862278"/>
      </dsp:txXfrm>
    </dsp:sp>
    <dsp:sp modelId="{B994AC59-2868-E540-ACF7-611A624F47CE}">
      <dsp:nvSpPr>
        <dsp:cNvPr id="0" name=""/>
        <dsp:cNvSpPr/>
      </dsp:nvSpPr>
      <dsp:spPr>
        <a:xfrm rot="5400000">
          <a:off x="4176552" y="728724"/>
          <a:ext cx="1138350" cy="137389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2DDB35E-B6E2-8F41-9B92-20A2F6F4CC6B}">
      <dsp:nvSpPr>
        <dsp:cNvPr id="0" name=""/>
        <dsp:cNvSpPr/>
      </dsp:nvSpPr>
      <dsp:spPr>
        <a:xfrm>
          <a:off x="4437134" y="328"/>
          <a:ext cx="1526554" cy="9159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Spark</a:t>
          </a:r>
        </a:p>
      </dsp:txBody>
      <dsp:txXfrm>
        <a:off x="4463961" y="27155"/>
        <a:ext cx="1472900" cy="862278"/>
      </dsp:txXfrm>
    </dsp:sp>
    <dsp:sp modelId="{F264C076-AD33-C24F-BCE6-A6421960D6BC}">
      <dsp:nvSpPr>
        <dsp:cNvPr id="0" name=""/>
        <dsp:cNvSpPr/>
      </dsp:nvSpPr>
      <dsp:spPr>
        <a:xfrm rot="5400000">
          <a:off x="4176552" y="1873640"/>
          <a:ext cx="1138350" cy="137389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0EE907D-AA61-C441-9820-F6906D284DBA}">
      <dsp:nvSpPr>
        <dsp:cNvPr id="0" name=""/>
        <dsp:cNvSpPr/>
      </dsp:nvSpPr>
      <dsp:spPr>
        <a:xfrm>
          <a:off x="4437134" y="1145244"/>
          <a:ext cx="1526554" cy="9159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Tez</a:t>
          </a:r>
        </a:p>
      </dsp:txBody>
      <dsp:txXfrm>
        <a:off x="4463961" y="1172071"/>
        <a:ext cx="1472900" cy="862278"/>
      </dsp:txXfrm>
    </dsp:sp>
    <dsp:sp modelId="{31F6251A-A9C8-DE41-BC24-7DC26AB30121}">
      <dsp:nvSpPr>
        <dsp:cNvPr id="0" name=""/>
        <dsp:cNvSpPr/>
      </dsp:nvSpPr>
      <dsp:spPr>
        <a:xfrm rot="5400000">
          <a:off x="4176552" y="3018556"/>
          <a:ext cx="1138350" cy="13738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C3A6E0A-A660-F747-AFBB-954B20967374}">
      <dsp:nvSpPr>
        <dsp:cNvPr id="0" name=""/>
        <dsp:cNvSpPr/>
      </dsp:nvSpPr>
      <dsp:spPr>
        <a:xfrm>
          <a:off x="4437134" y="2290160"/>
          <a:ext cx="1526554" cy="9159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Flink</a:t>
          </a:r>
        </a:p>
      </dsp:txBody>
      <dsp:txXfrm>
        <a:off x="4463961" y="2316987"/>
        <a:ext cx="1472900" cy="862278"/>
      </dsp:txXfrm>
    </dsp:sp>
    <dsp:sp modelId="{84FA8940-6C21-2E49-9A97-8C6A86A9C736}">
      <dsp:nvSpPr>
        <dsp:cNvPr id="0" name=""/>
        <dsp:cNvSpPr/>
      </dsp:nvSpPr>
      <dsp:spPr>
        <a:xfrm>
          <a:off x="4749010" y="3591014"/>
          <a:ext cx="2023752" cy="137389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B69CD26-692E-EF45-8E40-DE431159595F}">
      <dsp:nvSpPr>
        <dsp:cNvPr id="0" name=""/>
        <dsp:cNvSpPr/>
      </dsp:nvSpPr>
      <dsp:spPr>
        <a:xfrm>
          <a:off x="4437134" y="3435076"/>
          <a:ext cx="1526554" cy="9159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Storm</a:t>
          </a:r>
        </a:p>
      </dsp:txBody>
      <dsp:txXfrm>
        <a:off x="4463961" y="3461903"/>
        <a:ext cx="1472900" cy="862278"/>
      </dsp:txXfrm>
    </dsp:sp>
    <dsp:sp modelId="{EC3FC302-3953-9F40-92D2-31CE0893C2F9}">
      <dsp:nvSpPr>
        <dsp:cNvPr id="0" name=""/>
        <dsp:cNvSpPr/>
      </dsp:nvSpPr>
      <dsp:spPr>
        <a:xfrm rot="16200000">
          <a:off x="6206870" y="3018556"/>
          <a:ext cx="1138350" cy="137389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7B52D60-0E03-904F-A3E7-652759CEEC0E}">
      <dsp:nvSpPr>
        <dsp:cNvPr id="0" name=""/>
        <dsp:cNvSpPr/>
      </dsp:nvSpPr>
      <dsp:spPr>
        <a:xfrm>
          <a:off x="6467452" y="3435076"/>
          <a:ext cx="1526554" cy="9159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And more…</a:t>
          </a:r>
        </a:p>
      </dsp:txBody>
      <dsp:txXfrm>
        <a:off x="6494279" y="3461903"/>
        <a:ext cx="1472900" cy="862278"/>
      </dsp:txXfrm>
    </dsp:sp>
    <dsp:sp modelId="{C95755F7-B4ED-6B49-AE6B-1A614D4F81C2}">
      <dsp:nvSpPr>
        <dsp:cNvPr id="0" name=""/>
        <dsp:cNvSpPr/>
      </dsp:nvSpPr>
      <dsp:spPr>
        <a:xfrm>
          <a:off x="6467452" y="2290160"/>
          <a:ext cx="1526554" cy="9159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All managed by YARN.</a:t>
          </a:r>
        </a:p>
      </dsp:txBody>
      <dsp:txXfrm>
        <a:off x="6494279" y="2316987"/>
        <a:ext cx="1472900" cy="8622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412C6-3FFE-29D6-02DF-44D325656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B9C20A-97EA-132D-4D63-A1E365EA54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46BAA-B778-07D9-0ADC-F20ACE46A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18526-8D8D-60CC-6540-70EC14AF4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C791E-6588-D3FD-5BEA-CFEA5E78F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53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8C6EC-CF86-465E-FBF5-44B468022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308D5-C854-0E41-E748-9664C8DB7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217C9-3519-56EC-6B4A-DBB600D6D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22E58-AAE8-7B23-5AEB-7980485D2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6394F-5454-058E-93E2-1C73E768D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878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D1FB2-A43A-0B1A-120D-EDBBC0A34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B5B4D-E497-61FD-39AA-CDB2E4851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39C32-C075-CEC2-5CCC-6921D9A29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8AB46-86C4-1F14-F4E5-C5BE5C767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FA653-06BF-BD12-19B6-A7FF7F418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985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AE70F-5D86-0BFE-E1A8-3ABE1441E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65B24-7E3B-0E77-0964-4EF3B12673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FD5FB3-CC00-4A81-FE11-9D6928636A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C86611-E8A2-B39E-8981-FB815773F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401642-CA3D-CB59-8A49-9697B0A0D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573E0A-3890-1862-FCDA-BA6B8F471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591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83F44-3121-3719-CD48-C5CF1DD5B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C4FC27-377C-BE4F-F8B3-038863735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04AFDB-A83A-84D5-20E9-A50148C5B8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81984E-3AB0-864F-DE7B-B7D2E168DA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DDDF6A-8F7E-48DC-503F-4DF728026D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2E31A8-399A-1A9E-8CCB-C108FE6AA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479BEF-2C21-BA37-8795-64D65D72D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E6FB27-EEDF-268F-6D75-665B167F4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284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08169-7FF7-D2EA-0608-3B4823F4A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095A41-E766-EBC7-446D-19DEC4782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0FA493-B0B3-A1F0-C487-C0BEA6AAA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D673CD-E8D7-A120-3267-772FC8F4A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776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CDA820-CF55-AD24-79E5-478BCD658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BDE441-207A-828E-E38E-9AD7DD1E4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758CF1-2F82-2745-C356-AF52422C0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04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223F8-8B00-BE7A-C4F9-DB27789AE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1866D-C18C-BE40-73F9-AFA38F721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84EA8-417F-AAE5-8AA9-A7AB184A0F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CA07A7-67A6-4987-821C-8FAEEAF18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DC546E-3D17-6BAD-6532-EAB307CFA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DA8829-1980-8EBF-98B6-4FA940202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793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63768-B6BC-033B-B54E-9DF926070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3D6E04-244C-E05D-5922-F9E717D25D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285E8A-02A0-04BD-CAB8-09B915829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817B5E-22E5-F1A3-0C00-210C69109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07F80E-AB7A-3819-8F1D-0E4D91627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949EF-982F-A13E-0351-50F1C8929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42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4D418-A0F6-AB2B-A673-BB4000E0E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AC887C-AF21-9904-9B0B-E28808331A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84E16-26D5-C374-77FF-159415410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9D093-E900-B3DF-209B-403EE2F55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B1FD2-1ECC-6D29-BC25-30B0B20F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61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A3D41E-85F7-3F8D-A331-18A53D7D5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ED5254-0590-B407-2A63-2347B9894C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841CD-1441-6536-AECF-4E5BDEF51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9F5873-12B7-7872-272A-0C836374C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C19D4-F1AA-8B87-26AE-C1F9CAE3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1366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85146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B7DBF4-23E4-6789-8049-3D6CCF6C0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74DDD7-3003-BCD2-386A-9E0AFF082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B8739-DFB6-52AE-D815-ABA4DCE46A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FDC0A-1B99-C0FB-F695-46F632BE5D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B20EE-07AB-30D2-AF69-4CD01ECC92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646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jp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1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loudera.com/" TargetMode="Externa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hortonworks.com/" TargetMode="Externa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hyperlink" Target="http://hadoop.apache.org/common/docs/r0.20.2/hdfs_shell.html" TargetMode="Externa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1.xml"/><Relationship Id="rId7" Type="http://schemas.microsoft.com/office/2007/relationships/diagramDrawing" Target="../diagrams/drawing21.xml"/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1.xml"/><Relationship Id="rId5" Type="http://schemas.openxmlformats.org/officeDocument/2006/relationships/diagramQuickStyle" Target="../diagrams/quickStyle21.xml"/><Relationship Id="rId4" Type="http://schemas.openxmlformats.org/officeDocument/2006/relationships/diagramLayout" Target="../diagrams/layout2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09600"/>
            <a:ext cx="12192000" cy="6858127"/>
            <a:chOff x="0" y="0"/>
            <a:chExt cx="12192000" cy="6858127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800" y="228600"/>
              <a:ext cx="11594592" cy="603504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072628" y="5498591"/>
              <a:ext cx="3840479" cy="716280"/>
            </a:xfrm>
            <a:custGeom>
              <a:avLst/>
              <a:gdLst/>
              <a:ahLst/>
              <a:cxnLst/>
              <a:rect l="l" t="t" r="r" b="b"/>
              <a:pathLst>
                <a:path w="3840479" h="716279">
                  <a:moveTo>
                    <a:pt x="3840479" y="0"/>
                  </a:moveTo>
                  <a:lnTo>
                    <a:pt x="3831971" y="0"/>
                  </a:lnTo>
                  <a:lnTo>
                    <a:pt x="3670173" y="20193"/>
                  </a:lnTo>
                  <a:lnTo>
                    <a:pt x="3164967" y="91770"/>
                  </a:lnTo>
                  <a:lnTo>
                    <a:pt x="2807207" y="149974"/>
                  </a:lnTo>
                  <a:lnTo>
                    <a:pt x="2432557" y="217119"/>
                  </a:lnTo>
                  <a:lnTo>
                    <a:pt x="2089150" y="282028"/>
                  </a:lnTo>
                  <a:lnTo>
                    <a:pt x="1124077" y="445439"/>
                  </a:lnTo>
                  <a:lnTo>
                    <a:pt x="828801" y="490207"/>
                  </a:lnTo>
                  <a:lnTo>
                    <a:pt x="266826" y="568540"/>
                  </a:lnTo>
                  <a:lnTo>
                    <a:pt x="0" y="602119"/>
                  </a:lnTo>
                  <a:lnTo>
                    <a:pt x="184530" y="622261"/>
                  </a:lnTo>
                  <a:lnTo>
                    <a:pt x="530860" y="655840"/>
                  </a:lnTo>
                  <a:lnTo>
                    <a:pt x="860044" y="682701"/>
                  </a:lnTo>
                  <a:lnTo>
                    <a:pt x="1166622" y="700608"/>
                  </a:lnTo>
                  <a:lnTo>
                    <a:pt x="1314196" y="707326"/>
                  </a:lnTo>
                  <a:lnTo>
                    <a:pt x="1458976" y="711796"/>
                  </a:lnTo>
                  <a:lnTo>
                    <a:pt x="1731518" y="716280"/>
                  </a:lnTo>
                  <a:lnTo>
                    <a:pt x="1862074" y="716280"/>
                  </a:lnTo>
                  <a:lnTo>
                    <a:pt x="2114677" y="711796"/>
                  </a:lnTo>
                  <a:lnTo>
                    <a:pt x="2233929" y="707326"/>
                  </a:lnTo>
                  <a:lnTo>
                    <a:pt x="2461005" y="693889"/>
                  </a:lnTo>
                  <a:lnTo>
                    <a:pt x="2571623" y="684936"/>
                  </a:lnTo>
                  <a:lnTo>
                    <a:pt x="2781680" y="662559"/>
                  </a:lnTo>
                  <a:lnTo>
                    <a:pt x="2980436" y="635698"/>
                  </a:lnTo>
                  <a:lnTo>
                    <a:pt x="3167761" y="604354"/>
                  </a:lnTo>
                  <a:lnTo>
                    <a:pt x="3346577" y="568540"/>
                  </a:lnTo>
                  <a:lnTo>
                    <a:pt x="3516883" y="528256"/>
                  </a:lnTo>
                  <a:lnTo>
                    <a:pt x="3678681" y="483489"/>
                  </a:lnTo>
                  <a:lnTo>
                    <a:pt x="3834765" y="436486"/>
                  </a:lnTo>
                  <a:lnTo>
                    <a:pt x="3840479" y="434238"/>
                  </a:lnTo>
                  <a:lnTo>
                    <a:pt x="3840479" y="0"/>
                  </a:lnTo>
                  <a:close/>
                </a:path>
              </a:pathLst>
            </a:custGeom>
            <a:solidFill>
              <a:srgbClr val="C5E7FB">
                <a:alpha val="290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96055" y="5370576"/>
              <a:ext cx="7402195" cy="852169"/>
            </a:xfrm>
            <a:custGeom>
              <a:avLst/>
              <a:gdLst/>
              <a:ahLst/>
              <a:cxnLst/>
              <a:rect l="l" t="t" r="r" b="b"/>
              <a:pathLst>
                <a:path w="7402195" h="852170">
                  <a:moveTo>
                    <a:pt x="1138174" y="0"/>
                  </a:moveTo>
                  <a:lnTo>
                    <a:pt x="913892" y="0"/>
                  </a:lnTo>
                  <a:lnTo>
                    <a:pt x="703834" y="4445"/>
                  </a:lnTo>
                  <a:lnTo>
                    <a:pt x="508000" y="11176"/>
                  </a:lnTo>
                  <a:lnTo>
                    <a:pt x="326390" y="22352"/>
                  </a:lnTo>
                  <a:lnTo>
                    <a:pt x="156083" y="35814"/>
                  </a:lnTo>
                  <a:lnTo>
                    <a:pt x="0" y="53721"/>
                  </a:lnTo>
                  <a:lnTo>
                    <a:pt x="445643" y="96139"/>
                  </a:lnTo>
                  <a:lnTo>
                    <a:pt x="925195" y="156464"/>
                  </a:lnTo>
                  <a:lnTo>
                    <a:pt x="1439037" y="234784"/>
                  </a:lnTo>
                  <a:lnTo>
                    <a:pt x="1711452" y="279501"/>
                  </a:lnTo>
                  <a:lnTo>
                    <a:pt x="2491994" y="422605"/>
                  </a:lnTo>
                  <a:lnTo>
                    <a:pt x="3417189" y="576884"/>
                  </a:lnTo>
                  <a:lnTo>
                    <a:pt x="4047236" y="668566"/>
                  </a:lnTo>
                  <a:lnTo>
                    <a:pt x="4626229" y="740117"/>
                  </a:lnTo>
                  <a:lnTo>
                    <a:pt x="5321681" y="807199"/>
                  </a:lnTo>
                  <a:lnTo>
                    <a:pt x="5483479" y="818375"/>
                  </a:lnTo>
                  <a:lnTo>
                    <a:pt x="5789930" y="836269"/>
                  </a:lnTo>
                  <a:lnTo>
                    <a:pt x="5937504" y="842975"/>
                  </a:lnTo>
                  <a:lnTo>
                    <a:pt x="6221349" y="851916"/>
                  </a:lnTo>
                  <a:lnTo>
                    <a:pt x="6485382" y="851916"/>
                  </a:lnTo>
                  <a:lnTo>
                    <a:pt x="6735064" y="847445"/>
                  </a:lnTo>
                  <a:lnTo>
                    <a:pt x="6854317" y="842975"/>
                  </a:lnTo>
                  <a:lnTo>
                    <a:pt x="6970649" y="836269"/>
                  </a:lnTo>
                  <a:lnTo>
                    <a:pt x="7299833" y="809434"/>
                  </a:lnTo>
                  <a:lnTo>
                    <a:pt x="7402068" y="798245"/>
                  </a:lnTo>
                  <a:lnTo>
                    <a:pt x="7072884" y="766953"/>
                  </a:lnTo>
                  <a:lnTo>
                    <a:pt x="6723761" y="728941"/>
                  </a:lnTo>
                  <a:lnTo>
                    <a:pt x="5965952" y="630555"/>
                  </a:lnTo>
                  <a:lnTo>
                    <a:pt x="5120132" y="498627"/>
                  </a:lnTo>
                  <a:lnTo>
                    <a:pt x="3806063" y="263842"/>
                  </a:lnTo>
                  <a:lnTo>
                    <a:pt x="3448430" y="205740"/>
                  </a:lnTo>
                  <a:lnTo>
                    <a:pt x="2943225" y="134112"/>
                  </a:lnTo>
                  <a:lnTo>
                    <a:pt x="2625344" y="96139"/>
                  </a:lnTo>
                  <a:lnTo>
                    <a:pt x="2174113" y="51435"/>
                  </a:lnTo>
                  <a:lnTo>
                    <a:pt x="1893062" y="31242"/>
                  </a:lnTo>
                  <a:lnTo>
                    <a:pt x="1629156" y="15621"/>
                  </a:lnTo>
                  <a:lnTo>
                    <a:pt x="1376553" y="4445"/>
                  </a:lnTo>
                  <a:lnTo>
                    <a:pt x="1138174" y="0"/>
                  </a:lnTo>
                  <a:close/>
                </a:path>
              </a:pathLst>
            </a:custGeom>
            <a:solidFill>
              <a:srgbClr val="C5E7FB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77234" y="5369814"/>
              <a:ext cx="8129270" cy="789940"/>
            </a:xfrm>
            <a:custGeom>
              <a:avLst/>
              <a:gdLst/>
              <a:ahLst/>
              <a:cxnLst/>
              <a:rect l="l" t="t" r="r" b="b"/>
              <a:pathLst>
                <a:path w="8129270" h="789939">
                  <a:moveTo>
                    <a:pt x="0" y="91948"/>
                  </a:moveTo>
                  <a:lnTo>
                    <a:pt x="25526" y="87503"/>
                  </a:lnTo>
                  <a:lnTo>
                    <a:pt x="102235" y="76327"/>
                  </a:lnTo>
                  <a:lnTo>
                    <a:pt x="232790" y="60706"/>
                  </a:lnTo>
                  <a:lnTo>
                    <a:pt x="317880" y="51689"/>
                  </a:lnTo>
                  <a:lnTo>
                    <a:pt x="417194" y="42799"/>
                  </a:lnTo>
                  <a:lnTo>
                    <a:pt x="527938" y="36068"/>
                  </a:lnTo>
                  <a:lnTo>
                    <a:pt x="655574" y="29337"/>
                  </a:lnTo>
                  <a:lnTo>
                    <a:pt x="794765" y="22606"/>
                  </a:lnTo>
                  <a:lnTo>
                    <a:pt x="950849" y="18161"/>
                  </a:lnTo>
                  <a:lnTo>
                    <a:pt x="1121155" y="16002"/>
                  </a:lnTo>
                  <a:lnTo>
                    <a:pt x="1305560" y="13716"/>
                  </a:lnTo>
                  <a:lnTo>
                    <a:pt x="1504314" y="16002"/>
                  </a:lnTo>
                  <a:lnTo>
                    <a:pt x="1717166" y="20447"/>
                  </a:lnTo>
                  <a:lnTo>
                    <a:pt x="1947037" y="29337"/>
                  </a:lnTo>
                  <a:lnTo>
                    <a:pt x="2191130" y="40513"/>
                  </a:lnTo>
                  <a:lnTo>
                    <a:pt x="2449449" y="58420"/>
                  </a:lnTo>
                  <a:lnTo>
                    <a:pt x="2724657" y="78486"/>
                  </a:lnTo>
                  <a:lnTo>
                    <a:pt x="3017012" y="103124"/>
                  </a:lnTo>
                  <a:lnTo>
                    <a:pt x="3323590" y="132207"/>
                  </a:lnTo>
                  <a:lnTo>
                    <a:pt x="3647186" y="168021"/>
                  </a:lnTo>
                  <a:lnTo>
                    <a:pt x="3984879" y="208153"/>
                  </a:lnTo>
                  <a:lnTo>
                    <a:pt x="4339717" y="255143"/>
                  </a:lnTo>
                  <a:lnTo>
                    <a:pt x="4711445" y="311035"/>
                  </a:lnTo>
                  <a:lnTo>
                    <a:pt x="5100320" y="371398"/>
                  </a:lnTo>
                  <a:lnTo>
                    <a:pt x="5506212" y="438454"/>
                  </a:lnTo>
                  <a:lnTo>
                    <a:pt x="5929121" y="514464"/>
                  </a:lnTo>
                  <a:lnTo>
                    <a:pt x="6369049" y="597179"/>
                  </a:lnTo>
                  <a:lnTo>
                    <a:pt x="6825996" y="688835"/>
                  </a:lnTo>
                  <a:lnTo>
                    <a:pt x="7299959" y="789432"/>
                  </a:lnTo>
                </a:path>
                <a:path w="8129270" h="789939">
                  <a:moveTo>
                    <a:pt x="3712464" y="652272"/>
                  </a:moveTo>
                  <a:lnTo>
                    <a:pt x="3840225" y="625462"/>
                  </a:lnTo>
                  <a:lnTo>
                    <a:pt x="4189348" y="556221"/>
                  </a:lnTo>
                  <a:lnTo>
                    <a:pt x="4430521" y="509308"/>
                  </a:lnTo>
                  <a:lnTo>
                    <a:pt x="4708779" y="457923"/>
                  </a:lnTo>
                  <a:lnTo>
                    <a:pt x="5018150" y="402082"/>
                  </a:lnTo>
                  <a:lnTo>
                    <a:pt x="5350256" y="341769"/>
                  </a:lnTo>
                  <a:lnTo>
                    <a:pt x="5702172" y="283692"/>
                  </a:lnTo>
                  <a:lnTo>
                    <a:pt x="6062598" y="225615"/>
                  </a:lnTo>
                  <a:lnTo>
                    <a:pt x="6431661" y="171958"/>
                  </a:lnTo>
                  <a:lnTo>
                    <a:pt x="6797802" y="120650"/>
                  </a:lnTo>
                  <a:lnTo>
                    <a:pt x="6979411" y="98298"/>
                  </a:lnTo>
                  <a:lnTo>
                    <a:pt x="7155434" y="75946"/>
                  </a:lnTo>
                  <a:lnTo>
                    <a:pt x="7331456" y="58039"/>
                  </a:lnTo>
                  <a:lnTo>
                    <a:pt x="7501763" y="40259"/>
                  </a:lnTo>
                  <a:lnTo>
                    <a:pt x="7669148" y="26797"/>
                  </a:lnTo>
                  <a:lnTo>
                    <a:pt x="7828152" y="15621"/>
                  </a:lnTo>
                  <a:lnTo>
                    <a:pt x="7981442" y="6731"/>
                  </a:lnTo>
                  <a:lnTo>
                    <a:pt x="8129015" y="0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1940" y="5353811"/>
              <a:ext cx="11631295" cy="1332230"/>
            </a:xfrm>
            <a:custGeom>
              <a:avLst/>
              <a:gdLst/>
              <a:ahLst/>
              <a:cxnLst/>
              <a:rect l="l" t="t" r="r" b="b"/>
              <a:pathLst>
                <a:path w="11631295" h="1332229">
                  <a:moveTo>
                    <a:pt x="2074799" y="0"/>
                  </a:moveTo>
                  <a:lnTo>
                    <a:pt x="1870456" y="0"/>
                  </a:lnTo>
                  <a:lnTo>
                    <a:pt x="1677416" y="4444"/>
                  </a:lnTo>
                  <a:lnTo>
                    <a:pt x="1495805" y="11175"/>
                  </a:lnTo>
                  <a:lnTo>
                    <a:pt x="1166495" y="33528"/>
                  </a:lnTo>
                  <a:lnTo>
                    <a:pt x="1016126" y="49149"/>
                  </a:lnTo>
                  <a:lnTo>
                    <a:pt x="879856" y="64769"/>
                  </a:lnTo>
                  <a:lnTo>
                    <a:pt x="752132" y="82676"/>
                  </a:lnTo>
                  <a:lnTo>
                    <a:pt x="638606" y="102743"/>
                  </a:lnTo>
                  <a:lnTo>
                    <a:pt x="530758" y="120650"/>
                  </a:lnTo>
                  <a:lnTo>
                    <a:pt x="437095" y="140843"/>
                  </a:lnTo>
                  <a:lnTo>
                    <a:pt x="275310" y="178815"/>
                  </a:lnTo>
                  <a:lnTo>
                    <a:pt x="210032" y="196722"/>
                  </a:lnTo>
                  <a:lnTo>
                    <a:pt x="68122" y="241363"/>
                  </a:lnTo>
                  <a:lnTo>
                    <a:pt x="0" y="268185"/>
                  </a:lnTo>
                  <a:lnTo>
                    <a:pt x="0" y="1331976"/>
                  </a:lnTo>
                  <a:lnTo>
                    <a:pt x="11625453" y="1331976"/>
                  </a:lnTo>
                  <a:lnTo>
                    <a:pt x="11631167" y="1325270"/>
                  </a:lnTo>
                  <a:lnTo>
                    <a:pt x="11631167" y="851484"/>
                  </a:lnTo>
                  <a:lnTo>
                    <a:pt x="9576308" y="851484"/>
                  </a:lnTo>
                  <a:lnTo>
                    <a:pt x="9391777" y="849249"/>
                  </a:lnTo>
                  <a:lnTo>
                    <a:pt x="9198737" y="844778"/>
                  </a:lnTo>
                  <a:lnTo>
                    <a:pt x="9000109" y="838072"/>
                  </a:lnTo>
                  <a:lnTo>
                    <a:pt x="8792971" y="826897"/>
                  </a:lnTo>
                  <a:lnTo>
                    <a:pt x="8347329" y="793369"/>
                  </a:lnTo>
                  <a:lnTo>
                    <a:pt x="7867650" y="746442"/>
                  </a:lnTo>
                  <a:lnTo>
                    <a:pt x="7612253" y="717384"/>
                  </a:lnTo>
                  <a:lnTo>
                    <a:pt x="7345426" y="683869"/>
                  </a:lnTo>
                  <a:lnTo>
                    <a:pt x="6482588" y="558711"/>
                  </a:lnTo>
                  <a:lnTo>
                    <a:pt x="5514721" y="395566"/>
                  </a:lnTo>
                  <a:lnTo>
                    <a:pt x="4819396" y="268185"/>
                  </a:lnTo>
                  <a:lnTo>
                    <a:pt x="4163695" y="165353"/>
                  </a:lnTo>
                  <a:lnTo>
                    <a:pt x="3857244" y="125094"/>
                  </a:lnTo>
                  <a:lnTo>
                    <a:pt x="3564890" y="91566"/>
                  </a:lnTo>
                  <a:lnTo>
                    <a:pt x="3283839" y="62610"/>
                  </a:lnTo>
                  <a:lnTo>
                    <a:pt x="3017012" y="40259"/>
                  </a:lnTo>
                  <a:lnTo>
                    <a:pt x="2764409" y="22351"/>
                  </a:lnTo>
                  <a:lnTo>
                    <a:pt x="2293366" y="2285"/>
                  </a:lnTo>
                  <a:lnTo>
                    <a:pt x="2074799" y="0"/>
                  </a:lnTo>
                  <a:close/>
                </a:path>
                <a:path w="11631295" h="1332229">
                  <a:moveTo>
                    <a:pt x="11631167" y="569887"/>
                  </a:moveTo>
                  <a:lnTo>
                    <a:pt x="11517630" y="605650"/>
                  </a:lnTo>
                  <a:lnTo>
                    <a:pt x="11409807" y="636930"/>
                  </a:lnTo>
                  <a:lnTo>
                    <a:pt x="11296268" y="665988"/>
                  </a:lnTo>
                  <a:lnTo>
                    <a:pt x="11060684" y="719620"/>
                  </a:lnTo>
                  <a:lnTo>
                    <a:pt x="10935842" y="744207"/>
                  </a:lnTo>
                  <a:lnTo>
                    <a:pt x="10674731" y="784440"/>
                  </a:lnTo>
                  <a:lnTo>
                    <a:pt x="10535539" y="802309"/>
                  </a:lnTo>
                  <a:lnTo>
                    <a:pt x="10240391" y="829132"/>
                  </a:lnTo>
                  <a:lnTo>
                    <a:pt x="9922510" y="847013"/>
                  </a:lnTo>
                  <a:lnTo>
                    <a:pt x="9752203" y="851484"/>
                  </a:lnTo>
                  <a:lnTo>
                    <a:pt x="11631167" y="851484"/>
                  </a:lnTo>
                  <a:lnTo>
                    <a:pt x="11631167" y="5698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654294"/>
              <a:ext cx="12192000" cy="220370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0" y="4751832"/>
              <a:ext cx="12192000" cy="2106295"/>
            </a:xfrm>
            <a:custGeom>
              <a:avLst/>
              <a:gdLst/>
              <a:ahLst/>
              <a:cxnLst/>
              <a:rect l="l" t="t" r="r" b="b"/>
              <a:pathLst>
                <a:path w="12192000" h="2106295">
                  <a:moveTo>
                    <a:pt x="0" y="1692935"/>
                  </a:moveTo>
                  <a:lnTo>
                    <a:pt x="0" y="2106168"/>
                  </a:lnTo>
                  <a:lnTo>
                    <a:pt x="12192000" y="2106168"/>
                  </a:lnTo>
                  <a:lnTo>
                    <a:pt x="12192000" y="1751497"/>
                  </a:lnTo>
                  <a:lnTo>
                    <a:pt x="2934817" y="1751497"/>
                  </a:lnTo>
                  <a:lnTo>
                    <a:pt x="2876641" y="1751349"/>
                  </a:lnTo>
                  <a:lnTo>
                    <a:pt x="2817092" y="1751121"/>
                  </a:lnTo>
                  <a:lnTo>
                    <a:pt x="0" y="1692935"/>
                  </a:lnTo>
                  <a:close/>
                </a:path>
                <a:path w="12192000" h="2106295">
                  <a:moveTo>
                    <a:pt x="12192000" y="0"/>
                  </a:moveTo>
                  <a:lnTo>
                    <a:pt x="11716943" y="166999"/>
                  </a:lnTo>
                  <a:lnTo>
                    <a:pt x="10889368" y="446031"/>
                  </a:lnTo>
                  <a:lnTo>
                    <a:pt x="10181449" y="670627"/>
                  </a:lnTo>
                  <a:lnTo>
                    <a:pt x="9576625" y="850361"/>
                  </a:lnTo>
                  <a:lnTo>
                    <a:pt x="9061926" y="993217"/>
                  </a:lnTo>
                  <a:lnTo>
                    <a:pt x="8627362" y="1105785"/>
                  </a:lnTo>
                  <a:lnTo>
                    <a:pt x="8205916" y="1207284"/>
                  </a:lnTo>
                  <a:lnTo>
                    <a:pt x="7796037" y="1298223"/>
                  </a:lnTo>
                  <a:lnTo>
                    <a:pt x="7396173" y="1379112"/>
                  </a:lnTo>
                  <a:lnTo>
                    <a:pt x="7060227" y="1440831"/>
                  </a:lnTo>
                  <a:lnTo>
                    <a:pt x="6729521" y="1495861"/>
                  </a:lnTo>
                  <a:lnTo>
                    <a:pt x="6403079" y="1544521"/>
                  </a:lnTo>
                  <a:lnTo>
                    <a:pt x="6026314" y="1593670"/>
                  </a:lnTo>
                  <a:lnTo>
                    <a:pt x="5652470" y="1635094"/>
                  </a:lnTo>
                  <a:lnTo>
                    <a:pt x="5279994" y="1669304"/>
                  </a:lnTo>
                  <a:lnTo>
                    <a:pt x="4907336" y="1696809"/>
                  </a:lnTo>
                  <a:lnTo>
                    <a:pt x="4479226" y="1720684"/>
                  </a:lnTo>
                  <a:lnTo>
                    <a:pt x="3992010" y="1738816"/>
                  </a:lnTo>
                  <a:lnTo>
                    <a:pt x="3376991" y="1750019"/>
                  </a:lnTo>
                  <a:lnTo>
                    <a:pt x="3324690" y="1750449"/>
                  </a:lnTo>
                  <a:lnTo>
                    <a:pt x="3101274" y="1751497"/>
                  </a:lnTo>
                  <a:lnTo>
                    <a:pt x="12192000" y="1751497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5BB9F6">
                <a:alpha val="4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49968" y="0"/>
              <a:ext cx="2542031" cy="68580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9753600" y="0"/>
              <a:ext cx="2438400" cy="6858000"/>
            </a:xfrm>
            <a:custGeom>
              <a:avLst/>
              <a:gdLst/>
              <a:ahLst/>
              <a:cxnLst/>
              <a:rect l="l" t="t" r="r" b="b"/>
              <a:pathLst>
                <a:path w="2438400" h="6858000">
                  <a:moveTo>
                    <a:pt x="0" y="0"/>
                  </a:moveTo>
                  <a:lnTo>
                    <a:pt x="45891" y="47929"/>
                  </a:lnTo>
                  <a:lnTo>
                    <a:pt x="91044" y="95891"/>
                  </a:lnTo>
                  <a:lnTo>
                    <a:pt x="135461" y="143882"/>
                  </a:lnTo>
                  <a:lnTo>
                    <a:pt x="179147" y="191900"/>
                  </a:lnTo>
                  <a:lnTo>
                    <a:pt x="222105" y="239944"/>
                  </a:lnTo>
                  <a:lnTo>
                    <a:pt x="264340" y="288010"/>
                  </a:lnTo>
                  <a:lnTo>
                    <a:pt x="305855" y="336097"/>
                  </a:lnTo>
                  <a:lnTo>
                    <a:pt x="346654" y="384203"/>
                  </a:lnTo>
                  <a:lnTo>
                    <a:pt x="386741" y="432325"/>
                  </a:lnTo>
                  <a:lnTo>
                    <a:pt x="426119" y="480460"/>
                  </a:lnTo>
                  <a:lnTo>
                    <a:pt x="464794" y="528608"/>
                  </a:lnTo>
                  <a:lnTo>
                    <a:pt x="502768" y="576765"/>
                  </a:lnTo>
                  <a:lnTo>
                    <a:pt x="540046" y="624930"/>
                  </a:lnTo>
                  <a:lnTo>
                    <a:pt x="576631" y="673099"/>
                  </a:lnTo>
                  <a:lnTo>
                    <a:pt x="612527" y="721271"/>
                  </a:lnTo>
                  <a:lnTo>
                    <a:pt x="647739" y="769444"/>
                  </a:lnTo>
                  <a:lnTo>
                    <a:pt x="682269" y="817616"/>
                  </a:lnTo>
                  <a:lnTo>
                    <a:pt x="716123" y="865783"/>
                  </a:lnTo>
                  <a:lnTo>
                    <a:pt x="749303" y="913945"/>
                  </a:lnTo>
                  <a:lnTo>
                    <a:pt x="781814" y="962098"/>
                  </a:lnTo>
                  <a:lnTo>
                    <a:pt x="813660" y="1010241"/>
                  </a:lnTo>
                  <a:lnTo>
                    <a:pt x="844844" y="1058371"/>
                  </a:lnTo>
                  <a:lnTo>
                    <a:pt x="875371" y="1106486"/>
                  </a:lnTo>
                  <a:lnTo>
                    <a:pt x="905244" y="1154584"/>
                  </a:lnTo>
                  <a:lnTo>
                    <a:pt x="934467" y="1202662"/>
                  </a:lnTo>
                  <a:lnTo>
                    <a:pt x="963043" y="1250719"/>
                  </a:lnTo>
                  <a:lnTo>
                    <a:pt x="990978" y="1298752"/>
                  </a:lnTo>
                  <a:lnTo>
                    <a:pt x="1018275" y="1346758"/>
                  </a:lnTo>
                  <a:lnTo>
                    <a:pt x="1044937" y="1394737"/>
                  </a:lnTo>
                  <a:lnTo>
                    <a:pt x="1070969" y="1442684"/>
                  </a:lnTo>
                  <a:lnTo>
                    <a:pt x="1096375" y="1490599"/>
                  </a:lnTo>
                  <a:lnTo>
                    <a:pt x="1121157" y="1538479"/>
                  </a:lnTo>
                  <a:lnTo>
                    <a:pt x="1145321" y="1586322"/>
                  </a:lnTo>
                  <a:lnTo>
                    <a:pt x="1168870" y="1634125"/>
                  </a:lnTo>
                  <a:lnTo>
                    <a:pt x="1191808" y="1681887"/>
                  </a:lnTo>
                  <a:lnTo>
                    <a:pt x="1214139" y="1729604"/>
                  </a:lnTo>
                  <a:lnTo>
                    <a:pt x="1235867" y="1777276"/>
                  </a:lnTo>
                  <a:lnTo>
                    <a:pt x="1256995" y="1824899"/>
                  </a:lnTo>
                  <a:lnTo>
                    <a:pt x="1277528" y="1872471"/>
                  </a:lnTo>
                  <a:lnTo>
                    <a:pt x="1297469" y="1919990"/>
                  </a:lnTo>
                  <a:lnTo>
                    <a:pt x="1316822" y="1967455"/>
                  </a:lnTo>
                  <a:lnTo>
                    <a:pt x="1335592" y="2014862"/>
                  </a:lnTo>
                  <a:lnTo>
                    <a:pt x="1353782" y="2062210"/>
                  </a:lnTo>
                  <a:lnTo>
                    <a:pt x="1371395" y="2109495"/>
                  </a:lnTo>
                  <a:lnTo>
                    <a:pt x="1388437" y="2156717"/>
                  </a:lnTo>
                  <a:lnTo>
                    <a:pt x="1404910" y="2203873"/>
                  </a:lnTo>
                  <a:lnTo>
                    <a:pt x="1420819" y="2250960"/>
                  </a:lnTo>
                  <a:lnTo>
                    <a:pt x="1436167" y="2297976"/>
                  </a:lnTo>
                  <a:lnTo>
                    <a:pt x="1450959" y="2344920"/>
                  </a:lnTo>
                  <a:lnTo>
                    <a:pt x="1465198" y="2391788"/>
                  </a:lnTo>
                  <a:lnTo>
                    <a:pt x="1478888" y="2438579"/>
                  </a:lnTo>
                  <a:lnTo>
                    <a:pt x="1492033" y="2485290"/>
                  </a:lnTo>
                  <a:lnTo>
                    <a:pt x="1504637" y="2531920"/>
                  </a:lnTo>
                  <a:lnTo>
                    <a:pt x="1516704" y="2578465"/>
                  </a:lnTo>
                  <a:lnTo>
                    <a:pt x="1528237" y="2624925"/>
                  </a:lnTo>
                  <a:lnTo>
                    <a:pt x="1539241" y="2671295"/>
                  </a:lnTo>
                  <a:lnTo>
                    <a:pt x="1549720" y="2717575"/>
                  </a:lnTo>
                  <a:lnTo>
                    <a:pt x="1559677" y="2763762"/>
                  </a:lnTo>
                  <a:lnTo>
                    <a:pt x="1569116" y="2809854"/>
                  </a:lnTo>
                  <a:lnTo>
                    <a:pt x="1578041" y="2855848"/>
                  </a:lnTo>
                  <a:lnTo>
                    <a:pt x="1586456" y="2901743"/>
                  </a:lnTo>
                  <a:lnTo>
                    <a:pt x="1594365" y="2947536"/>
                  </a:lnTo>
                  <a:lnTo>
                    <a:pt x="1601772" y="2993225"/>
                  </a:lnTo>
                  <a:lnTo>
                    <a:pt x="1608680" y="3038807"/>
                  </a:lnTo>
                  <a:lnTo>
                    <a:pt x="1615094" y="3084281"/>
                  </a:lnTo>
                  <a:lnTo>
                    <a:pt x="1621017" y="3129644"/>
                  </a:lnTo>
                  <a:lnTo>
                    <a:pt x="1626454" y="3174894"/>
                  </a:lnTo>
                  <a:lnTo>
                    <a:pt x="1631408" y="3220029"/>
                  </a:lnTo>
                  <a:lnTo>
                    <a:pt x="1635883" y="3265046"/>
                  </a:lnTo>
                  <a:lnTo>
                    <a:pt x="1639883" y="3309943"/>
                  </a:lnTo>
                  <a:lnTo>
                    <a:pt x="1643411" y="3354719"/>
                  </a:lnTo>
                  <a:lnTo>
                    <a:pt x="1646473" y="3399370"/>
                  </a:lnTo>
                  <a:lnTo>
                    <a:pt x="1649071" y="3443895"/>
                  </a:lnTo>
                  <a:lnTo>
                    <a:pt x="1651209" y="3488292"/>
                  </a:lnTo>
                  <a:lnTo>
                    <a:pt x="1652892" y="3532557"/>
                  </a:lnTo>
                  <a:lnTo>
                    <a:pt x="1654123" y="3576690"/>
                  </a:lnTo>
                  <a:lnTo>
                    <a:pt x="1654906" y="3620687"/>
                  </a:lnTo>
                  <a:lnTo>
                    <a:pt x="1655246" y="3664547"/>
                  </a:lnTo>
                  <a:lnTo>
                    <a:pt x="1655145" y="3708266"/>
                  </a:lnTo>
                  <a:lnTo>
                    <a:pt x="1654608" y="3751844"/>
                  </a:lnTo>
                  <a:lnTo>
                    <a:pt x="1653638" y="3795278"/>
                  </a:lnTo>
                  <a:lnTo>
                    <a:pt x="1652241" y="3838565"/>
                  </a:lnTo>
                  <a:lnTo>
                    <a:pt x="1650418" y="3881704"/>
                  </a:lnTo>
                  <a:lnTo>
                    <a:pt x="1648175" y="3924691"/>
                  </a:lnTo>
                  <a:lnTo>
                    <a:pt x="1645516" y="3967526"/>
                  </a:lnTo>
                  <a:lnTo>
                    <a:pt x="1642443" y="4010205"/>
                  </a:lnTo>
                  <a:lnTo>
                    <a:pt x="1638961" y="4052726"/>
                  </a:lnTo>
                  <a:lnTo>
                    <a:pt x="1635074" y="4095088"/>
                  </a:lnTo>
                  <a:lnTo>
                    <a:pt x="1630786" y="4137287"/>
                  </a:lnTo>
                  <a:lnTo>
                    <a:pt x="1626101" y="4179323"/>
                  </a:lnTo>
                  <a:lnTo>
                    <a:pt x="1621022" y="4221192"/>
                  </a:lnTo>
                  <a:lnTo>
                    <a:pt x="1615554" y="4262892"/>
                  </a:lnTo>
                  <a:lnTo>
                    <a:pt x="1609699" y="4304421"/>
                  </a:lnTo>
                  <a:lnTo>
                    <a:pt x="1603463" y="4345777"/>
                  </a:lnTo>
                  <a:lnTo>
                    <a:pt x="1596850" y="4386957"/>
                  </a:lnTo>
                  <a:lnTo>
                    <a:pt x="1589862" y="4427960"/>
                  </a:lnTo>
                  <a:lnTo>
                    <a:pt x="1582503" y="4468783"/>
                  </a:lnTo>
                  <a:lnTo>
                    <a:pt x="1574779" y="4509424"/>
                  </a:lnTo>
                  <a:lnTo>
                    <a:pt x="1566692" y="4549880"/>
                  </a:lnTo>
                  <a:lnTo>
                    <a:pt x="1558247" y="4590150"/>
                  </a:lnTo>
                  <a:lnTo>
                    <a:pt x="1549447" y="4630231"/>
                  </a:lnTo>
                  <a:lnTo>
                    <a:pt x="1540296" y="4670121"/>
                  </a:lnTo>
                  <a:lnTo>
                    <a:pt x="1530799" y="4709818"/>
                  </a:lnTo>
                  <a:lnTo>
                    <a:pt x="1520958" y="4749320"/>
                  </a:lnTo>
                  <a:lnTo>
                    <a:pt x="1510779" y="4788623"/>
                  </a:lnTo>
                  <a:lnTo>
                    <a:pt x="1500264" y="4827727"/>
                  </a:lnTo>
                  <a:lnTo>
                    <a:pt x="1489418" y="4866629"/>
                  </a:lnTo>
                  <a:lnTo>
                    <a:pt x="1478244" y="4905326"/>
                  </a:lnTo>
                  <a:lnTo>
                    <a:pt x="1466747" y="4943816"/>
                  </a:lnTo>
                  <a:lnTo>
                    <a:pt x="1454930" y="4982098"/>
                  </a:lnTo>
                  <a:lnTo>
                    <a:pt x="1442798" y="5020169"/>
                  </a:lnTo>
                  <a:lnTo>
                    <a:pt x="1430353" y="5058026"/>
                  </a:lnTo>
                  <a:lnTo>
                    <a:pt x="1417601" y="5095668"/>
                  </a:lnTo>
                  <a:lnTo>
                    <a:pt x="1404544" y="5133092"/>
                  </a:lnTo>
                  <a:lnTo>
                    <a:pt x="1391188" y="5170296"/>
                  </a:lnTo>
                  <a:lnTo>
                    <a:pt x="1377535" y="5207278"/>
                  </a:lnTo>
                  <a:lnTo>
                    <a:pt x="1363589" y="5244035"/>
                  </a:lnTo>
                  <a:lnTo>
                    <a:pt x="1349355" y="5280566"/>
                  </a:lnTo>
                  <a:lnTo>
                    <a:pt x="1334836" y="5316868"/>
                  </a:lnTo>
                  <a:lnTo>
                    <a:pt x="1320036" y="5352938"/>
                  </a:lnTo>
                  <a:lnTo>
                    <a:pt x="1304959" y="5388775"/>
                  </a:lnTo>
                  <a:lnTo>
                    <a:pt x="1289610" y="5424377"/>
                  </a:lnTo>
                  <a:lnTo>
                    <a:pt x="1273991" y="5459741"/>
                  </a:lnTo>
                  <a:lnTo>
                    <a:pt x="1258107" y="5494865"/>
                  </a:lnTo>
                  <a:lnTo>
                    <a:pt x="1241961" y="5529746"/>
                  </a:lnTo>
                  <a:lnTo>
                    <a:pt x="1225558" y="5564383"/>
                  </a:lnTo>
                  <a:lnTo>
                    <a:pt x="1208901" y="5598774"/>
                  </a:lnTo>
                  <a:lnTo>
                    <a:pt x="1174843" y="5666805"/>
                  </a:lnTo>
                  <a:lnTo>
                    <a:pt x="1139816" y="5733823"/>
                  </a:lnTo>
                  <a:lnTo>
                    <a:pt x="1103853" y="5799809"/>
                  </a:lnTo>
                  <a:lnTo>
                    <a:pt x="1066984" y="5864746"/>
                  </a:lnTo>
                  <a:lnTo>
                    <a:pt x="1029240" y="5928616"/>
                  </a:lnTo>
                  <a:lnTo>
                    <a:pt x="990653" y="5991400"/>
                  </a:lnTo>
                  <a:lnTo>
                    <a:pt x="951253" y="6053082"/>
                  </a:lnTo>
                  <a:lnTo>
                    <a:pt x="911072" y="6113644"/>
                  </a:lnTo>
                  <a:lnTo>
                    <a:pt x="870140" y="6173067"/>
                  </a:lnTo>
                  <a:lnTo>
                    <a:pt x="828490" y="6231333"/>
                  </a:lnTo>
                  <a:lnTo>
                    <a:pt x="786151" y="6288425"/>
                  </a:lnTo>
                  <a:lnTo>
                    <a:pt x="743155" y="6344326"/>
                  </a:lnTo>
                  <a:lnTo>
                    <a:pt x="699533" y="6399016"/>
                  </a:lnTo>
                  <a:lnTo>
                    <a:pt x="655316" y="6452479"/>
                  </a:lnTo>
                  <a:lnTo>
                    <a:pt x="610535" y="6504697"/>
                  </a:lnTo>
                  <a:lnTo>
                    <a:pt x="565221" y="6555651"/>
                  </a:lnTo>
                  <a:lnTo>
                    <a:pt x="519406" y="6605325"/>
                  </a:lnTo>
                  <a:lnTo>
                    <a:pt x="473120" y="6653699"/>
                  </a:lnTo>
                  <a:lnTo>
                    <a:pt x="426394" y="6700756"/>
                  </a:lnTo>
                  <a:lnTo>
                    <a:pt x="379260" y="6746479"/>
                  </a:lnTo>
                  <a:lnTo>
                    <a:pt x="331748" y="6790850"/>
                  </a:lnTo>
                  <a:lnTo>
                    <a:pt x="283891" y="6833850"/>
                  </a:lnTo>
                  <a:lnTo>
                    <a:pt x="259842" y="6854831"/>
                  </a:lnTo>
                  <a:lnTo>
                    <a:pt x="2438400" y="6857999"/>
                  </a:lnTo>
                  <a:lnTo>
                    <a:pt x="2438400" y="142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7FB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654294"/>
              <a:ext cx="12192000" cy="220370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0" y="4751832"/>
              <a:ext cx="12192000" cy="2106295"/>
            </a:xfrm>
            <a:custGeom>
              <a:avLst/>
              <a:gdLst/>
              <a:ahLst/>
              <a:cxnLst/>
              <a:rect l="l" t="t" r="r" b="b"/>
              <a:pathLst>
                <a:path w="12192000" h="2106295">
                  <a:moveTo>
                    <a:pt x="0" y="1692935"/>
                  </a:moveTo>
                  <a:lnTo>
                    <a:pt x="0" y="2106168"/>
                  </a:lnTo>
                  <a:lnTo>
                    <a:pt x="12192000" y="2106168"/>
                  </a:lnTo>
                  <a:lnTo>
                    <a:pt x="12192000" y="1751497"/>
                  </a:lnTo>
                  <a:lnTo>
                    <a:pt x="2934817" y="1751497"/>
                  </a:lnTo>
                  <a:lnTo>
                    <a:pt x="2876641" y="1751349"/>
                  </a:lnTo>
                  <a:lnTo>
                    <a:pt x="2817092" y="1751121"/>
                  </a:lnTo>
                  <a:lnTo>
                    <a:pt x="0" y="1692935"/>
                  </a:lnTo>
                  <a:close/>
                </a:path>
                <a:path w="12192000" h="2106295">
                  <a:moveTo>
                    <a:pt x="12192000" y="0"/>
                  </a:moveTo>
                  <a:lnTo>
                    <a:pt x="11716943" y="166999"/>
                  </a:lnTo>
                  <a:lnTo>
                    <a:pt x="10889368" y="446031"/>
                  </a:lnTo>
                  <a:lnTo>
                    <a:pt x="10181449" y="670627"/>
                  </a:lnTo>
                  <a:lnTo>
                    <a:pt x="9576625" y="850361"/>
                  </a:lnTo>
                  <a:lnTo>
                    <a:pt x="9061926" y="993217"/>
                  </a:lnTo>
                  <a:lnTo>
                    <a:pt x="8627362" y="1105785"/>
                  </a:lnTo>
                  <a:lnTo>
                    <a:pt x="8205916" y="1207284"/>
                  </a:lnTo>
                  <a:lnTo>
                    <a:pt x="7796037" y="1298223"/>
                  </a:lnTo>
                  <a:lnTo>
                    <a:pt x="7396173" y="1379112"/>
                  </a:lnTo>
                  <a:lnTo>
                    <a:pt x="7060227" y="1440831"/>
                  </a:lnTo>
                  <a:lnTo>
                    <a:pt x="6729521" y="1495861"/>
                  </a:lnTo>
                  <a:lnTo>
                    <a:pt x="6403079" y="1544521"/>
                  </a:lnTo>
                  <a:lnTo>
                    <a:pt x="6026314" y="1593670"/>
                  </a:lnTo>
                  <a:lnTo>
                    <a:pt x="5652470" y="1635094"/>
                  </a:lnTo>
                  <a:lnTo>
                    <a:pt x="5279994" y="1669304"/>
                  </a:lnTo>
                  <a:lnTo>
                    <a:pt x="4907336" y="1696809"/>
                  </a:lnTo>
                  <a:lnTo>
                    <a:pt x="4479226" y="1720684"/>
                  </a:lnTo>
                  <a:lnTo>
                    <a:pt x="3992010" y="1738816"/>
                  </a:lnTo>
                  <a:lnTo>
                    <a:pt x="3376991" y="1750019"/>
                  </a:lnTo>
                  <a:lnTo>
                    <a:pt x="3324690" y="1750449"/>
                  </a:lnTo>
                  <a:lnTo>
                    <a:pt x="3101274" y="1751497"/>
                  </a:lnTo>
                  <a:lnTo>
                    <a:pt x="12192000" y="1751497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5BB9F6">
                <a:alpha val="4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49968" y="0"/>
              <a:ext cx="2542031" cy="68580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753600" y="0"/>
              <a:ext cx="2438400" cy="6858000"/>
            </a:xfrm>
            <a:custGeom>
              <a:avLst/>
              <a:gdLst/>
              <a:ahLst/>
              <a:cxnLst/>
              <a:rect l="l" t="t" r="r" b="b"/>
              <a:pathLst>
                <a:path w="2438400" h="6858000">
                  <a:moveTo>
                    <a:pt x="0" y="0"/>
                  </a:moveTo>
                  <a:lnTo>
                    <a:pt x="45891" y="47929"/>
                  </a:lnTo>
                  <a:lnTo>
                    <a:pt x="91044" y="95891"/>
                  </a:lnTo>
                  <a:lnTo>
                    <a:pt x="135461" y="143882"/>
                  </a:lnTo>
                  <a:lnTo>
                    <a:pt x="179147" y="191900"/>
                  </a:lnTo>
                  <a:lnTo>
                    <a:pt x="222105" y="239944"/>
                  </a:lnTo>
                  <a:lnTo>
                    <a:pt x="264340" y="288010"/>
                  </a:lnTo>
                  <a:lnTo>
                    <a:pt x="305855" y="336097"/>
                  </a:lnTo>
                  <a:lnTo>
                    <a:pt x="346654" y="384203"/>
                  </a:lnTo>
                  <a:lnTo>
                    <a:pt x="386741" y="432325"/>
                  </a:lnTo>
                  <a:lnTo>
                    <a:pt x="426119" y="480460"/>
                  </a:lnTo>
                  <a:lnTo>
                    <a:pt x="464794" y="528608"/>
                  </a:lnTo>
                  <a:lnTo>
                    <a:pt x="502768" y="576765"/>
                  </a:lnTo>
                  <a:lnTo>
                    <a:pt x="540046" y="624930"/>
                  </a:lnTo>
                  <a:lnTo>
                    <a:pt x="576631" y="673099"/>
                  </a:lnTo>
                  <a:lnTo>
                    <a:pt x="612527" y="721271"/>
                  </a:lnTo>
                  <a:lnTo>
                    <a:pt x="647739" y="769444"/>
                  </a:lnTo>
                  <a:lnTo>
                    <a:pt x="682269" y="817616"/>
                  </a:lnTo>
                  <a:lnTo>
                    <a:pt x="716123" y="865783"/>
                  </a:lnTo>
                  <a:lnTo>
                    <a:pt x="749303" y="913945"/>
                  </a:lnTo>
                  <a:lnTo>
                    <a:pt x="781814" y="962098"/>
                  </a:lnTo>
                  <a:lnTo>
                    <a:pt x="813660" y="1010241"/>
                  </a:lnTo>
                  <a:lnTo>
                    <a:pt x="844844" y="1058371"/>
                  </a:lnTo>
                  <a:lnTo>
                    <a:pt x="875371" y="1106486"/>
                  </a:lnTo>
                  <a:lnTo>
                    <a:pt x="905244" y="1154584"/>
                  </a:lnTo>
                  <a:lnTo>
                    <a:pt x="934467" y="1202662"/>
                  </a:lnTo>
                  <a:lnTo>
                    <a:pt x="963043" y="1250719"/>
                  </a:lnTo>
                  <a:lnTo>
                    <a:pt x="990978" y="1298752"/>
                  </a:lnTo>
                  <a:lnTo>
                    <a:pt x="1018275" y="1346758"/>
                  </a:lnTo>
                  <a:lnTo>
                    <a:pt x="1044937" y="1394737"/>
                  </a:lnTo>
                  <a:lnTo>
                    <a:pt x="1070969" y="1442684"/>
                  </a:lnTo>
                  <a:lnTo>
                    <a:pt x="1096375" y="1490599"/>
                  </a:lnTo>
                  <a:lnTo>
                    <a:pt x="1121157" y="1538479"/>
                  </a:lnTo>
                  <a:lnTo>
                    <a:pt x="1145321" y="1586322"/>
                  </a:lnTo>
                  <a:lnTo>
                    <a:pt x="1168870" y="1634125"/>
                  </a:lnTo>
                  <a:lnTo>
                    <a:pt x="1191808" y="1681887"/>
                  </a:lnTo>
                  <a:lnTo>
                    <a:pt x="1214139" y="1729604"/>
                  </a:lnTo>
                  <a:lnTo>
                    <a:pt x="1235867" y="1777276"/>
                  </a:lnTo>
                  <a:lnTo>
                    <a:pt x="1256995" y="1824899"/>
                  </a:lnTo>
                  <a:lnTo>
                    <a:pt x="1277528" y="1872471"/>
                  </a:lnTo>
                  <a:lnTo>
                    <a:pt x="1297469" y="1919990"/>
                  </a:lnTo>
                  <a:lnTo>
                    <a:pt x="1316822" y="1967455"/>
                  </a:lnTo>
                  <a:lnTo>
                    <a:pt x="1335592" y="2014862"/>
                  </a:lnTo>
                  <a:lnTo>
                    <a:pt x="1353782" y="2062210"/>
                  </a:lnTo>
                  <a:lnTo>
                    <a:pt x="1371395" y="2109495"/>
                  </a:lnTo>
                  <a:lnTo>
                    <a:pt x="1388437" y="2156717"/>
                  </a:lnTo>
                  <a:lnTo>
                    <a:pt x="1404910" y="2203873"/>
                  </a:lnTo>
                  <a:lnTo>
                    <a:pt x="1420819" y="2250960"/>
                  </a:lnTo>
                  <a:lnTo>
                    <a:pt x="1436167" y="2297976"/>
                  </a:lnTo>
                  <a:lnTo>
                    <a:pt x="1450959" y="2344920"/>
                  </a:lnTo>
                  <a:lnTo>
                    <a:pt x="1465198" y="2391788"/>
                  </a:lnTo>
                  <a:lnTo>
                    <a:pt x="1478888" y="2438579"/>
                  </a:lnTo>
                  <a:lnTo>
                    <a:pt x="1492033" y="2485290"/>
                  </a:lnTo>
                  <a:lnTo>
                    <a:pt x="1504637" y="2531920"/>
                  </a:lnTo>
                  <a:lnTo>
                    <a:pt x="1516704" y="2578465"/>
                  </a:lnTo>
                  <a:lnTo>
                    <a:pt x="1528237" y="2624925"/>
                  </a:lnTo>
                  <a:lnTo>
                    <a:pt x="1539241" y="2671295"/>
                  </a:lnTo>
                  <a:lnTo>
                    <a:pt x="1549720" y="2717575"/>
                  </a:lnTo>
                  <a:lnTo>
                    <a:pt x="1559677" y="2763762"/>
                  </a:lnTo>
                  <a:lnTo>
                    <a:pt x="1569116" y="2809854"/>
                  </a:lnTo>
                  <a:lnTo>
                    <a:pt x="1578041" y="2855848"/>
                  </a:lnTo>
                  <a:lnTo>
                    <a:pt x="1586456" y="2901743"/>
                  </a:lnTo>
                  <a:lnTo>
                    <a:pt x="1594365" y="2947536"/>
                  </a:lnTo>
                  <a:lnTo>
                    <a:pt x="1601772" y="2993225"/>
                  </a:lnTo>
                  <a:lnTo>
                    <a:pt x="1608680" y="3038807"/>
                  </a:lnTo>
                  <a:lnTo>
                    <a:pt x="1615094" y="3084281"/>
                  </a:lnTo>
                  <a:lnTo>
                    <a:pt x="1621017" y="3129644"/>
                  </a:lnTo>
                  <a:lnTo>
                    <a:pt x="1626454" y="3174894"/>
                  </a:lnTo>
                  <a:lnTo>
                    <a:pt x="1631408" y="3220029"/>
                  </a:lnTo>
                  <a:lnTo>
                    <a:pt x="1635883" y="3265046"/>
                  </a:lnTo>
                  <a:lnTo>
                    <a:pt x="1639883" y="3309943"/>
                  </a:lnTo>
                  <a:lnTo>
                    <a:pt x="1643411" y="3354719"/>
                  </a:lnTo>
                  <a:lnTo>
                    <a:pt x="1646473" y="3399370"/>
                  </a:lnTo>
                  <a:lnTo>
                    <a:pt x="1649071" y="3443895"/>
                  </a:lnTo>
                  <a:lnTo>
                    <a:pt x="1651209" y="3488292"/>
                  </a:lnTo>
                  <a:lnTo>
                    <a:pt x="1652892" y="3532557"/>
                  </a:lnTo>
                  <a:lnTo>
                    <a:pt x="1654123" y="3576690"/>
                  </a:lnTo>
                  <a:lnTo>
                    <a:pt x="1654906" y="3620687"/>
                  </a:lnTo>
                  <a:lnTo>
                    <a:pt x="1655246" y="3664547"/>
                  </a:lnTo>
                  <a:lnTo>
                    <a:pt x="1655145" y="3708266"/>
                  </a:lnTo>
                  <a:lnTo>
                    <a:pt x="1654608" y="3751844"/>
                  </a:lnTo>
                  <a:lnTo>
                    <a:pt x="1653638" y="3795278"/>
                  </a:lnTo>
                  <a:lnTo>
                    <a:pt x="1652241" y="3838565"/>
                  </a:lnTo>
                  <a:lnTo>
                    <a:pt x="1650418" y="3881704"/>
                  </a:lnTo>
                  <a:lnTo>
                    <a:pt x="1648175" y="3924691"/>
                  </a:lnTo>
                  <a:lnTo>
                    <a:pt x="1645516" y="3967526"/>
                  </a:lnTo>
                  <a:lnTo>
                    <a:pt x="1642443" y="4010205"/>
                  </a:lnTo>
                  <a:lnTo>
                    <a:pt x="1638961" y="4052726"/>
                  </a:lnTo>
                  <a:lnTo>
                    <a:pt x="1635074" y="4095088"/>
                  </a:lnTo>
                  <a:lnTo>
                    <a:pt x="1630786" y="4137287"/>
                  </a:lnTo>
                  <a:lnTo>
                    <a:pt x="1626101" y="4179323"/>
                  </a:lnTo>
                  <a:lnTo>
                    <a:pt x="1621022" y="4221192"/>
                  </a:lnTo>
                  <a:lnTo>
                    <a:pt x="1615554" y="4262892"/>
                  </a:lnTo>
                  <a:lnTo>
                    <a:pt x="1609699" y="4304421"/>
                  </a:lnTo>
                  <a:lnTo>
                    <a:pt x="1603463" y="4345777"/>
                  </a:lnTo>
                  <a:lnTo>
                    <a:pt x="1596850" y="4386957"/>
                  </a:lnTo>
                  <a:lnTo>
                    <a:pt x="1589862" y="4427960"/>
                  </a:lnTo>
                  <a:lnTo>
                    <a:pt x="1582503" y="4468783"/>
                  </a:lnTo>
                  <a:lnTo>
                    <a:pt x="1574779" y="4509424"/>
                  </a:lnTo>
                  <a:lnTo>
                    <a:pt x="1566692" y="4549880"/>
                  </a:lnTo>
                  <a:lnTo>
                    <a:pt x="1558247" y="4590150"/>
                  </a:lnTo>
                  <a:lnTo>
                    <a:pt x="1549447" y="4630231"/>
                  </a:lnTo>
                  <a:lnTo>
                    <a:pt x="1540296" y="4670121"/>
                  </a:lnTo>
                  <a:lnTo>
                    <a:pt x="1530799" y="4709818"/>
                  </a:lnTo>
                  <a:lnTo>
                    <a:pt x="1520958" y="4749320"/>
                  </a:lnTo>
                  <a:lnTo>
                    <a:pt x="1510779" y="4788623"/>
                  </a:lnTo>
                  <a:lnTo>
                    <a:pt x="1500264" y="4827727"/>
                  </a:lnTo>
                  <a:lnTo>
                    <a:pt x="1489418" y="4866629"/>
                  </a:lnTo>
                  <a:lnTo>
                    <a:pt x="1478244" y="4905326"/>
                  </a:lnTo>
                  <a:lnTo>
                    <a:pt x="1466747" y="4943816"/>
                  </a:lnTo>
                  <a:lnTo>
                    <a:pt x="1454930" y="4982098"/>
                  </a:lnTo>
                  <a:lnTo>
                    <a:pt x="1442798" y="5020169"/>
                  </a:lnTo>
                  <a:lnTo>
                    <a:pt x="1430353" y="5058026"/>
                  </a:lnTo>
                  <a:lnTo>
                    <a:pt x="1417601" y="5095668"/>
                  </a:lnTo>
                  <a:lnTo>
                    <a:pt x="1404544" y="5133092"/>
                  </a:lnTo>
                  <a:lnTo>
                    <a:pt x="1391188" y="5170296"/>
                  </a:lnTo>
                  <a:lnTo>
                    <a:pt x="1377535" y="5207278"/>
                  </a:lnTo>
                  <a:lnTo>
                    <a:pt x="1363589" y="5244035"/>
                  </a:lnTo>
                  <a:lnTo>
                    <a:pt x="1349355" y="5280566"/>
                  </a:lnTo>
                  <a:lnTo>
                    <a:pt x="1334836" y="5316868"/>
                  </a:lnTo>
                  <a:lnTo>
                    <a:pt x="1320036" y="5352938"/>
                  </a:lnTo>
                  <a:lnTo>
                    <a:pt x="1304959" y="5388775"/>
                  </a:lnTo>
                  <a:lnTo>
                    <a:pt x="1289610" y="5424377"/>
                  </a:lnTo>
                  <a:lnTo>
                    <a:pt x="1273991" y="5459741"/>
                  </a:lnTo>
                  <a:lnTo>
                    <a:pt x="1258107" y="5494865"/>
                  </a:lnTo>
                  <a:lnTo>
                    <a:pt x="1241961" y="5529746"/>
                  </a:lnTo>
                  <a:lnTo>
                    <a:pt x="1225558" y="5564383"/>
                  </a:lnTo>
                  <a:lnTo>
                    <a:pt x="1208901" y="5598774"/>
                  </a:lnTo>
                  <a:lnTo>
                    <a:pt x="1174843" y="5666805"/>
                  </a:lnTo>
                  <a:lnTo>
                    <a:pt x="1139816" y="5733823"/>
                  </a:lnTo>
                  <a:lnTo>
                    <a:pt x="1103853" y="5799809"/>
                  </a:lnTo>
                  <a:lnTo>
                    <a:pt x="1066984" y="5864746"/>
                  </a:lnTo>
                  <a:lnTo>
                    <a:pt x="1029240" y="5928616"/>
                  </a:lnTo>
                  <a:lnTo>
                    <a:pt x="990653" y="5991400"/>
                  </a:lnTo>
                  <a:lnTo>
                    <a:pt x="951253" y="6053082"/>
                  </a:lnTo>
                  <a:lnTo>
                    <a:pt x="911072" y="6113644"/>
                  </a:lnTo>
                  <a:lnTo>
                    <a:pt x="870140" y="6173067"/>
                  </a:lnTo>
                  <a:lnTo>
                    <a:pt x="828490" y="6231333"/>
                  </a:lnTo>
                  <a:lnTo>
                    <a:pt x="786151" y="6288425"/>
                  </a:lnTo>
                  <a:lnTo>
                    <a:pt x="743155" y="6344326"/>
                  </a:lnTo>
                  <a:lnTo>
                    <a:pt x="699533" y="6399016"/>
                  </a:lnTo>
                  <a:lnTo>
                    <a:pt x="655316" y="6452479"/>
                  </a:lnTo>
                  <a:lnTo>
                    <a:pt x="610535" y="6504697"/>
                  </a:lnTo>
                  <a:lnTo>
                    <a:pt x="565221" y="6555651"/>
                  </a:lnTo>
                  <a:lnTo>
                    <a:pt x="519406" y="6605325"/>
                  </a:lnTo>
                  <a:lnTo>
                    <a:pt x="473120" y="6653699"/>
                  </a:lnTo>
                  <a:lnTo>
                    <a:pt x="426394" y="6700756"/>
                  </a:lnTo>
                  <a:lnTo>
                    <a:pt x="379260" y="6746479"/>
                  </a:lnTo>
                  <a:lnTo>
                    <a:pt x="331748" y="6790850"/>
                  </a:lnTo>
                  <a:lnTo>
                    <a:pt x="283891" y="6833850"/>
                  </a:lnTo>
                  <a:lnTo>
                    <a:pt x="259842" y="6854831"/>
                  </a:lnTo>
                  <a:lnTo>
                    <a:pt x="2438400" y="6857999"/>
                  </a:lnTo>
                  <a:lnTo>
                    <a:pt x="2438400" y="142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7FB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654294"/>
              <a:ext cx="12192000" cy="220370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0" y="4751832"/>
              <a:ext cx="12192000" cy="2106295"/>
            </a:xfrm>
            <a:custGeom>
              <a:avLst/>
              <a:gdLst/>
              <a:ahLst/>
              <a:cxnLst/>
              <a:rect l="l" t="t" r="r" b="b"/>
              <a:pathLst>
                <a:path w="12192000" h="2106295">
                  <a:moveTo>
                    <a:pt x="0" y="1692935"/>
                  </a:moveTo>
                  <a:lnTo>
                    <a:pt x="0" y="2106168"/>
                  </a:lnTo>
                  <a:lnTo>
                    <a:pt x="12192000" y="2106168"/>
                  </a:lnTo>
                  <a:lnTo>
                    <a:pt x="12192000" y="1751497"/>
                  </a:lnTo>
                  <a:lnTo>
                    <a:pt x="2934817" y="1751497"/>
                  </a:lnTo>
                  <a:lnTo>
                    <a:pt x="2876641" y="1751349"/>
                  </a:lnTo>
                  <a:lnTo>
                    <a:pt x="2817092" y="1751121"/>
                  </a:lnTo>
                  <a:lnTo>
                    <a:pt x="0" y="1692935"/>
                  </a:lnTo>
                  <a:close/>
                </a:path>
                <a:path w="12192000" h="2106295">
                  <a:moveTo>
                    <a:pt x="12192000" y="0"/>
                  </a:moveTo>
                  <a:lnTo>
                    <a:pt x="11716943" y="166999"/>
                  </a:lnTo>
                  <a:lnTo>
                    <a:pt x="10889368" y="446031"/>
                  </a:lnTo>
                  <a:lnTo>
                    <a:pt x="10181449" y="670627"/>
                  </a:lnTo>
                  <a:lnTo>
                    <a:pt x="9576625" y="850361"/>
                  </a:lnTo>
                  <a:lnTo>
                    <a:pt x="9061926" y="993217"/>
                  </a:lnTo>
                  <a:lnTo>
                    <a:pt x="8627362" y="1105785"/>
                  </a:lnTo>
                  <a:lnTo>
                    <a:pt x="8205916" y="1207284"/>
                  </a:lnTo>
                  <a:lnTo>
                    <a:pt x="7796037" y="1298223"/>
                  </a:lnTo>
                  <a:lnTo>
                    <a:pt x="7396173" y="1379112"/>
                  </a:lnTo>
                  <a:lnTo>
                    <a:pt x="7060227" y="1440831"/>
                  </a:lnTo>
                  <a:lnTo>
                    <a:pt x="6729521" y="1495861"/>
                  </a:lnTo>
                  <a:lnTo>
                    <a:pt x="6403079" y="1544521"/>
                  </a:lnTo>
                  <a:lnTo>
                    <a:pt x="6026314" y="1593670"/>
                  </a:lnTo>
                  <a:lnTo>
                    <a:pt x="5652470" y="1635094"/>
                  </a:lnTo>
                  <a:lnTo>
                    <a:pt x="5279994" y="1669304"/>
                  </a:lnTo>
                  <a:lnTo>
                    <a:pt x="4907336" y="1696809"/>
                  </a:lnTo>
                  <a:lnTo>
                    <a:pt x="4479226" y="1720684"/>
                  </a:lnTo>
                  <a:lnTo>
                    <a:pt x="3992010" y="1738816"/>
                  </a:lnTo>
                  <a:lnTo>
                    <a:pt x="3376991" y="1750019"/>
                  </a:lnTo>
                  <a:lnTo>
                    <a:pt x="3324690" y="1750449"/>
                  </a:lnTo>
                  <a:lnTo>
                    <a:pt x="3101274" y="1751497"/>
                  </a:lnTo>
                  <a:lnTo>
                    <a:pt x="12192000" y="1751497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5BB9F6">
                <a:alpha val="4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49968" y="0"/>
              <a:ext cx="2542031" cy="685800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753600" y="0"/>
              <a:ext cx="2438400" cy="6858000"/>
            </a:xfrm>
            <a:custGeom>
              <a:avLst/>
              <a:gdLst/>
              <a:ahLst/>
              <a:cxnLst/>
              <a:rect l="l" t="t" r="r" b="b"/>
              <a:pathLst>
                <a:path w="2438400" h="6858000">
                  <a:moveTo>
                    <a:pt x="0" y="0"/>
                  </a:moveTo>
                  <a:lnTo>
                    <a:pt x="45891" y="47929"/>
                  </a:lnTo>
                  <a:lnTo>
                    <a:pt x="91044" y="95891"/>
                  </a:lnTo>
                  <a:lnTo>
                    <a:pt x="135461" y="143882"/>
                  </a:lnTo>
                  <a:lnTo>
                    <a:pt x="179147" y="191900"/>
                  </a:lnTo>
                  <a:lnTo>
                    <a:pt x="222105" y="239944"/>
                  </a:lnTo>
                  <a:lnTo>
                    <a:pt x="264340" y="288010"/>
                  </a:lnTo>
                  <a:lnTo>
                    <a:pt x="305855" y="336097"/>
                  </a:lnTo>
                  <a:lnTo>
                    <a:pt x="346654" y="384203"/>
                  </a:lnTo>
                  <a:lnTo>
                    <a:pt x="386741" y="432325"/>
                  </a:lnTo>
                  <a:lnTo>
                    <a:pt x="426119" y="480460"/>
                  </a:lnTo>
                  <a:lnTo>
                    <a:pt x="464794" y="528608"/>
                  </a:lnTo>
                  <a:lnTo>
                    <a:pt x="502768" y="576765"/>
                  </a:lnTo>
                  <a:lnTo>
                    <a:pt x="540046" y="624930"/>
                  </a:lnTo>
                  <a:lnTo>
                    <a:pt x="576631" y="673099"/>
                  </a:lnTo>
                  <a:lnTo>
                    <a:pt x="612527" y="721271"/>
                  </a:lnTo>
                  <a:lnTo>
                    <a:pt x="647739" y="769444"/>
                  </a:lnTo>
                  <a:lnTo>
                    <a:pt x="682269" y="817616"/>
                  </a:lnTo>
                  <a:lnTo>
                    <a:pt x="716123" y="865783"/>
                  </a:lnTo>
                  <a:lnTo>
                    <a:pt x="749303" y="913945"/>
                  </a:lnTo>
                  <a:lnTo>
                    <a:pt x="781814" y="962098"/>
                  </a:lnTo>
                  <a:lnTo>
                    <a:pt x="813660" y="1010241"/>
                  </a:lnTo>
                  <a:lnTo>
                    <a:pt x="844844" y="1058371"/>
                  </a:lnTo>
                  <a:lnTo>
                    <a:pt x="875371" y="1106486"/>
                  </a:lnTo>
                  <a:lnTo>
                    <a:pt x="905244" y="1154584"/>
                  </a:lnTo>
                  <a:lnTo>
                    <a:pt x="934467" y="1202662"/>
                  </a:lnTo>
                  <a:lnTo>
                    <a:pt x="963043" y="1250719"/>
                  </a:lnTo>
                  <a:lnTo>
                    <a:pt x="990978" y="1298752"/>
                  </a:lnTo>
                  <a:lnTo>
                    <a:pt x="1018275" y="1346758"/>
                  </a:lnTo>
                  <a:lnTo>
                    <a:pt x="1044937" y="1394737"/>
                  </a:lnTo>
                  <a:lnTo>
                    <a:pt x="1070969" y="1442684"/>
                  </a:lnTo>
                  <a:lnTo>
                    <a:pt x="1096375" y="1490599"/>
                  </a:lnTo>
                  <a:lnTo>
                    <a:pt x="1121157" y="1538479"/>
                  </a:lnTo>
                  <a:lnTo>
                    <a:pt x="1145321" y="1586322"/>
                  </a:lnTo>
                  <a:lnTo>
                    <a:pt x="1168870" y="1634125"/>
                  </a:lnTo>
                  <a:lnTo>
                    <a:pt x="1191808" y="1681887"/>
                  </a:lnTo>
                  <a:lnTo>
                    <a:pt x="1214139" y="1729604"/>
                  </a:lnTo>
                  <a:lnTo>
                    <a:pt x="1235867" y="1777276"/>
                  </a:lnTo>
                  <a:lnTo>
                    <a:pt x="1256995" y="1824899"/>
                  </a:lnTo>
                  <a:lnTo>
                    <a:pt x="1277528" y="1872471"/>
                  </a:lnTo>
                  <a:lnTo>
                    <a:pt x="1297469" y="1919990"/>
                  </a:lnTo>
                  <a:lnTo>
                    <a:pt x="1316822" y="1967455"/>
                  </a:lnTo>
                  <a:lnTo>
                    <a:pt x="1335592" y="2014862"/>
                  </a:lnTo>
                  <a:lnTo>
                    <a:pt x="1353782" y="2062210"/>
                  </a:lnTo>
                  <a:lnTo>
                    <a:pt x="1371395" y="2109495"/>
                  </a:lnTo>
                  <a:lnTo>
                    <a:pt x="1388437" y="2156717"/>
                  </a:lnTo>
                  <a:lnTo>
                    <a:pt x="1404910" y="2203873"/>
                  </a:lnTo>
                  <a:lnTo>
                    <a:pt x="1420819" y="2250960"/>
                  </a:lnTo>
                  <a:lnTo>
                    <a:pt x="1436167" y="2297976"/>
                  </a:lnTo>
                  <a:lnTo>
                    <a:pt x="1450959" y="2344920"/>
                  </a:lnTo>
                  <a:lnTo>
                    <a:pt x="1465198" y="2391788"/>
                  </a:lnTo>
                  <a:lnTo>
                    <a:pt x="1478888" y="2438579"/>
                  </a:lnTo>
                  <a:lnTo>
                    <a:pt x="1492033" y="2485290"/>
                  </a:lnTo>
                  <a:lnTo>
                    <a:pt x="1504637" y="2531920"/>
                  </a:lnTo>
                  <a:lnTo>
                    <a:pt x="1516704" y="2578465"/>
                  </a:lnTo>
                  <a:lnTo>
                    <a:pt x="1528237" y="2624925"/>
                  </a:lnTo>
                  <a:lnTo>
                    <a:pt x="1539241" y="2671295"/>
                  </a:lnTo>
                  <a:lnTo>
                    <a:pt x="1549720" y="2717575"/>
                  </a:lnTo>
                  <a:lnTo>
                    <a:pt x="1559677" y="2763762"/>
                  </a:lnTo>
                  <a:lnTo>
                    <a:pt x="1569116" y="2809854"/>
                  </a:lnTo>
                  <a:lnTo>
                    <a:pt x="1578041" y="2855848"/>
                  </a:lnTo>
                  <a:lnTo>
                    <a:pt x="1586456" y="2901743"/>
                  </a:lnTo>
                  <a:lnTo>
                    <a:pt x="1594365" y="2947536"/>
                  </a:lnTo>
                  <a:lnTo>
                    <a:pt x="1601772" y="2993225"/>
                  </a:lnTo>
                  <a:lnTo>
                    <a:pt x="1608680" y="3038807"/>
                  </a:lnTo>
                  <a:lnTo>
                    <a:pt x="1615094" y="3084281"/>
                  </a:lnTo>
                  <a:lnTo>
                    <a:pt x="1621017" y="3129644"/>
                  </a:lnTo>
                  <a:lnTo>
                    <a:pt x="1626454" y="3174894"/>
                  </a:lnTo>
                  <a:lnTo>
                    <a:pt x="1631408" y="3220029"/>
                  </a:lnTo>
                  <a:lnTo>
                    <a:pt x="1635883" y="3265046"/>
                  </a:lnTo>
                  <a:lnTo>
                    <a:pt x="1639883" y="3309943"/>
                  </a:lnTo>
                  <a:lnTo>
                    <a:pt x="1643411" y="3354719"/>
                  </a:lnTo>
                  <a:lnTo>
                    <a:pt x="1646473" y="3399370"/>
                  </a:lnTo>
                  <a:lnTo>
                    <a:pt x="1649071" y="3443895"/>
                  </a:lnTo>
                  <a:lnTo>
                    <a:pt x="1651209" y="3488292"/>
                  </a:lnTo>
                  <a:lnTo>
                    <a:pt x="1652892" y="3532557"/>
                  </a:lnTo>
                  <a:lnTo>
                    <a:pt x="1654123" y="3576690"/>
                  </a:lnTo>
                  <a:lnTo>
                    <a:pt x="1654906" y="3620687"/>
                  </a:lnTo>
                  <a:lnTo>
                    <a:pt x="1655246" y="3664547"/>
                  </a:lnTo>
                  <a:lnTo>
                    <a:pt x="1655145" y="3708266"/>
                  </a:lnTo>
                  <a:lnTo>
                    <a:pt x="1654608" y="3751844"/>
                  </a:lnTo>
                  <a:lnTo>
                    <a:pt x="1653638" y="3795278"/>
                  </a:lnTo>
                  <a:lnTo>
                    <a:pt x="1652241" y="3838565"/>
                  </a:lnTo>
                  <a:lnTo>
                    <a:pt x="1650418" y="3881704"/>
                  </a:lnTo>
                  <a:lnTo>
                    <a:pt x="1648175" y="3924691"/>
                  </a:lnTo>
                  <a:lnTo>
                    <a:pt x="1645516" y="3967526"/>
                  </a:lnTo>
                  <a:lnTo>
                    <a:pt x="1642443" y="4010205"/>
                  </a:lnTo>
                  <a:lnTo>
                    <a:pt x="1638961" y="4052726"/>
                  </a:lnTo>
                  <a:lnTo>
                    <a:pt x="1635074" y="4095088"/>
                  </a:lnTo>
                  <a:lnTo>
                    <a:pt x="1630786" y="4137287"/>
                  </a:lnTo>
                  <a:lnTo>
                    <a:pt x="1626101" y="4179323"/>
                  </a:lnTo>
                  <a:lnTo>
                    <a:pt x="1621022" y="4221192"/>
                  </a:lnTo>
                  <a:lnTo>
                    <a:pt x="1615554" y="4262892"/>
                  </a:lnTo>
                  <a:lnTo>
                    <a:pt x="1609699" y="4304421"/>
                  </a:lnTo>
                  <a:lnTo>
                    <a:pt x="1603463" y="4345777"/>
                  </a:lnTo>
                  <a:lnTo>
                    <a:pt x="1596850" y="4386957"/>
                  </a:lnTo>
                  <a:lnTo>
                    <a:pt x="1589862" y="4427960"/>
                  </a:lnTo>
                  <a:lnTo>
                    <a:pt x="1582503" y="4468783"/>
                  </a:lnTo>
                  <a:lnTo>
                    <a:pt x="1574779" y="4509424"/>
                  </a:lnTo>
                  <a:lnTo>
                    <a:pt x="1566692" y="4549880"/>
                  </a:lnTo>
                  <a:lnTo>
                    <a:pt x="1558247" y="4590150"/>
                  </a:lnTo>
                  <a:lnTo>
                    <a:pt x="1549447" y="4630231"/>
                  </a:lnTo>
                  <a:lnTo>
                    <a:pt x="1540296" y="4670121"/>
                  </a:lnTo>
                  <a:lnTo>
                    <a:pt x="1530799" y="4709818"/>
                  </a:lnTo>
                  <a:lnTo>
                    <a:pt x="1520958" y="4749320"/>
                  </a:lnTo>
                  <a:lnTo>
                    <a:pt x="1510779" y="4788623"/>
                  </a:lnTo>
                  <a:lnTo>
                    <a:pt x="1500264" y="4827727"/>
                  </a:lnTo>
                  <a:lnTo>
                    <a:pt x="1489418" y="4866629"/>
                  </a:lnTo>
                  <a:lnTo>
                    <a:pt x="1478244" y="4905326"/>
                  </a:lnTo>
                  <a:lnTo>
                    <a:pt x="1466747" y="4943816"/>
                  </a:lnTo>
                  <a:lnTo>
                    <a:pt x="1454930" y="4982098"/>
                  </a:lnTo>
                  <a:lnTo>
                    <a:pt x="1442798" y="5020169"/>
                  </a:lnTo>
                  <a:lnTo>
                    <a:pt x="1430353" y="5058026"/>
                  </a:lnTo>
                  <a:lnTo>
                    <a:pt x="1417601" y="5095668"/>
                  </a:lnTo>
                  <a:lnTo>
                    <a:pt x="1404544" y="5133092"/>
                  </a:lnTo>
                  <a:lnTo>
                    <a:pt x="1391188" y="5170296"/>
                  </a:lnTo>
                  <a:lnTo>
                    <a:pt x="1377535" y="5207278"/>
                  </a:lnTo>
                  <a:lnTo>
                    <a:pt x="1363589" y="5244035"/>
                  </a:lnTo>
                  <a:lnTo>
                    <a:pt x="1349355" y="5280566"/>
                  </a:lnTo>
                  <a:lnTo>
                    <a:pt x="1334836" y="5316868"/>
                  </a:lnTo>
                  <a:lnTo>
                    <a:pt x="1320036" y="5352938"/>
                  </a:lnTo>
                  <a:lnTo>
                    <a:pt x="1304959" y="5388775"/>
                  </a:lnTo>
                  <a:lnTo>
                    <a:pt x="1289610" y="5424377"/>
                  </a:lnTo>
                  <a:lnTo>
                    <a:pt x="1273991" y="5459741"/>
                  </a:lnTo>
                  <a:lnTo>
                    <a:pt x="1258107" y="5494865"/>
                  </a:lnTo>
                  <a:lnTo>
                    <a:pt x="1241961" y="5529746"/>
                  </a:lnTo>
                  <a:lnTo>
                    <a:pt x="1225558" y="5564383"/>
                  </a:lnTo>
                  <a:lnTo>
                    <a:pt x="1208901" y="5598774"/>
                  </a:lnTo>
                  <a:lnTo>
                    <a:pt x="1174843" y="5666805"/>
                  </a:lnTo>
                  <a:lnTo>
                    <a:pt x="1139816" y="5733823"/>
                  </a:lnTo>
                  <a:lnTo>
                    <a:pt x="1103853" y="5799809"/>
                  </a:lnTo>
                  <a:lnTo>
                    <a:pt x="1066984" y="5864746"/>
                  </a:lnTo>
                  <a:lnTo>
                    <a:pt x="1029240" y="5928616"/>
                  </a:lnTo>
                  <a:lnTo>
                    <a:pt x="990653" y="5991400"/>
                  </a:lnTo>
                  <a:lnTo>
                    <a:pt x="951253" y="6053082"/>
                  </a:lnTo>
                  <a:lnTo>
                    <a:pt x="911072" y="6113644"/>
                  </a:lnTo>
                  <a:lnTo>
                    <a:pt x="870140" y="6173067"/>
                  </a:lnTo>
                  <a:lnTo>
                    <a:pt x="828490" y="6231333"/>
                  </a:lnTo>
                  <a:lnTo>
                    <a:pt x="786151" y="6288425"/>
                  </a:lnTo>
                  <a:lnTo>
                    <a:pt x="743155" y="6344326"/>
                  </a:lnTo>
                  <a:lnTo>
                    <a:pt x="699533" y="6399016"/>
                  </a:lnTo>
                  <a:lnTo>
                    <a:pt x="655316" y="6452479"/>
                  </a:lnTo>
                  <a:lnTo>
                    <a:pt x="610535" y="6504697"/>
                  </a:lnTo>
                  <a:lnTo>
                    <a:pt x="565221" y="6555651"/>
                  </a:lnTo>
                  <a:lnTo>
                    <a:pt x="519406" y="6605325"/>
                  </a:lnTo>
                  <a:lnTo>
                    <a:pt x="473120" y="6653699"/>
                  </a:lnTo>
                  <a:lnTo>
                    <a:pt x="426394" y="6700756"/>
                  </a:lnTo>
                  <a:lnTo>
                    <a:pt x="379260" y="6746479"/>
                  </a:lnTo>
                  <a:lnTo>
                    <a:pt x="331748" y="6790850"/>
                  </a:lnTo>
                  <a:lnTo>
                    <a:pt x="283891" y="6833850"/>
                  </a:lnTo>
                  <a:lnTo>
                    <a:pt x="259842" y="6854831"/>
                  </a:lnTo>
                  <a:lnTo>
                    <a:pt x="2438400" y="6857999"/>
                  </a:lnTo>
                  <a:lnTo>
                    <a:pt x="2438400" y="142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7FB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xfrm>
            <a:off x="3207510" y="2950921"/>
            <a:ext cx="700328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165" dirty="0"/>
              <a:t>Big Data Analytics</a:t>
            </a:r>
            <a:endParaRPr spc="-114" dirty="0"/>
          </a:p>
        </p:txBody>
      </p:sp>
      <p:sp>
        <p:nvSpPr>
          <p:cNvPr id="21" name="object 21"/>
          <p:cNvSpPr txBox="1"/>
          <p:nvPr/>
        </p:nvSpPr>
        <p:spPr>
          <a:xfrm>
            <a:off x="3419602" y="3622040"/>
            <a:ext cx="365061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82625" algn="l"/>
              </a:tabLst>
            </a:pPr>
            <a:r>
              <a:rPr sz="4400" spc="-25" dirty="0">
                <a:solidFill>
                  <a:srgbClr val="FFFFFF"/>
                </a:solidFill>
                <a:latin typeface="Arial"/>
                <a:cs typeface="Arial"/>
              </a:rPr>
              <a:t>II</a:t>
            </a:r>
            <a:r>
              <a:rPr sz="44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4400" spc="-95" dirty="0">
                <a:solidFill>
                  <a:srgbClr val="FFFFFF"/>
                </a:solidFill>
                <a:latin typeface="Arial"/>
                <a:cs typeface="Arial"/>
              </a:rPr>
              <a:t>Map</a:t>
            </a:r>
            <a:r>
              <a:rPr sz="4400" spc="-2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00" spc="-190" dirty="0">
                <a:solidFill>
                  <a:srgbClr val="FFFFFF"/>
                </a:solidFill>
                <a:latin typeface="Arial"/>
                <a:cs typeface="Arial"/>
              </a:rPr>
              <a:t>Reduce</a:t>
            </a:r>
            <a:endParaRPr sz="4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347595" algn="ctr"/>
            <a:r>
              <a:rPr lang="en-US" kern="1200" spc="-8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Overview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5F66F088-F2E0-F4AF-F447-5E0DBCE0DA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2908302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053589"/>
            <a:r>
              <a:rPr lang="en-US" spc="-160"/>
              <a:t>MapReduce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E3D5A8-121B-74E8-70BB-BAB5D374E9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" r="33174" b="-2"/>
          <a:stretch>
            <a:fillRect/>
          </a:stretch>
        </p:blipFill>
        <p:spPr>
          <a:xfrm>
            <a:off x="6374920" y="758514"/>
            <a:ext cx="512223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12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1B57DF66-1DB9-833C-289A-6E86A73FF1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6593992"/>
              </p:ext>
            </p:extLst>
          </p:nvPr>
        </p:nvGraphicFramePr>
        <p:xfrm>
          <a:off x="838200" y="1825624"/>
          <a:ext cx="6858000" cy="44324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/>
            <a:r>
              <a:rPr lang="en-US" spc="-165"/>
              <a:t>MapReduce</a:t>
            </a:r>
            <a:r>
              <a:rPr lang="en-US" spc="-240"/>
              <a:t> </a:t>
            </a:r>
            <a:r>
              <a:rPr lang="en-US" spc="-190"/>
              <a:t>Design</a:t>
            </a:r>
            <a:r>
              <a:rPr lang="en-US" spc="-265"/>
              <a:t> </a:t>
            </a:r>
            <a:r>
              <a:rPr lang="en-US" spc="-10"/>
              <a:t>Pattern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838200" y="1825625"/>
            <a:ext cx="539336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2700" indent="-228600">
              <a:lnSpc>
                <a:spcPct val="90000"/>
              </a:lnSpc>
              <a:spcBef>
                <a:spcPts val="220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50"/>
              <a:t>Provide</a:t>
            </a:r>
            <a:r>
              <a:rPr lang="en-US" sz="1700" spc="-40"/>
              <a:t> </a:t>
            </a:r>
            <a:r>
              <a:rPr lang="en-US" sz="1700" spc="-114"/>
              <a:t>a</a:t>
            </a:r>
            <a:r>
              <a:rPr lang="en-US" sz="1700" spc="-50"/>
              <a:t> </a:t>
            </a:r>
            <a:r>
              <a:rPr lang="en-US" sz="1700" spc="-45"/>
              <a:t>general</a:t>
            </a:r>
            <a:r>
              <a:rPr lang="en-US" sz="1700" spc="-25"/>
              <a:t> </a:t>
            </a:r>
            <a:r>
              <a:rPr lang="en-US" sz="1700" spc="-10"/>
              <a:t>framework</a:t>
            </a:r>
            <a:r>
              <a:rPr lang="en-US" sz="1700" spc="-20"/>
              <a:t> </a:t>
            </a:r>
            <a:r>
              <a:rPr lang="en-US" sz="1700"/>
              <a:t>for</a:t>
            </a:r>
            <a:r>
              <a:rPr lang="en-US" sz="1700" spc="-30"/>
              <a:t> </a:t>
            </a:r>
            <a:r>
              <a:rPr lang="en-US" sz="1700" spc="-40"/>
              <a:t>solving</a:t>
            </a:r>
            <a:r>
              <a:rPr lang="en-US" sz="1700" spc="-60"/>
              <a:t> </a:t>
            </a:r>
            <a:r>
              <a:rPr lang="en-US" sz="1700" spc="-20"/>
              <a:t>your</a:t>
            </a:r>
            <a:r>
              <a:rPr lang="en-US" sz="1700" spc="-55"/>
              <a:t> </a:t>
            </a:r>
            <a:r>
              <a:rPr lang="en-US" sz="1700" spc="-35"/>
              <a:t>data</a:t>
            </a:r>
            <a:r>
              <a:rPr lang="en-US" sz="1700" spc="-45"/>
              <a:t> </a:t>
            </a:r>
            <a:r>
              <a:rPr lang="en-US" sz="1700" spc="-10"/>
              <a:t>computation</a:t>
            </a:r>
            <a:r>
              <a:rPr lang="en-US" sz="1700" spc="-50"/>
              <a:t> </a:t>
            </a:r>
            <a:r>
              <a:rPr lang="en-US" sz="1700" spc="-90"/>
              <a:t>issues,</a:t>
            </a:r>
            <a:r>
              <a:rPr lang="en-US" sz="1700" spc="-50"/>
              <a:t> </a:t>
            </a:r>
            <a:r>
              <a:rPr lang="en-US" sz="1700"/>
              <a:t>without</a:t>
            </a:r>
            <a:r>
              <a:rPr lang="en-US" sz="1700" spc="-60"/>
              <a:t> </a:t>
            </a:r>
            <a:r>
              <a:rPr lang="en-US" sz="1700" spc="-35"/>
              <a:t>being </a:t>
            </a:r>
            <a:r>
              <a:rPr lang="en-US" sz="1700" spc="-45"/>
              <a:t>specific</a:t>
            </a:r>
            <a:r>
              <a:rPr lang="en-US" sz="1700" spc="-20"/>
              <a:t> </a:t>
            </a:r>
            <a:r>
              <a:rPr lang="en-US" sz="1700" spc="60"/>
              <a:t>to</a:t>
            </a:r>
            <a:r>
              <a:rPr lang="en-US" sz="1700" spc="-55"/>
              <a:t> </a:t>
            </a:r>
            <a:r>
              <a:rPr lang="en-US" sz="1700"/>
              <a:t>the</a:t>
            </a:r>
            <a:r>
              <a:rPr lang="en-US" sz="1700" spc="-50"/>
              <a:t> </a:t>
            </a:r>
            <a:r>
              <a:rPr lang="en-US" sz="1700" spc="-20"/>
              <a:t>problem</a:t>
            </a:r>
            <a:r>
              <a:rPr lang="en-US" sz="1700" spc="-35"/>
              <a:t> </a:t>
            </a:r>
            <a:r>
              <a:rPr lang="en-US" sz="1700" spc="-10"/>
              <a:t>domain</a:t>
            </a:r>
            <a:endParaRPr lang="en-US" sz="1700"/>
          </a:p>
          <a:p>
            <a:pPr marL="12700" indent="-228600">
              <a:lnSpc>
                <a:spcPct val="90000"/>
              </a:lnSpc>
              <a:spcBef>
                <a:spcPts val="120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10"/>
              <a:t>Summarization</a:t>
            </a:r>
            <a:endParaRPr lang="en-US" sz="1700"/>
          </a:p>
          <a:p>
            <a:pPr marL="314325" indent="-228600">
              <a:lnSpc>
                <a:spcPct val="90000"/>
              </a:lnSpc>
              <a:spcBef>
                <a:spcPts val="15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45"/>
              <a:t>Numerical</a:t>
            </a:r>
            <a:r>
              <a:rPr lang="en-US" sz="1700" spc="-10"/>
              <a:t> Summarizations</a:t>
            </a:r>
            <a:endParaRPr lang="en-US" sz="1700"/>
          </a:p>
          <a:p>
            <a:pPr marL="314325" indent="-228600">
              <a:lnSpc>
                <a:spcPct val="90000"/>
              </a:lnSpc>
              <a:spcBef>
                <a:spcPts val="14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40"/>
              <a:t>Counting</a:t>
            </a:r>
            <a:r>
              <a:rPr lang="en-US" sz="1700" spc="30"/>
              <a:t> </a:t>
            </a:r>
            <a:r>
              <a:rPr lang="en-US" sz="1700"/>
              <a:t>with</a:t>
            </a:r>
            <a:r>
              <a:rPr lang="en-US" sz="1700" spc="5"/>
              <a:t> </a:t>
            </a:r>
            <a:r>
              <a:rPr lang="en-US" sz="1700" spc="-10"/>
              <a:t>Counters</a:t>
            </a:r>
            <a:endParaRPr lang="en-US" sz="1700"/>
          </a:p>
          <a:p>
            <a:pPr marL="12700" indent="-228600">
              <a:lnSpc>
                <a:spcPct val="90000"/>
              </a:lnSpc>
              <a:spcBef>
                <a:spcPts val="114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10"/>
              <a:t>Filtering</a:t>
            </a:r>
            <a:endParaRPr lang="en-US" sz="1700"/>
          </a:p>
          <a:p>
            <a:pPr marL="314325" indent="-228600">
              <a:lnSpc>
                <a:spcPct val="90000"/>
              </a:lnSpc>
              <a:spcBef>
                <a:spcPts val="15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10"/>
              <a:t>Filtering</a:t>
            </a:r>
            <a:endParaRPr lang="en-US" sz="1700"/>
          </a:p>
          <a:p>
            <a:pPr marL="314325" indent="-228600">
              <a:lnSpc>
                <a:spcPct val="90000"/>
              </a:lnSpc>
              <a:spcBef>
                <a:spcPts val="14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80"/>
              <a:t>Top</a:t>
            </a:r>
            <a:r>
              <a:rPr lang="en-US" sz="1700" spc="-65"/>
              <a:t> </a:t>
            </a:r>
            <a:r>
              <a:rPr lang="en-US" sz="1700" spc="-25"/>
              <a:t>Ten</a:t>
            </a:r>
            <a:endParaRPr lang="en-US" sz="1700"/>
          </a:p>
          <a:p>
            <a:pPr marL="314325" indent="-228600">
              <a:lnSpc>
                <a:spcPct val="90000"/>
              </a:lnSpc>
              <a:spcBef>
                <a:spcPts val="14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10"/>
              <a:t>Distinct</a:t>
            </a:r>
            <a:endParaRPr lang="en-US" sz="1700"/>
          </a:p>
          <a:p>
            <a:pPr marL="12700" indent="-228600">
              <a:lnSpc>
                <a:spcPct val="90000"/>
              </a:lnSpc>
              <a:spcBef>
                <a:spcPts val="110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60"/>
              <a:t>Data</a:t>
            </a:r>
            <a:r>
              <a:rPr lang="en-US" sz="1700" spc="-80"/>
              <a:t> </a:t>
            </a:r>
            <a:r>
              <a:rPr lang="en-US" sz="1700" spc="-10"/>
              <a:t>Organization</a:t>
            </a:r>
            <a:endParaRPr lang="en-US" sz="1700"/>
          </a:p>
          <a:p>
            <a:pPr marL="314325" indent="-228600">
              <a:lnSpc>
                <a:spcPct val="90000"/>
              </a:lnSpc>
              <a:spcBef>
                <a:spcPts val="14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20"/>
              <a:t>Structured</a:t>
            </a:r>
            <a:r>
              <a:rPr lang="en-US" sz="1700" spc="-75"/>
              <a:t> </a:t>
            </a:r>
            <a:r>
              <a:rPr lang="en-US" sz="1700" spc="55"/>
              <a:t>to</a:t>
            </a:r>
            <a:r>
              <a:rPr lang="en-US" sz="1700" spc="-60"/>
              <a:t> </a:t>
            </a:r>
            <a:r>
              <a:rPr lang="en-US" sz="1700" spc="-10"/>
              <a:t>Hierarchy</a:t>
            </a:r>
            <a:endParaRPr lang="en-US" sz="1700"/>
          </a:p>
          <a:p>
            <a:pPr marL="314325" indent="-228600">
              <a:lnSpc>
                <a:spcPct val="90000"/>
              </a:lnSpc>
              <a:spcBef>
                <a:spcPts val="13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10"/>
              <a:t>Partition</a:t>
            </a:r>
            <a:endParaRPr lang="en-US" sz="1700"/>
          </a:p>
          <a:p>
            <a:pPr marL="314325" indent="-228600">
              <a:lnSpc>
                <a:spcPct val="90000"/>
              </a:lnSpc>
              <a:spcBef>
                <a:spcPts val="13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10"/>
              <a:t>Shuffling</a:t>
            </a:r>
            <a:endParaRPr lang="en-US" sz="1700"/>
          </a:p>
          <a:p>
            <a:pPr marL="12700" indent="-228600">
              <a:lnSpc>
                <a:spcPct val="90000"/>
              </a:lnSpc>
              <a:spcBef>
                <a:spcPts val="114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20"/>
              <a:t>Join</a:t>
            </a:r>
            <a:endParaRPr lang="en-US" sz="1700"/>
          </a:p>
          <a:p>
            <a:pPr marL="314325" indent="-228600">
              <a:lnSpc>
                <a:spcPct val="90000"/>
              </a:lnSpc>
              <a:spcBef>
                <a:spcPts val="15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75"/>
              <a:t>Reduce</a:t>
            </a:r>
            <a:r>
              <a:rPr lang="en-US" sz="1700" spc="-45"/>
              <a:t> </a:t>
            </a:r>
            <a:r>
              <a:rPr lang="en-US" sz="1700" spc="-80"/>
              <a:t>Side</a:t>
            </a:r>
            <a:r>
              <a:rPr lang="en-US" sz="1700" spc="-70"/>
              <a:t> </a:t>
            </a:r>
            <a:r>
              <a:rPr lang="en-US" sz="1700" spc="-20"/>
              <a:t>Join</a:t>
            </a:r>
            <a:endParaRPr lang="en-US" sz="1700"/>
          </a:p>
          <a:p>
            <a:pPr marL="314325" indent="-228600">
              <a:lnSpc>
                <a:spcPct val="90000"/>
              </a:lnSpc>
              <a:spcBef>
                <a:spcPts val="14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45"/>
              <a:t>Replicated</a:t>
            </a:r>
            <a:r>
              <a:rPr lang="en-US" sz="1700" spc="-30"/>
              <a:t> </a:t>
            </a:r>
            <a:r>
              <a:rPr lang="en-US" sz="1700" spc="-20"/>
              <a:t>Join</a:t>
            </a:r>
            <a:endParaRPr lang="en-US" sz="17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rcRect t="2194" b="19223"/>
          <a:stretch>
            <a:fillRect/>
          </a:stretch>
        </p:blipFill>
        <p:spPr>
          <a:xfrm>
            <a:off x="6374920" y="758514"/>
            <a:ext cx="512223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11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/>
            <a:r>
              <a:rPr lang="en-US" spc="-190"/>
              <a:t>Design</a:t>
            </a:r>
            <a:r>
              <a:rPr lang="en-US" spc="-290"/>
              <a:t> </a:t>
            </a:r>
            <a:r>
              <a:rPr lang="en-US" spc="-40"/>
              <a:t>Pattern</a:t>
            </a:r>
            <a:r>
              <a:rPr lang="en-US" spc="-215"/>
              <a:t> </a:t>
            </a:r>
            <a:r>
              <a:rPr lang="en-US" spc="-40"/>
              <a:t>Rules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274E0D-8ABC-9AF0-C19E-BD41A2DB29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027" r="15222" b="-2"/>
          <a:stretch>
            <a:fillRect/>
          </a:stretch>
        </p:blipFill>
        <p:spPr>
          <a:xfrm>
            <a:off x="6374920" y="758514"/>
            <a:ext cx="512223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12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F7AFB4B4-5CBA-CDE1-58D9-743F4F914E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0116816"/>
              </p:ext>
            </p:extLst>
          </p:nvPr>
        </p:nvGraphicFramePr>
        <p:xfrm>
          <a:off x="838200" y="1825625"/>
          <a:ext cx="5393361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  <a:prstGeom prst="rect">
            <a:avLst/>
          </a:prstGeom>
        </p:spPr>
        <p:txBody>
          <a:bodyPr vert="horz" lIns="0" tIns="13335" rIns="0" bIns="0" rtlCol="0" anchor="b">
            <a:normAutofit/>
          </a:bodyPr>
          <a:lstStyle/>
          <a:p>
            <a:pPr marL="12700">
              <a:spcBef>
                <a:spcPts val="105"/>
              </a:spcBef>
            </a:pPr>
            <a:r>
              <a:rPr lang="en-US" sz="4000" spc="-80"/>
              <a:t>I.</a:t>
            </a:r>
            <a:r>
              <a:rPr lang="en-US" sz="4000" spc="-204"/>
              <a:t> </a:t>
            </a:r>
            <a:r>
              <a:rPr lang="en-US" sz="4000" spc="-114"/>
              <a:t>Summarization</a:t>
            </a:r>
            <a:r>
              <a:rPr lang="en-US" sz="4000" spc="-250"/>
              <a:t> </a:t>
            </a:r>
            <a:r>
              <a:rPr lang="en-US" sz="4000" spc="-10"/>
              <a:t>Pattern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8A3664-A35B-D21F-CE74-A24FC0FADB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492" r="15039" b="-1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40ED34C6-6197-623F-D8A0-80B41FEFCD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8573634"/>
              </p:ext>
            </p:extLst>
          </p:nvPr>
        </p:nvGraphicFramePr>
        <p:xfrm>
          <a:off x="4553734" y="2409830"/>
          <a:ext cx="6798539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06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427990"/>
            <a:r>
              <a:rPr lang="en-US" sz="4000" spc="-114"/>
              <a:t>Numerical</a:t>
            </a:r>
            <a:r>
              <a:rPr lang="en-US" sz="4000" spc="-225"/>
              <a:t> </a:t>
            </a:r>
            <a:r>
              <a:rPr lang="en-US" sz="4000" spc="-95"/>
              <a:t>Summarization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78764A-CA1E-59FE-FEAA-173920A702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593" r="21641" b="2"/>
          <a:stretch>
            <a:fillRect/>
          </a:stretch>
        </p:blipFill>
        <p:spPr>
          <a:xfrm>
            <a:off x="7989293" y="1904282"/>
            <a:ext cx="3423093" cy="4224808"/>
          </a:xfrm>
          <a:prstGeom prst="rect">
            <a:avLst/>
          </a:prstGeom>
        </p:spPr>
      </p:pic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019E0959-52CD-C8CD-BE70-85A48815AF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2475482"/>
              </p:ext>
            </p:extLst>
          </p:nvPr>
        </p:nvGraphicFramePr>
        <p:xfrm>
          <a:off x="838200" y="1825625"/>
          <a:ext cx="6714744" cy="4303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427990"/>
            <a:r>
              <a:rPr lang="en-US" sz="4800" kern="1200" spc="-114">
                <a:solidFill>
                  <a:schemeClr val="tx1"/>
                </a:solidFill>
                <a:latin typeface="+mj-lt"/>
                <a:ea typeface="+mj-ea"/>
                <a:cs typeface="+mj-cs"/>
              </a:rPr>
              <a:t>Numerical</a:t>
            </a:r>
            <a:r>
              <a:rPr lang="en-US" sz="4800" kern="1200" spc="-22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spc="-95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Summarization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indent="-228600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1300" spc="-50"/>
              <a:t>∗</a:t>
            </a:r>
            <a:r>
              <a:rPr lang="en-US" sz="1300"/>
              <a:t>	</a:t>
            </a:r>
            <a:r>
              <a:rPr lang="en-US" sz="1300" spc="-105"/>
              <a:t>The </a:t>
            </a:r>
            <a:r>
              <a:rPr lang="en-US" sz="1300" spc="-10"/>
              <a:t>Mapper</a:t>
            </a:r>
            <a:endParaRPr lang="en-US" sz="1300"/>
          </a:p>
          <a:p>
            <a:pPr marL="588645" marR="132080" indent="-228600">
              <a:lnSpc>
                <a:spcPct val="90000"/>
              </a:lnSpc>
              <a:spcBef>
                <a:spcPts val="61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300" spc="-50"/>
              <a:t>∗</a:t>
            </a:r>
            <a:r>
              <a:rPr lang="en-US" sz="1300"/>
              <a:t>	</a:t>
            </a:r>
            <a:r>
              <a:rPr lang="en-US" sz="1300" spc="-10"/>
              <a:t>Outputs</a:t>
            </a:r>
            <a:r>
              <a:rPr lang="en-US" sz="1300" spc="-65"/>
              <a:t> </a:t>
            </a:r>
            <a:r>
              <a:rPr lang="en-US" sz="1300" spc="-70"/>
              <a:t>keys</a:t>
            </a:r>
            <a:r>
              <a:rPr lang="en-US" sz="1300" spc="-35"/>
              <a:t> </a:t>
            </a:r>
            <a:r>
              <a:rPr lang="en-US" sz="1300"/>
              <a:t>that</a:t>
            </a:r>
            <a:r>
              <a:rPr lang="en-US" sz="1300" spc="-40"/>
              <a:t> consist</a:t>
            </a:r>
            <a:r>
              <a:rPr lang="en-US" sz="1300" spc="-25"/>
              <a:t> </a:t>
            </a:r>
            <a:r>
              <a:rPr lang="en-US" sz="1300"/>
              <a:t>of</a:t>
            </a:r>
            <a:r>
              <a:rPr lang="en-US" sz="1300" spc="-35"/>
              <a:t> </a:t>
            </a:r>
            <a:r>
              <a:rPr lang="en-US" sz="1300" spc="-70"/>
              <a:t>each</a:t>
            </a:r>
            <a:r>
              <a:rPr lang="en-US" sz="1300" spc="-30"/>
              <a:t> </a:t>
            </a:r>
            <a:r>
              <a:rPr lang="en-US" sz="1300" spc="-20"/>
              <a:t>field </a:t>
            </a:r>
            <a:r>
              <a:rPr lang="en-US" sz="1300" spc="55"/>
              <a:t>to</a:t>
            </a:r>
            <a:r>
              <a:rPr lang="en-US" sz="1300" spc="-75"/>
              <a:t> </a:t>
            </a:r>
            <a:r>
              <a:rPr lang="en-US" sz="1300" spc="-10"/>
              <a:t>group</a:t>
            </a:r>
            <a:r>
              <a:rPr lang="en-US" sz="1300" spc="-60"/>
              <a:t> </a:t>
            </a:r>
            <a:r>
              <a:rPr lang="en-US" sz="1300" spc="-35"/>
              <a:t>by,</a:t>
            </a:r>
            <a:r>
              <a:rPr lang="en-US" sz="1300" spc="-70"/>
              <a:t> </a:t>
            </a:r>
            <a:r>
              <a:rPr lang="en-US" sz="1300" spc="-45"/>
              <a:t>and</a:t>
            </a:r>
            <a:r>
              <a:rPr lang="en-US" sz="1300" spc="-60"/>
              <a:t> values </a:t>
            </a:r>
            <a:r>
              <a:rPr lang="en-US" sz="1300" spc="-35"/>
              <a:t>consisting</a:t>
            </a:r>
            <a:r>
              <a:rPr lang="en-US" sz="1300" spc="-55"/>
              <a:t> </a:t>
            </a:r>
            <a:r>
              <a:rPr lang="en-US" sz="1300" spc="-25"/>
              <a:t>of </a:t>
            </a:r>
            <a:r>
              <a:rPr lang="en-US" sz="1300" spc="-60"/>
              <a:t>any</a:t>
            </a:r>
            <a:r>
              <a:rPr lang="en-US" sz="1300" spc="-40"/>
              <a:t> </a:t>
            </a:r>
            <a:r>
              <a:rPr lang="en-US" sz="1300"/>
              <a:t>pertinent</a:t>
            </a:r>
            <a:r>
              <a:rPr lang="en-US" sz="1300" spc="-60"/>
              <a:t> </a:t>
            </a:r>
            <a:r>
              <a:rPr lang="en-US" sz="1300" spc="-35"/>
              <a:t>numerical</a:t>
            </a:r>
            <a:r>
              <a:rPr lang="en-US" sz="1300" spc="-30"/>
              <a:t> </a:t>
            </a:r>
            <a:r>
              <a:rPr lang="en-US" sz="1300" spc="-10"/>
              <a:t>items</a:t>
            </a:r>
            <a:endParaRPr lang="en-US" sz="1300"/>
          </a:p>
          <a:p>
            <a:pPr marL="588645" marR="53975" indent="-228600">
              <a:lnSpc>
                <a:spcPct val="90000"/>
              </a:lnSpc>
              <a:spcBef>
                <a:spcPts val="62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300" spc="-50"/>
              <a:t>∗</a:t>
            </a:r>
            <a:r>
              <a:rPr lang="en-US" sz="1300"/>
              <a:t>	</a:t>
            </a:r>
            <a:r>
              <a:rPr lang="en-US" sz="1300" spc="-80"/>
              <a:t>A</a:t>
            </a:r>
            <a:r>
              <a:rPr lang="en-US" sz="1300" spc="-65"/>
              <a:t> </a:t>
            </a:r>
            <a:r>
              <a:rPr lang="en-US" sz="1300" spc="-45"/>
              <a:t>Combiner</a:t>
            </a:r>
            <a:r>
              <a:rPr lang="en-US" sz="1300" spc="-50"/>
              <a:t> </a:t>
            </a:r>
            <a:r>
              <a:rPr lang="en-US" sz="1300"/>
              <a:t>will</a:t>
            </a:r>
            <a:r>
              <a:rPr lang="en-US" sz="1300" spc="-50"/>
              <a:t> </a:t>
            </a:r>
            <a:r>
              <a:rPr lang="en-US" sz="1300" spc="-60"/>
              <a:t>have,</a:t>
            </a:r>
            <a:r>
              <a:rPr lang="en-US" sz="1300" spc="-65"/>
              <a:t> </a:t>
            </a:r>
            <a:r>
              <a:rPr lang="en-US" sz="1300" spc="-30"/>
              <a:t>unlike</a:t>
            </a:r>
            <a:r>
              <a:rPr lang="en-US" sz="1300" spc="-65"/>
              <a:t> </a:t>
            </a:r>
            <a:r>
              <a:rPr lang="en-US" sz="1300" spc="-100"/>
              <a:t>a</a:t>
            </a:r>
            <a:r>
              <a:rPr lang="en-US" sz="1300" spc="-50"/>
              <a:t> </a:t>
            </a:r>
            <a:r>
              <a:rPr lang="en-US" sz="1300" spc="-40"/>
              <a:t>Reducer, </a:t>
            </a:r>
            <a:r>
              <a:rPr lang="en-US" sz="1300" spc="-70"/>
              <a:t>is</a:t>
            </a:r>
            <a:r>
              <a:rPr lang="en-US" sz="1300" spc="-30"/>
              <a:t> </a:t>
            </a:r>
            <a:r>
              <a:rPr lang="en-US" sz="1300"/>
              <a:t>that</a:t>
            </a:r>
            <a:r>
              <a:rPr lang="en-US" sz="1300" spc="-25"/>
              <a:t> </a:t>
            </a:r>
            <a:r>
              <a:rPr lang="en-US" sz="1300"/>
              <a:t>the</a:t>
            </a:r>
            <a:r>
              <a:rPr lang="en-US" sz="1300" spc="-30"/>
              <a:t> </a:t>
            </a:r>
            <a:r>
              <a:rPr lang="en-US" sz="1300"/>
              <a:t>input/output</a:t>
            </a:r>
            <a:r>
              <a:rPr lang="en-US" sz="1300" spc="-60"/>
              <a:t> </a:t>
            </a:r>
            <a:r>
              <a:rPr lang="en-US" sz="1300" spc="-50"/>
              <a:t>key</a:t>
            </a:r>
            <a:r>
              <a:rPr lang="en-US" sz="1300" spc="-30"/>
              <a:t> </a:t>
            </a:r>
            <a:r>
              <a:rPr lang="en-US" sz="1300" spc="-45"/>
              <a:t>and</a:t>
            </a:r>
            <a:r>
              <a:rPr lang="en-US" sz="1300" spc="-20"/>
              <a:t> </a:t>
            </a:r>
            <a:r>
              <a:rPr lang="en-US" sz="1300" spc="-10"/>
              <a:t>value </a:t>
            </a:r>
            <a:r>
              <a:rPr lang="en-US" sz="1300" spc="-30"/>
              <a:t>types</a:t>
            </a:r>
            <a:r>
              <a:rPr lang="en-US" sz="1300" spc="-70"/>
              <a:t> </a:t>
            </a:r>
            <a:r>
              <a:rPr lang="en-US" sz="1300" spc="-10"/>
              <a:t>must</a:t>
            </a:r>
            <a:r>
              <a:rPr lang="en-US" sz="1300" spc="-60"/>
              <a:t> </a:t>
            </a:r>
            <a:r>
              <a:rPr lang="en-US" sz="1300" spc="-20"/>
              <a:t>match</a:t>
            </a:r>
            <a:r>
              <a:rPr lang="en-US" sz="1300" spc="-45"/>
              <a:t> </a:t>
            </a:r>
            <a:r>
              <a:rPr lang="en-US" sz="1300"/>
              <a:t>the</a:t>
            </a:r>
            <a:r>
              <a:rPr lang="en-US" sz="1300" spc="-45"/>
              <a:t> </a:t>
            </a:r>
            <a:r>
              <a:rPr lang="en-US" sz="1300"/>
              <a:t>output</a:t>
            </a:r>
            <a:r>
              <a:rPr lang="en-US" sz="1300" spc="-70"/>
              <a:t> </a:t>
            </a:r>
            <a:r>
              <a:rPr lang="en-US" sz="1300" spc="-30"/>
              <a:t>types</a:t>
            </a:r>
            <a:r>
              <a:rPr lang="en-US" sz="1300" spc="-55"/>
              <a:t> </a:t>
            </a:r>
            <a:r>
              <a:rPr lang="en-US" sz="1300" spc="-25"/>
              <a:t>of </a:t>
            </a:r>
            <a:r>
              <a:rPr lang="en-US" sz="1300" spc="-20"/>
              <a:t>your</a:t>
            </a:r>
            <a:r>
              <a:rPr lang="en-US" sz="1300" spc="-60"/>
              <a:t> </a:t>
            </a:r>
            <a:r>
              <a:rPr lang="en-US" sz="1300" spc="-10"/>
              <a:t>Mapper</a:t>
            </a:r>
            <a:endParaRPr lang="en-US" sz="1300"/>
          </a:p>
          <a:p>
            <a:pPr marL="12700" indent="-228600">
              <a:lnSpc>
                <a:spcPct val="90000"/>
              </a:lnSpc>
              <a:spcBef>
                <a:spcPts val="155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1300" spc="-50"/>
              <a:t>∗</a:t>
            </a:r>
            <a:r>
              <a:rPr lang="en-US" sz="1300"/>
              <a:t>	</a:t>
            </a:r>
            <a:r>
              <a:rPr lang="en-US" sz="1300" spc="-105"/>
              <a:t>The</a:t>
            </a:r>
            <a:r>
              <a:rPr lang="en-US" sz="1300" spc="-95"/>
              <a:t> </a:t>
            </a:r>
            <a:r>
              <a:rPr lang="en-US" sz="1300" spc="-10"/>
              <a:t>Reducer</a:t>
            </a:r>
            <a:endParaRPr lang="en-US" sz="1300"/>
          </a:p>
          <a:p>
            <a:pPr marL="588645" marR="116205" indent="-228600">
              <a:lnSpc>
                <a:spcPct val="90000"/>
              </a:lnSpc>
              <a:spcBef>
                <a:spcPts val="610"/>
              </a:spcBef>
              <a:buFont typeface="Arial" panose="020B0604020202020204" pitchFamily="34" charset="0"/>
              <a:buChar char="•"/>
            </a:pPr>
            <a:r>
              <a:rPr lang="en-US" sz="1300" spc="-15"/>
              <a:t>∗</a:t>
            </a:r>
            <a:r>
              <a:rPr lang="en-US" sz="1300" spc="980"/>
              <a:t> </a:t>
            </a:r>
            <a:r>
              <a:rPr lang="en-US" sz="1300" spc="-75"/>
              <a:t>Receives</a:t>
            </a:r>
            <a:r>
              <a:rPr lang="en-US" sz="1300" spc="-114"/>
              <a:t> </a:t>
            </a:r>
            <a:r>
              <a:rPr lang="en-US" sz="1300" spc="-95"/>
              <a:t>a</a:t>
            </a:r>
            <a:r>
              <a:rPr lang="en-US" sz="1300" spc="-85"/>
              <a:t> </a:t>
            </a:r>
            <a:r>
              <a:rPr lang="en-US" sz="1300" spc="-20"/>
              <a:t>set</a:t>
            </a:r>
            <a:r>
              <a:rPr lang="en-US" sz="1300" spc="-105"/>
              <a:t> </a:t>
            </a:r>
            <a:r>
              <a:rPr lang="en-US" sz="1300" spc="40"/>
              <a:t>of</a:t>
            </a:r>
            <a:r>
              <a:rPr lang="en-US" sz="1300" spc="-85"/>
              <a:t> </a:t>
            </a:r>
            <a:r>
              <a:rPr lang="en-US" sz="1300" spc="-30"/>
              <a:t>numerical</a:t>
            </a:r>
            <a:r>
              <a:rPr lang="en-US" sz="1300" spc="-90"/>
              <a:t> </a:t>
            </a:r>
            <a:r>
              <a:rPr lang="en-US" sz="1300" spc="-55"/>
              <a:t>values</a:t>
            </a:r>
            <a:r>
              <a:rPr lang="en-US" sz="1300" spc="-90"/>
              <a:t> (v1,</a:t>
            </a:r>
            <a:r>
              <a:rPr lang="en-US" sz="1300" spc="-110"/>
              <a:t> </a:t>
            </a:r>
            <a:r>
              <a:rPr lang="en-US" sz="1300" spc="-65"/>
              <a:t>v2,</a:t>
            </a:r>
            <a:r>
              <a:rPr lang="en-US" sz="1300" spc="-90"/>
              <a:t> </a:t>
            </a:r>
            <a:r>
              <a:rPr lang="en-US" sz="1300" spc="-60"/>
              <a:t>v3,</a:t>
            </a:r>
            <a:r>
              <a:rPr lang="en-US" sz="1300" spc="-110"/>
              <a:t> </a:t>
            </a:r>
            <a:r>
              <a:rPr lang="en-US" sz="1300" spc="-20"/>
              <a:t>…,</a:t>
            </a:r>
            <a:r>
              <a:rPr lang="en-US" sz="1300" spc="-95"/>
              <a:t> </a:t>
            </a:r>
            <a:r>
              <a:rPr lang="en-US" sz="1300" spc="-10"/>
              <a:t>vn)</a:t>
            </a:r>
            <a:r>
              <a:rPr lang="en-US" sz="1300" spc="-75"/>
              <a:t> </a:t>
            </a:r>
            <a:r>
              <a:rPr lang="en-US" sz="1300" spc="-50"/>
              <a:t>associated</a:t>
            </a:r>
            <a:r>
              <a:rPr lang="en-US" sz="1300" spc="-95"/>
              <a:t> </a:t>
            </a:r>
            <a:r>
              <a:rPr lang="en-US" sz="1300" spc="30"/>
              <a:t>with</a:t>
            </a:r>
            <a:r>
              <a:rPr lang="en-US" sz="1300" spc="-95"/>
              <a:t> a</a:t>
            </a:r>
            <a:r>
              <a:rPr lang="en-US" sz="1300" spc="-85"/>
              <a:t> </a:t>
            </a:r>
            <a:r>
              <a:rPr lang="en-US" sz="1300" spc="-25"/>
              <a:t>group-by</a:t>
            </a:r>
            <a:r>
              <a:rPr lang="en-US" sz="1300" spc="-95"/>
              <a:t> </a:t>
            </a:r>
            <a:r>
              <a:rPr lang="en-US" sz="1300" spc="-45"/>
              <a:t>key</a:t>
            </a:r>
            <a:r>
              <a:rPr lang="en-US" sz="1300" spc="-95"/>
              <a:t> </a:t>
            </a:r>
            <a:r>
              <a:rPr lang="en-US" sz="1300" spc="-30"/>
              <a:t>records</a:t>
            </a:r>
            <a:r>
              <a:rPr lang="en-US" sz="1300" spc="-75"/>
              <a:t> </a:t>
            </a:r>
            <a:r>
              <a:rPr lang="en-US" sz="1300" spc="55"/>
              <a:t>to</a:t>
            </a:r>
            <a:r>
              <a:rPr lang="en-US" sz="1300" spc="-95"/>
              <a:t> </a:t>
            </a:r>
            <a:r>
              <a:rPr lang="en-US" sz="1300" spc="5"/>
              <a:t>perform</a:t>
            </a:r>
            <a:r>
              <a:rPr lang="en-US" sz="1300" spc="-85"/>
              <a:t> </a:t>
            </a:r>
            <a:r>
              <a:rPr lang="en-US" sz="1300" spc="5"/>
              <a:t>the</a:t>
            </a:r>
            <a:endParaRPr lang="en-US" sz="1300"/>
          </a:p>
          <a:p>
            <a:pPr marL="588645" marR="5080" indent="-228600">
              <a:lnSpc>
                <a:spcPct val="9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US" sz="1300" spc="-30"/>
              <a:t>aggregation</a:t>
            </a:r>
            <a:r>
              <a:rPr lang="en-US" sz="1300" spc="-70"/>
              <a:t> </a:t>
            </a:r>
            <a:r>
              <a:rPr lang="en-US" sz="1300"/>
              <a:t>function</a:t>
            </a:r>
            <a:r>
              <a:rPr lang="en-US" sz="1300" spc="-10"/>
              <a:t> </a:t>
            </a:r>
            <a:r>
              <a:rPr lang="en-US" sz="1300" spc="-20"/>
              <a:t>λ.</a:t>
            </a:r>
            <a:r>
              <a:rPr lang="en-US" sz="1300" spc="-25"/>
              <a:t> </a:t>
            </a:r>
            <a:r>
              <a:rPr lang="en-US" sz="1300" spc="-120"/>
              <a:t>The</a:t>
            </a:r>
            <a:r>
              <a:rPr lang="en-US" sz="1300" spc="25"/>
              <a:t> </a:t>
            </a:r>
            <a:r>
              <a:rPr lang="en-US" sz="1300" spc="-60"/>
              <a:t>value</a:t>
            </a:r>
            <a:r>
              <a:rPr lang="en-US" sz="1300" spc="-20"/>
              <a:t> </a:t>
            </a:r>
            <a:r>
              <a:rPr lang="en-US" sz="1300"/>
              <a:t>of</a:t>
            </a:r>
            <a:r>
              <a:rPr lang="en-US" sz="1300" spc="-5"/>
              <a:t> </a:t>
            </a:r>
            <a:r>
              <a:rPr lang="en-US" sz="1300"/>
              <a:t>λ</a:t>
            </a:r>
            <a:r>
              <a:rPr lang="en-US" sz="1300" spc="-5"/>
              <a:t> </a:t>
            </a:r>
            <a:r>
              <a:rPr lang="en-US" sz="1300" spc="-25"/>
              <a:t>is </a:t>
            </a:r>
            <a:r>
              <a:rPr lang="en-US" sz="1300"/>
              <a:t>output</a:t>
            </a:r>
            <a:r>
              <a:rPr lang="en-US" sz="1300" spc="-20"/>
              <a:t> </a:t>
            </a:r>
            <a:r>
              <a:rPr lang="en-US" sz="1300"/>
              <a:t>with</a:t>
            </a:r>
            <a:r>
              <a:rPr lang="en-US" sz="1300" spc="-25"/>
              <a:t> </a:t>
            </a:r>
            <a:r>
              <a:rPr lang="en-US" sz="1300"/>
              <a:t>the</a:t>
            </a:r>
            <a:r>
              <a:rPr lang="en-US" sz="1300" spc="-10"/>
              <a:t> </a:t>
            </a:r>
            <a:r>
              <a:rPr lang="en-US" sz="1300" spc="-40"/>
              <a:t>given</a:t>
            </a:r>
            <a:r>
              <a:rPr lang="en-US" sz="1300" spc="-5"/>
              <a:t> </a:t>
            </a:r>
            <a:r>
              <a:rPr lang="en-US" sz="1300"/>
              <a:t>input</a:t>
            </a:r>
            <a:r>
              <a:rPr lang="en-US" sz="1300" spc="-10"/>
              <a:t> </a:t>
            </a:r>
            <a:r>
              <a:rPr lang="en-US" sz="1300" spc="-25"/>
              <a:t>key</a:t>
            </a:r>
            <a:endParaRPr lang="en-US" sz="1300"/>
          </a:p>
          <a:p>
            <a:pPr marL="588645" marR="267335" indent="-2286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300" spc="-50"/>
              <a:t>∗</a:t>
            </a:r>
            <a:r>
              <a:rPr lang="en-US" sz="1300"/>
              <a:t>	</a:t>
            </a:r>
            <a:r>
              <a:rPr lang="en-US" sz="1300" spc="-65"/>
              <a:t>Reducers</a:t>
            </a:r>
            <a:r>
              <a:rPr lang="en-US" sz="1300" spc="-70"/>
              <a:t> </a:t>
            </a:r>
            <a:r>
              <a:rPr lang="en-US" sz="1300" spc="-65"/>
              <a:t>can</a:t>
            </a:r>
            <a:r>
              <a:rPr lang="en-US" sz="1300" spc="-50"/>
              <a:t> </a:t>
            </a:r>
            <a:r>
              <a:rPr lang="en-US" sz="1300"/>
              <a:t>get</a:t>
            </a:r>
            <a:r>
              <a:rPr lang="en-US" sz="1300" spc="-65"/>
              <a:t> </a:t>
            </a:r>
            <a:r>
              <a:rPr lang="en-US" sz="1300" spc="-25"/>
              <a:t>data</a:t>
            </a:r>
            <a:r>
              <a:rPr lang="en-US" sz="1300" spc="-40"/>
              <a:t> </a:t>
            </a:r>
            <a:r>
              <a:rPr lang="en-US" sz="1300"/>
              <a:t>from</a:t>
            </a:r>
            <a:r>
              <a:rPr lang="en-US" sz="1300" spc="-40"/>
              <a:t> </a:t>
            </a:r>
            <a:r>
              <a:rPr lang="en-US" sz="1300" spc="-10"/>
              <a:t>multiple </a:t>
            </a:r>
            <a:r>
              <a:rPr lang="en-US" sz="1300" spc="-40"/>
              <a:t>Mappers</a:t>
            </a:r>
            <a:r>
              <a:rPr lang="en-US" sz="1300" spc="-65"/>
              <a:t> </a:t>
            </a:r>
            <a:r>
              <a:rPr lang="en-US" sz="1300" spc="-114"/>
              <a:t>as</a:t>
            </a:r>
            <a:r>
              <a:rPr lang="en-US" sz="1300" spc="-30"/>
              <a:t> </a:t>
            </a:r>
            <a:r>
              <a:rPr lang="en-US" sz="1300"/>
              <a:t>part</a:t>
            </a:r>
            <a:r>
              <a:rPr lang="en-US" sz="1300" spc="-45"/>
              <a:t> </a:t>
            </a:r>
            <a:r>
              <a:rPr lang="en-US" sz="1300"/>
              <a:t>of</a:t>
            </a:r>
            <a:r>
              <a:rPr lang="en-US" sz="1300" spc="-35"/>
              <a:t> </a:t>
            </a:r>
            <a:r>
              <a:rPr lang="en-US" sz="1300"/>
              <a:t>the</a:t>
            </a:r>
            <a:r>
              <a:rPr lang="en-US" sz="1300" spc="-50"/>
              <a:t> </a:t>
            </a:r>
            <a:r>
              <a:rPr lang="en-US" sz="1300" spc="-10"/>
              <a:t>partitioning </a:t>
            </a:r>
            <a:r>
              <a:rPr lang="en-US" sz="1300" spc="-55"/>
              <a:t>process.</a:t>
            </a:r>
            <a:r>
              <a:rPr lang="en-US" sz="1300" spc="-65"/>
              <a:t> </a:t>
            </a:r>
            <a:r>
              <a:rPr lang="en-US" sz="1300" spc="-55"/>
              <a:t>Combiners</a:t>
            </a:r>
            <a:r>
              <a:rPr lang="en-US" sz="1300" spc="-30"/>
              <a:t> </a:t>
            </a:r>
            <a:r>
              <a:rPr lang="en-US" sz="1300" spc="-65"/>
              <a:t>can</a:t>
            </a:r>
            <a:r>
              <a:rPr lang="en-US" sz="1300" spc="-50"/>
              <a:t> </a:t>
            </a:r>
            <a:r>
              <a:rPr lang="en-US" sz="1300" spc="-20"/>
              <a:t>only</a:t>
            </a:r>
            <a:r>
              <a:rPr lang="en-US" sz="1300" spc="-45"/>
              <a:t> </a:t>
            </a:r>
            <a:r>
              <a:rPr lang="en-US" sz="1300"/>
              <a:t>get</a:t>
            </a:r>
            <a:r>
              <a:rPr lang="en-US" sz="1300" spc="-70"/>
              <a:t> </a:t>
            </a:r>
            <a:r>
              <a:rPr lang="en-US" sz="1300" spc="-25"/>
              <a:t>its </a:t>
            </a:r>
            <a:r>
              <a:rPr lang="en-US" sz="1300"/>
              <a:t>input</a:t>
            </a:r>
            <a:r>
              <a:rPr lang="en-US" sz="1300" spc="-50"/>
              <a:t> </a:t>
            </a:r>
            <a:r>
              <a:rPr lang="en-US" sz="1300"/>
              <a:t>from</a:t>
            </a:r>
            <a:r>
              <a:rPr lang="en-US" sz="1300" spc="-25"/>
              <a:t> </a:t>
            </a:r>
            <a:r>
              <a:rPr lang="en-US" sz="1300" spc="-30"/>
              <a:t>one</a:t>
            </a:r>
            <a:r>
              <a:rPr lang="en-US" sz="1300" spc="-25"/>
              <a:t> </a:t>
            </a:r>
            <a:r>
              <a:rPr lang="en-US" sz="1300" spc="-10"/>
              <a:t>Mapper</a:t>
            </a:r>
            <a:endParaRPr lang="en-US" sz="130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1532" y="3199708"/>
            <a:ext cx="5150277" cy="228333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427990"/>
            <a:r>
              <a:rPr lang="en-US" sz="4800" kern="1200" spc="-114">
                <a:solidFill>
                  <a:schemeClr val="tx1"/>
                </a:solidFill>
                <a:latin typeface="+mj-lt"/>
                <a:ea typeface="+mj-ea"/>
                <a:cs typeface="+mj-cs"/>
              </a:rPr>
              <a:t>Numerical</a:t>
            </a:r>
            <a:r>
              <a:rPr lang="en-US" sz="4800" kern="1200" spc="-22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spc="-95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Summarization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indent="-228600">
              <a:lnSpc>
                <a:spcPct val="90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400" spc="-50"/>
              <a:t>∗</a:t>
            </a:r>
            <a:r>
              <a:rPr lang="en-US" sz="2400"/>
              <a:t>	</a:t>
            </a:r>
            <a:r>
              <a:rPr lang="en-US" sz="2400" spc="-20"/>
              <a:t>Resemblances</a:t>
            </a:r>
            <a:endParaRPr lang="en-US" sz="2400"/>
          </a:p>
          <a:p>
            <a:pPr marL="330835" marR="5080" indent="-228600">
              <a:lnSpc>
                <a:spcPct val="90000"/>
              </a:lnSpc>
              <a:spcBef>
                <a:spcPts val="1310"/>
              </a:spcBef>
              <a:buFont typeface="Arial" panose="020B0604020202020204" pitchFamily="34" charset="0"/>
              <a:buChar char="•"/>
            </a:pPr>
            <a:r>
              <a:rPr lang="en-US" sz="2400" b="1" spc="-254"/>
              <a:t>SELECT</a:t>
            </a:r>
            <a:r>
              <a:rPr lang="en-US" sz="2400" b="1" spc="10"/>
              <a:t> </a:t>
            </a:r>
            <a:r>
              <a:rPr lang="en-US" sz="2400" b="1" spc="-55"/>
              <a:t>MIN</a:t>
            </a:r>
            <a:r>
              <a:rPr lang="en-US" sz="2400" spc="-55"/>
              <a:t>(numericalcol1),</a:t>
            </a:r>
            <a:r>
              <a:rPr lang="en-US" sz="2400" spc="-35"/>
              <a:t> </a:t>
            </a:r>
            <a:r>
              <a:rPr lang="en-US" sz="2400" b="1" spc="-65"/>
              <a:t>MAX</a:t>
            </a:r>
            <a:r>
              <a:rPr lang="en-US" sz="2400" spc="-65"/>
              <a:t>(numericalcol1),</a:t>
            </a:r>
            <a:r>
              <a:rPr lang="en-US" sz="2400"/>
              <a:t> </a:t>
            </a:r>
            <a:r>
              <a:rPr lang="en-US" sz="2400" b="1" spc="-45"/>
              <a:t>COUNT</a:t>
            </a:r>
            <a:r>
              <a:rPr lang="en-US" sz="2400" spc="-45"/>
              <a:t>(*) </a:t>
            </a:r>
            <a:r>
              <a:rPr lang="en-US" sz="2400" b="1" spc="-150"/>
              <a:t>FROM</a:t>
            </a:r>
            <a:r>
              <a:rPr lang="en-US" sz="2400" b="1" spc="-110"/>
              <a:t> </a:t>
            </a:r>
            <a:r>
              <a:rPr lang="en-US" sz="2400" b="1" spc="-65"/>
              <a:t>table</a:t>
            </a:r>
            <a:r>
              <a:rPr lang="en-US" sz="2400" b="1" spc="-85"/>
              <a:t> </a:t>
            </a:r>
            <a:r>
              <a:rPr lang="en-US" sz="2400" b="1" spc="-204"/>
              <a:t>GROUP</a:t>
            </a:r>
            <a:r>
              <a:rPr lang="en-US" sz="2400" b="1" spc="-95"/>
              <a:t> </a:t>
            </a:r>
            <a:r>
              <a:rPr lang="en-US" sz="2400" b="1" spc="-225"/>
              <a:t>BY</a:t>
            </a:r>
            <a:r>
              <a:rPr lang="en-US" sz="2400" b="1" spc="-95"/>
              <a:t> </a:t>
            </a:r>
            <a:r>
              <a:rPr lang="en-US" sz="2400" spc="-10"/>
              <a:t>groupcol2;</a:t>
            </a:r>
            <a:endParaRPr lang="en-US" sz="2400"/>
          </a:p>
          <a:p>
            <a:pPr marL="12700" indent="-228600">
              <a:lnSpc>
                <a:spcPct val="90000"/>
              </a:lnSpc>
              <a:spcBef>
                <a:spcPts val="1810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400" spc="-50"/>
              <a:t>∗</a:t>
            </a:r>
            <a:r>
              <a:rPr lang="en-US" sz="2400"/>
              <a:t>	</a:t>
            </a:r>
            <a:r>
              <a:rPr lang="en-US" sz="2400" spc="-30"/>
              <a:t>Known</a:t>
            </a:r>
            <a:r>
              <a:rPr lang="en-US" sz="2400" spc="-110"/>
              <a:t> </a:t>
            </a:r>
            <a:r>
              <a:rPr lang="en-US" sz="2400" spc="-20"/>
              <a:t>uses</a:t>
            </a:r>
            <a:endParaRPr lang="en-US" sz="2400"/>
          </a:p>
          <a:p>
            <a:pPr marL="314325" indent="-228600">
              <a:lnSpc>
                <a:spcPct val="90000"/>
              </a:lnSpc>
              <a:spcBef>
                <a:spcPts val="39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400" spc="-50"/>
              <a:t>∗</a:t>
            </a:r>
            <a:r>
              <a:rPr lang="en-US" sz="2400"/>
              <a:t>	</a:t>
            </a:r>
            <a:r>
              <a:rPr lang="en-US" sz="2400" spc="-40"/>
              <a:t>Word</a:t>
            </a:r>
            <a:r>
              <a:rPr lang="en-US" sz="2400" spc="-70"/>
              <a:t> </a:t>
            </a:r>
            <a:r>
              <a:rPr lang="en-US" sz="2400" spc="-20"/>
              <a:t>count,</a:t>
            </a:r>
            <a:r>
              <a:rPr lang="en-US" sz="2400" spc="-80"/>
              <a:t> </a:t>
            </a:r>
            <a:r>
              <a:rPr lang="en-US" sz="2400" spc="-60"/>
              <a:t>Record</a:t>
            </a:r>
            <a:r>
              <a:rPr lang="en-US" sz="2400" spc="-50"/>
              <a:t> </a:t>
            </a:r>
            <a:r>
              <a:rPr lang="en-US" sz="2400" spc="-10"/>
              <a:t>count</a:t>
            </a:r>
            <a:endParaRPr lang="en-US" sz="2400"/>
          </a:p>
          <a:p>
            <a:pPr marL="314325" indent="-228600">
              <a:lnSpc>
                <a:spcPct val="90000"/>
              </a:lnSpc>
              <a:spcBef>
                <a:spcPts val="36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400" spc="-50"/>
              <a:t>∗</a:t>
            </a:r>
            <a:r>
              <a:rPr lang="en-US" sz="2400"/>
              <a:t>	</a:t>
            </a:r>
            <a:r>
              <a:rPr lang="en-US" sz="2400" spc="-20"/>
              <a:t>Min,</a:t>
            </a:r>
            <a:r>
              <a:rPr lang="en-US" sz="2400" spc="-75"/>
              <a:t> </a:t>
            </a:r>
            <a:r>
              <a:rPr lang="en-US" sz="2400" spc="-40"/>
              <a:t>Max,</a:t>
            </a:r>
            <a:r>
              <a:rPr lang="en-US" sz="2400" spc="-65"/>
              <a:t> </a:t>
            </a:r>
            <a:r>
              <a:rPr lang="en-US" sz="2400" spc="-50"/>
              <a:t>Count</a:t>
            </a:r>
            <a:r>
              <a:rPr lang="en-US" sz="2400" spc="-65"/>
              <a:t> </a:t>
            </a:r>
            <a:r>
              <a:rPr lang="en-US" sz="2400"/>
              <a:t>of</a:t>
            </a:r>
            <a:r>
              <a:rPr lang="en-US" sz="2400" spc="-60"/>
              <a:t> </a:t>
            </a:r>
            <a:r>
              <a:rPr lang="en-US" sz="2400" spc="-114"/>
              <a:t>a</a:t>
            </a:r>
            <a:r>
              <a:rPr lang="en-US" sz="2400" spc="-50"/>
              <a:t> </a:t>
            </a:r>
            <a:r>
              <a:rPr lang="en-US" sz="2400" spc="-25"/>
              <a:t>particular</a:t>
            </a:r>
            <a:r>
              <a:rPr lang="en-US" sz="2400" spc="-35"/>
              <a:t> </a:t>
            </a:r>
            <a:r>
              <a:rPr lang="en-US" sz="2400" spc="-10"/>
              <a:t>event</a:t>
            </a:r>
            <a:endParaRPr lang="en-US" sz="2400"/>
          </a:p>
          <a:p>
            <a:pPr marL="314325" indent="-228600">
              <a:lnSpc>
                <a:spcPct val="90000"/>
              </a:lnSpc>
              <a:spcBef>
                <a:spcPts val="36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400" spc="-50"/>
              <a:t>∗</a:t>
            </a:r>
            <a:r>
              <a:rPr lang="en-US" sz="2400"/>
              <a:t>	</a:t>
            </a:r>
            <a:r>
              <a:rPr lang="en-US" sz="2400" spc="-60"/>
              <a:t>Average,</a:t>
            </a:r>
            <a:r>
              <a:rPr lang="en-US" sz="2400" spc="-15"/>
              <a:t> </a:t>
            </a:r>
            <a:r>
              <a:rPr lang="en-US" sz="2400" spc="-45"/>
              <a:t>Median,</a:t>
            </a:r>
            <a:r>
              <a:rPr lang="en-US" sz="2400" spc="-60"/>
              <a:t> </a:t>
            </a:r>
            <a:r>
              <a:rPr lang="en-US" sz="2400" spc="-55"/>
              <a:t>Standard </a:t>
            </a:r>
            <a:r>
              <a:rPr lang="en-US" sz="2400" spc="-10"/>
              <a:t>deviation</a:t>
            </a:r>
            <a:endParaRPr lang="en-US" sz="240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08184" y="174032"/>
            <a:ext cx="10175631" cy="1111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427990" algn="ctr"/>
            <a:r>
              <a:rPr lang="en-US" sz="4000" kern="1200" spc="-114">
                <a:solidFill>
                  <a:schemeClr val="tx1"/>
                </a:solidFill>
                <a:latin typeface="+mj-lt"/>
                <a:ea typeface="+mj-ea"/>
                <a:cs typeface="+mj-cs"/>
              </a:rPr>
              <a:t>Numerical</a:t>
            </a:r>
            <a:r>
              <a:rPr lang="en-US" sz="4000" kern="1200" spc="-22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spc="-95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Summarization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08184" y="1459907"/>
            <a:ext cx="10175630" cy="7679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indent="-228600" algn="ctr">
              <a:lnSpc>
                <a:spcPct val="90000"/>
              </a:lnSpc>
              <a:spcBef>
                <a:spcPts val="625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1000" spc="-50"/>
              <a:t>∗</a:t>
            </a:r>
            <a:r>
              <a:rPr lang="en-US" sz="1000"/>
              <a:t>	</a:t>
            </a:r>
            <a:r>
              <a:rPr lang="en-US" sz="1000" spc="-55"/>
              <a:t>Performance</a:t>
            </a:r>
            <a:r>
              <a:rPr lang="en-US" sz="1000" spc="-40"/>
              <a:t> </a:t>
            </a:r>
            <a:r>
              <a:rPr lang="en-US" sz="1000" spc="-10"/>
              <a:t>Analysis</a:t>
            </a:r>
            <a:endParaRPr lang="en-US" sz="1000"/>
          </a:p>
          <a:p>
            <a:pPr marL="314325" indent="-228600" algn="ctr">
              <a:lnSpc>
                <a:spcPct val="90000"/>
              </a:lnSpc>
              <a:spcBef>
                <a:spcPts val="409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000" spc="-50"/>
              <a:t>∗</a:t>
            </a:r>
            <a:r>
              <a:rPr lang="en-US" sz="1000"/>
              <a:t>	</a:t>
            </a:r>
            <a:r>
              <a:rPr lang="en-US" sz="1000" spc="-35"/>
              <a:t>Aggregations</a:t>
            </a:r>
            <a:r>
              <a:rPr lang="en-US" sz="1000" spc="-60"/>
              <a:t> </a:t>
            </a:r>
            <a:r>
              <a:rPr lang="en-US" sz="1000"/>
              <a:t>perform</a:t>
            </a:r>
            <a:r>
              <a:rPr lang="en-US" sz="1000" spc="-85"/>
              <a:t> </a:t>
            </a:r>
            <a:r>
              <a:rPr lang="en-US" sz="1000"/>
              <a:t>well</a:t>
            </a:r>
            <a:r>
              <a:rPr lang="en-US" sz="1000" spc="-75"/>
              <a:t> </a:t>
            </a:r>
            <a:r>
              <a:rPr lang="en-US" sz="1000" spc="-20"/>
              <a:t>when</a:t>
            </a:r>
            <a:r>
              <a:rPr lang="en-US" sz="1000" spc="-85"/>
              <a:t> </a:t>
            </a:r>
            <a:r>
              <a:rPr lang="en-US" sz="1000"/>
              <a:t>the</a:t>
            </a:r>
            <a:r>
              <a:rPr lang="en-US" sz="1000" spc="-80"/>
              <a:t> </a:t>
            </a:r>
            <a:r>
              <a:rPr lang="en-US" sz="1000" b="1" spc="-90"/>
              <a:t>combiner</a:t>
            </a:r>
            <a:r>
              <a:rPr lang="en-US" sz="1000" b="1" spc="-60"/>
              <a:t> </a:t>
            </a:r>
            <a:r>
              <a:rPr lang="en-US" sz="1000" spc="-75"/>
              <a:t>is</a:t>
            </a:r>
            <a:r>
              <a:rPr lang="en-US" sz="1000" spc="-80"/>
              <a:t> </a:t>
            </a:r>
            <a:r>
              <a:rPr lang="en-US" sz="1000" spc="-10"/>
              <a:t>properly</a:t>
            </a:r>
            <a:r>
              <a:rPr lang="en-US" sz="1000" spc="-70"/>
              <a:t> </a:t>
            </a:r>
            <a:r>
              <a:rPr lang="en-US" sz="1000" spc="-10"/>
              <a:t>used.</a:t>
            </a:r>
            <a:endParaRPr lang="en-US" sz="1000"/>
          </a:p>
          <a:p>
            <a:pPr marL="588645" marR="5080" indent="-228600" algn="ctr">
              <a:lnSpc>
                <a:spcPct val="90000"/>
              </a:lnSpc>
              <a:spcBef>
                <a:spcPts val="38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000" spc="-50"/>
              <a:t>∗</a:t>
            </a:r>
            <a:r>
              <a:rPr lang="en-US" sz="1000"/>
              <a:t>	</a:t>
            </a:r>
            <a:r>
              <a:rPr lang="en-US" sz="1000" spc="-65"/>
              <a:t>Data</a:t>
            </a:r>
            <a:r>
              <a:rPr lang="en-US" sz="1000" spc="-50"/>
              <a:t> </a:t>
            </a:r>
            <a:r>
              <a:rPr lang="en-US" sz="1000" spc="-55"/>
              <a:t>skew</a:t>
            </a:r>
            <a:r>
              <a:rPr lang="en-US" sz="1000" spc="-40"/>
              <a:t> </a:t>
            </a:r>
            <a:r>
              <a:rPr lang="en-US" sz="1000"/>
              <a:t>of</a:t>
            </a:r>
            <a:r>
              <a:rPr lang="en-US" sz="1000" spc="-60"/>
              <a:t> </a:t>
            </a:r>
            <a:r>
              <a:rPr lang="en-US" sz="1000" spc="-50"/>
              <a:t>reduce</a:t>
            </a:r>
            <a:r>
              <a:rPr lang="en-US" sz="1000" spc="-45"/>
              <a:t> </a:t>
            </a:r>
            <a:r>
              <a:rPr lang="en-US" sz="1000" spc="-35"/>
              <a:t>groups:</a:t>
            </a:r>
            <a:r>
              <a:rPr lang="en-US" sz="1000" spc="-40"/>
              <a:t> </a:t>
            </a:r>
            <a:r>
              <a:rPr lang="en-US" sz="1000" spc="-60"/>
              <a:t>many</a:t>
            </a:r>
            <a:r>
              <a:rPr lang="en-US" sz="1000" spc="-55"/>
              <a:t> </a:t>
            </a:r>
            <a:r>
              <a:rPr lang="en-US" sz="1000" spc="-20"/>
              <a:t>more</a:t>
            </a:r>
            <a:r>
              <a:rPr lang="en-US" sz="1000" spc="-50"/>
              <a:t> </a:t>
            </a:r>
            <a:r>
              <a:rPr lang="en-US" sz="1000" spc="-20"/>
              <a:t>intermediate </a:t>
            </a:r>
            <a:r>
              <a:rPr lang="en-US" sz="1000" spc="-50"/>
              <a:t>key/value</a:t>
            </a:r>
            <a:r>
              <a:rPr lang="en-US" sz="1000" spc="-25"/>
              <a:t> </a:t>
            </a:r>
            <a:r>
              <a:rPr lang="en-US" sz="1000" spc="-45"/>
              <a:t>pairs</a:t>
            </a:r>
            <a:r>
              <a:rPr lang="en-US" sz="1000" spc="-50"/>
              <a:t> </a:t>
            </a:r>
            <a:r>
              <a:rPr lang="en-US" sz="1000"/>
              <a:t>with</a:t>
            </a:r>
            <a:r>
              <a:rPr lang="en-US" sz="1000" spc="-65"/>
              <a:t> </a:t>
            </a:r>
            <a:r>
              <a:rPr lang="en-US" sz="1000" spc="-114"/>
              <a:t>a</a:t>
            </a:r>
            <a:r>
              <a:rPr lang="en-US" sz="1000" spc="-60"/>
              <a:t> </a:t>
            </a:r>
            <a:r>
              <a:rPr lang="en-US" sz="1000" spc="-45"/>
              <a:t>specific </a:t>
            </a:r>
            <a:r>
              <a:rPr lang="en-US" sz="1000" spc="-55"/>
              <a:t>key</a:t>
            </a:r>
            <a:r>
              <a:rPr lang="en-US" sz="1000" spc="-45"/>
              <a:t> </a:t>
            </a:r>
            <a:r>
              <a:rPr lang="en-US" sz="1000" spc="-10"/>
              <a:t>than</a:t>
            </a:r>
            <a:r>
              <a:rPr lang="en-US" sz="1000" spc="-55"/>
              <a:t> </a:t>
            </a:r>
            <a:r>
              <a:rPr lang="en-US" sz="1000"/>
              <a:t>other</a:t>
            </a:r>
            <a:r>
              <a:rPr lang="en-US" sz="1000" spc="-60"/>
              <a:t> </a:t>
            </a:r>
            <a:r>
              <a:rPr lang="en-US" sz="1000" spc="-10"/>
              <a:t>keys, </a:t>
            </a:r>
            <a:r>
              <a:rPr lang="en-US" sz="1000" spc="-45"/>
              <a:t>one</a:t>
            </a:r>
            <a:r>
              <a:rPr lang="en-US" sz="1000" spc="-60"/>
              <a:t> </a:t>
            </a:r>
            <a:r>
              <a:rPr lang="en-US" sz="1000" spc="-40"/>
              <a:t>reducer</a:t>
            </a:r>
            <a:r>
              <a:rPr lang="en-US" sz="1000" spc="-55"/>
              <a:t> </a:t>
            </a:r>
            <a:r>
              <a:rPr lang="en-US" sz="1000" spc="-75"/>
              <a:t>is</a:t>
            </a:r>
            <a:r>
              <a:rPr lang="en-US" sz="1000" spc="-60"/>
              <a:t> </a:t>
            </a:r>
            <a:r>
              <a:rPr lang="en-US" sz="1000" spc="-20"/>
              <a:t>going</a:t>
            </a:r>
            <a:r>
              <a:rPr lang="en-US" sz="1000" spc="-65"/>
              <a:t> </a:t>
            </a:r>
            <a:r>
              <a:rPr lang="en-US" sz="1000" spc="60"/>
              <a:t>to</a:t>
            </a:r>
            <a:r>
              <a:rPr lang="en-US" sz="1000" spc="-65"/>
              <a:t> have</a:t>
            </a:r>
            <a:r>
              <a:rPr lang="en-US" sz="1000" spc="-55"/>
              <a:t> </a:t>
            </a:r>
            <a:r>
              <a:rPr lang="en-US" sz="1000" spc="-114"/>
              <a:t>a</a:t>
            </a:r>
            <a:r>
              <a:rPr lang="en-US" sz="1000" spc="-70"/>
              <a:t> </a:t>
            </a:r>
            <a:r>
              <a:rPr lang="en-US" sz="1000"/>
              <a:t>lot</a:t>
            </a:r>
            <a:r>
              <a:rPr lang="en-US" sz="1000" spc="-65"/>
              <a:t> </a:t>
            </a:r>
            <a:r>
              <a:rPr lang="en-US" sz="1000" spc="-20"/>
              <a:t>more</a:t>
            </a:r>
            <a:r>
              <a:rPr lang="en-US" sz="1000" spc="-55"/>
              <a:t> </a:t>
            </a:r>
            <a:r>
              <a:rPr lang="en-US" sz="1000"/>
              <a:t>work</a:t>
            </a:r>
            <a:r>
              <a:rPr lang="en-US" sz="1000" spc="-50"/>
              <a:t> </a:t>
            </a:r>
            <a:r>
              <a:rPr lang="en-US" sz="1000" spc="60"/>
              <a:t>to</a:t>
            </a:r>
            <a:r>
              <a:rPr lang="en-US" sz="1000" spc="-65"/>
              <a:t> </a:t>
            </a:r>
            <a:r>
              <a:rPr lang="en-US" sz="1000" spc="-10"/>
              <a:t>do</a:t>
            </a:r>
            <a:r>
              <a:rPr lang="en-US" sz="1000" spc="-75"/>
              <a:t> </a:t>
            </a:r>
            <a:r>
              <a:rPr lang="en-US" sz="1000" spc="-10"/>
              <a:t>than</a:t>
            </a:r>
            <a:r>
              <a:rPr lang="en-US" sz="1000" spc="-65"/>
              <a:t> </a:t>
            </a:r>
            <a:r>
              <a:rPr lang="en-US" sz="1000" spc="-10"/>
              <a:t>others</a:t>
            </a:r>
            <a:endParaRPr lang="en-US" sz="1000"/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5154" y="2444888"/>
            <a:ext cx="10515595" cy="38199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27990">
              <a:lnSpc>
                <a:spcPct val="100000"/>
              </a:lnSpc>
              <a:spcBef>
                <a:spcPts val="105"/>
              </a:spcBef>
            </a:pPr>
            <a:r>
              <a:rPr spc="-114" dirty="0"/>
              <a:t>Numerical</a:t>
            </a:r>
            <a:r>
              <a:rPr spc="-225" dirty="0"/>
              <a:t> </a:t>
            </a:r>
            <a:r>
              <a:rPr spc="-95" dirty="0"/>
              <a:t>Summarization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4854702" y="3249676"/>
            <a:ext cx="2460625" cy="592455"/>
            <a:chOff x="4854702" y="3249676"/>
            <a:chExt cx="2460625" cy="59245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6800" y="3272028"/>
              <a:ext cx="2438400" cy="56997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857750" y="3252724"/>
              <a:ext cx="2429510" cy="560070"/>
            </a:xfrm>
            <a:custGeom>
              <a:avLst/>
              <a:gdLst/>
              <a:ahLst/>
              <a:cxnLst/>
              <a:rect l="l" t="t" r="r" b="b"/>
              <a:pathLst>
                <a:path w="2429509" h="560070">
                  <a:moveTo>
                    <a:pt x="170774" y="9977"/>
                  </a:moveTo>
                  <a:lnTo>
                    <a:pt x="162581" y="9977"/>
                  </a:lnTo>
                  <a:lnTo>
                    <a:pt x="107668" y="11622"/>
                  </a:lnTo>
                  <a:lnTo>
                    <a:pt x="77614" y="12319"/>
                  </a:lnTo>
                  <a:lnTo>
                    <a:pt x="0" y="12319"/>
                  </a:lnTo>
                  <a:lnTo>
                    <a:pt x="1920" y="56134"/>
                  </a:lnTo>
                  <a:lnTo>
                    <a:pt x="3413" y="103454"/>
                  </a:lnTo>
                  <a:lnTo>
                    <a:pt x="4480" y="154279"/>
                  </a:lnTo>
                  <a:lnTo>
                    <a:pt x="5084" y="205517"/>
                  </a:lnTo>
                  <a:lnTo>
                    <a:pt x="5171" y="222321"/>
                  </a:lnTo>
                  <a:lnTo>
                    <a:pt x="5293" y="277876"/>
                  </a:lnTo>
                  <a:lnTo>
                    <a:pt x="5162" y="315287"/>
                  </a:lnTo>
                  <a:lnTo>
                    <a:pt x="5120" y="327222"/>
                  </a:lnTo>
                  <a:lnTo>
                    <a:pt x="4515" y="382335"/>
                  </a:lnTo>
                  <a:lnTo>
                    <a:pt x="4480" y="385492"/>
                  </a:lnTo>
                  <a:lnTo>
                    <a:pt x="3532" y="435028"/>
                  </a:lnTo>
                  <a:lnTo>
                    <a:pt x="3413" y="441251"/>
                  </a:lnTo>
                  <a:lnTo>
                    <a:pt x="1917" y="494568"/>
                  </a:lnTo>
                  <a:lnTo>
                    <a:pt x="0" y="545211"/>
                  </a:lnTo>
                  <a:lnTo>
                    <a:pt x="94932" y="548925"/>
                  </a:lnTo>
                  <a:lnTo>
                    <a:pt x="133838" y="549854"/>
                  </a:lnTo>
                  <a:lnTo>
                    <a:pt x="167004" y="550164"/>
                  </a:lnTo>
                  <a:lnTo>
                    <a:pt x="218271" y="546689"/>
                  </a:lnTo>
                  <a:lnTo>
                    <a:pt x="264776" y="536265"/>
                  </a:lnTo>
                  <a:lnTo>
                    <a:pt x="306515" y="518891"/>
                  </a:lnTo>
                  <a:lnTo>
                    <a:pt x="343480" y="494568"/>
                  </a:lnTo>
                  <a:lnTo>
                    <a:pt x="373051" y="465836"/>
                  </a:lnTo>
                  <a:lnTo>
                    <a:pt x="165734" y="465836"/>
                  </a:lnTo>
                  <a:lnTo>
                    <a:pt x="152419" y="465502"/>
                  </a:lnTo>
                  <a:lnTo>
                    <a:pt x="112521" y="460502"/>
                  </a:lnTo>
                  <a:lnTo>
                    <a:pt x="110761" y="412303"/>
                  </a:lnTo>
                  <a:lnTo>
                    <a:pt x="109489" y="363902"/>
                  </a:lnTo>
                  <a:lnTo>
                    <a:pt x="108739" y="316616"/>
                  </a:lnTo>
                  <a:lnTo>
                    <a:pt x="108518" y="277876"/>
                  </a:lnTo>
                  <a:lnTo>
                    <a:pt x="108422" y="260350"/>
                  </a:lnTo>
                  <a:lnTo>
                    <a:pt x="108303" y="240160"/>
                  </a:lnTo>
                  <a:lnTo>
                    <a:pt x="108198" y="222321"/>
                  </a:lnTo>
                  <a:lnTo>
                    <a:pt x="107426" y="179101"/>
                  </a:lnTo>
                  <a:lnTo>
                    <a:pt x="106154" y="136786"/>
                  </a:lnTo>
                  <a:lnTo>
                    <a:pt x="104393" y="95377"/>
                  </a:lnTo>
                  <a:lnTo>
                    <a:pt x="118899" y="93783"/>
                  </a:lnTo>
                  <a:lnTo>
                    <a:pt x="131762" y="92630"/>
                  </a:lnTo>
                  <a:lnTo>
                    <a:pt x="143005" y="91930"/>
                  </a:lnTo>
                  <a:lnTo>
                    <a:pt x="152653" y="91694"/>
                  </a:lnTo>
                  <a:lnTo>
                    <a:pt x="389790" y="91694"/>
                  </a:lnTo>
                  <a:lnTo>
                    <a:pt x="383666" y="83566"/>
                  </a:lnTo>
                  <a:lnTo>
                    <a:pt x="353826" y="57032"/>
                  </a:lnTo>
                  <a:lnTo>
                    <a:pt x="317486" y="36405"/>
                  </a:lnTo>
                  <a:lnTo>
                    <a:pt x="274643" y="21679"/>
                  </a:lnTo>
                  <a:lnTo>
                    <a:pt x="225288" y="12848"/>
                  </a:lnTo>
                  <a:lnTo>
                    <a:pt x="170774" y="9977"/>
                  </a:lnTo>
                  <a:close/>
                </a:path>
                <a:path w="2429509" h="560070">
                  <a:moveTo>
                    <a:pt x="389790" y="91694"/>
                  </a:moveTo>
                  <a:lnTo>
                    <a:pt x="152653" y="91694"/>
                  </a:lnTo>
                  <a:lnTo>
                    <a:pt x="196685" y="95053"/>
                  </a:lnTo>
                  <a:lnTo>
                    <a:pt x="234680" y="105140"/>
                  </a:lnTo>
                  <a:lnTo>
                    <a:pt x="292607" y="145542"/>
                  </a:lnTo>
                  <a:lnTo>
                    <a:pt x="327009" y="205517"/>
                  </a:lnTo>
                  <a:lnTo>
                    <a:pt x="338454" y="277876"/>
                  </a:lnTo>
                  <a:lnTo>
                    <a:pt x="335839" y="315287"/>
                  </a:lnTo>
                  <a:lnTo>
                    <a:pt x="314612" y="382335"/>
                  </a:lnTo>
                  <a:lnTo>
                    <a:pt x="272033" y="435028"/>
                  </a:lnTo>
                  <a:lnTo>
                    <a:pt x="206882" y="462408"/>
                  </a:lnTo>
                  <a:lnTo>
                    <a:pt x="165734" y="465836"/>
                  </a:lnTo>
                  <a:lnTo>
                    <a:pt x="373051" y="465836"/>
                  </a:lnTo>
                  <a:lnTo>
                    <a:pt x="408263" y="418101"/>
                  </a:lnTo>
                  <a:lnTo>
                    <a:pt x="431561" y="369204"/>
                  </a:lnTo>
                  <a:lnTo>
                    <a:pt x="445549" y="316616"/>
                  </a:lnTo>
                  <a:lnTo>
                    <a:pt x="450214" y="260350"/>
                  </a:lnTo>
                  <a:lnTo>
                    <a:pt x="446049" y="210581"/>
                  </a:lnTo>
                  <a:lnTo>
                    <a:pt x="433562" y="164528"/>
                  </a:lnTo>
                  <a:lnTo>
                    <a:pt x="412763" y="122189"/>
                  </a:lnTo>
                  <a:lnTo>
                    <a:pt x="389790" y="91694"/>
                  </a:lnTo>
                  <a:close/>
                </a:path>
                <a:path w="2429509" h="560070">
                  <a:moveTo>
                    <a:pt x="2175255" y="0"/>
                  </a:moveTo>
                  <a:lnTo>
                    <a:pt x="2120866" y="5167"/>
                  </a:lnTo>
                  <a:lnTo>
                    <a:pt x="2071036" y="20669"/>
                  </a:lnTo>
                  <a:lnTo>
                    <a:pt x="2025755" y="46505"/>
                  </a:lnTo>
                  <a:lnTo>
                    <a:pt x="1985009" y="82677"/>
                  </a:lnTo>
                  <a:lnTo>
                    <a:pt x="1957303" y="117469"/>
                  </a:lnTo>
                  <a:lnTo>
                    <a:pt x="1935754" y="155707"/>
                  </a:lnTo>
                  <a:lnTo>
                    <a:pt x="1920361" y="197388"/>
                  </a:lnTo>
                  <a:lnTo>
                    <a:pt x="1911126" y="242514"/>
                  </a:lnTo>
                  <a:lnTo>
                    <a:pt x="1908047" y="291084"/>
                  </a:lnTo>
                  <a:lnTo>
                    <a:pt x="1912598" y="347015"/>
                  </a:lnTo>
                  <a:lnTo>
                    <a:pt x="1926256" y="397827"/>
                  </a:lnTo>
                  <a:lnTo>
                    <a:pt x="1949035" y="443495"/>
                  </a:lnTo>
                  <a:lnTo>
                    <a:pt x="1980945" y="483997"/>
                  </a:lnTo>
                  <a:lnTo>
                    <a:pt x="2019544" y="517241"/>
                  </a:lnTo>
                  <a:lnTo>
                    <a:pt x="2062559" y="540972"/>
                  </a:lnTo>
                  <a:lnTo>
                    <a:pt x="2109979" y="555202"/>
                  </a:lnTo>
                  <a:lnTo>
                    <a:pt x="2161793" y="559943"/>
                  </a:lnTo>
                  <a:lnTo>
                    <a:pt x="2216201" y="554775"/>
                  </a:lnTo>
                  <a:lnTo>
                    <a:pt x="2266061" y="539273"/>
                  </a:lnTo>
                  <a:lnTo>
                    <a:pt x="2311348" y="513437"/>
                  </a:lnTo>
                  <a:lnTo>
                    <a:pt x="2352040" y="477266"/>
                  </a:lnTo>
                  <a:lnTo>
                    <a:pt x="2357905" y="469900"/>
                  </a:lnTo>
                  <a:lnTo>
                    <a:pt x="2172842" y="469900"/>
                  </a:lnTo>
                  <a:lnTo>
                    <a:pt x="2142172" y="466564"/>
                  </a:lnTo>
                  <a:lnTo>
                    <a:pt x="2088260" y="439842"/>
                  </a:lnTo>
                  <a:lnTo>
                    <a:pt x="2045757" y="387764"/>
                  </a:lnTo>
                  <a:lnTo>
                    <a:pt x="2032097" y="355377"/>
                  </a:lnTo>
                  <a:lnTo>
                    <a:pt x="2031984" y="355107"/>
                  </a:lnTo>
                  <a:lnTo>
                    <a:pt x="2023711" y="318474"/>
                  </a:lnTo>
                  <a:lnTo>
                    <a:pt x="2020951" y="277876"/>
                  </a:lnTo>
                  <a:lnTo>
                    <a:pt x="2023481" y="240053"/>
                  </a:lnTo>
                  <a:lnTo>
                    <a:pt x="2023568" y="238756"/>
                  </a:lnTo>
                  <a:lnTo>
                    <a:pt x="2031363" y="203358"/>
                  </a:lnTo>
                  <a:lnTo>
                    <a:pt x="2031412" y="203136"/>
                  </a:lnTo>
                  <a:lnTo>
                    <a:pt x="2062733" y="142494"/>
                  </a:lnTo>
                  <a:lnTo>
                    <a:pt x="2108993" y="102266"/>
                  </a:lnTo>
                  <a:lnTo>
                    <a:pt x="2164206" y="88900"/>
                  </a:lnTo>
                  <a:lnTo>
                    <a:pt x="2366612" y="88900"/>
                  </a:lnTo>
                  <a:lnTo>
                    <a:pt x="2356230" y="75692"/>
                  </a:lnTo>
                  <a:lnTo>
                    <a:pt x="2317559" y="42594"/>
                  </a:lnTo>
                  <a:lnTo>
                    <a:pt x="2274506" y="18938"/>
                  </a:lnTo>
                  <a:lnTo>
                    <a:pt x="2227072" y="4736"/>
                  </a:lnTo>
                  <a:lnTo>
                    <a:pt x="2175255" y="0"/>
                  </a:lnTo>
                  <a:close/>
                </a:path>
                <a:path w="2429509" h="560070">
                  <a:moveTo>
                    <a:pt x="2366612" y="88900"/>
                  </a:moveTo>
                  <a:lnTo>
                    <a:pt x="2164206" y="88900"/>
                  </a:lnTo>
                  <a:lnTo>
                    <a:pt x="2195317" y="92237"/>
                  </a:lnTo>
                  <a:lnTo>
                    <a:pt x="2195163" y="92237"/>
                  </a:lnTo>
                  <a:lnTo>
                    <a:pt x="2249110" y="118796"/>
                  </a:lnTo>
                  <a:lnTo>
                    <a:pt x="2291453" y="170711"/>
                  </a:lnTo>
                  <a:lnTo>
                    <a:pt x="2305052" y="203136"/>
                  </a:lnTo>
                  <a:lnTo>
                    <a:pt x="2305145" y="203358"/>
                  </a:lnTo>
                  <a:lnTo>
                    <a:pt x="2313360" y="240053"/>
                  </a:lnTo>
                  <a:lnTo>
                    <a:pt x="2316098" y="280797"/>
                  </a:lnTo>
                  <a:lnTo>
                    <a:pt x="2313637" y="317493"/>
                  </a:lnTo>
                  <a:lnTo>
                    <a:pt x="2313572" y="318474"/>
                  </a:lnTo>
                  <a:lnTo>
                    <a:pt x="2313481" y="319825"/>
                  </a:lnTo>
                  <a:lnTo>
                    <a:pt x="2305696" y="355107"/>
                  </a:lnTo>
                  <a:lnTo>
                    <a:pt x="2305637" y="355377"/>
                  </a:lnTo>
                  <a:lnTo>
                    <a:pt x="2292578" y="387453"/>
                  </a:lnTo>
                  <a:lnTo>
                    <a:pt x="2274316" y="416052"/>
                  </a:lnTo>
                  <a:lnTo>
                    <a:pt x="2252335" y="439628"/>
                  </a:lnTo>
                  <a:lnTo>
                    <a:pt x="2227853" y="456549"/>
                  </a:lnTo>
                  <a:lnTo>
                    <a:pt x="2201547" y="466564"/>
                  </a:lnTo>
                  <a:lnTo>
                    <a:pt x="2201406" y="466564"/>
                  </a:lnTo>
                  <a:lnTo>
                    <a:pt x="2172842" y="469900"/>
                  </a:lnTo>
                  <a:lnTo>
                    <a:pt x="2357905" y="469900"/>
                  </a:lnTo>
                  <a:lnTo>
                    <a:pt x="2379746" y="442474"/>
                  </a:lnTo>
                  <a:lnTo>
                    <a:pt x="2401295" y="404244"/>
                  </a:lnTo>
                  <a:lnTo>
                    <a:pt x="2416688" y="362581"/>
                  </a:lnTo>
                  <a:lnTo>
                    <a:pt x="2425923" y="317493"/>
                  </a:lnTo>
                  <a:lnTo>
                    <a:pt x="2429002" y="268986"/>
                  </a:lnTo>
                  <a:lnTo>
                    <a:pt x="2424453" y="212834"/>
                  </a:lnTo>
                  <a:lnTo>
                    <a:pt x="2410809" y="161909"/>
                  </a:lnTo>
                  <a:lnTo>
                    <a:pt x="2388068" y="116199"/>
                  </a:lnTo>
                  <a:lnTo>
                    <a:pt x="2366612" y="88900"/>
                  </a:lnTo>
                  <a:close/>
                </a:path>
                <a:path w="2429509" h="560070">
                  <a:moveTo>
                    <a:pt x="1334642" y="12319"/>
                  </a:moveTo>
                  <a:lnTo>
                    <a:pt x="1176273" y="12319"/>
                  </a:lnTo>
                  <a:lnTo>
                    <a:pt x="1175448" y="35052"/>
                  </a:lnTo>
                  <a:lnTo>
                    <a:pt x="1172971" y="67818"/>
                  </a:lnTo>
                  <a:lnTo>
                    <a:pt x="1168844" y="110617"/>
                  </a:lnTo>
                  <a:lnTo>
                    <a:pt x="1163065" y="163449"/>
                  </a:lnTo>
                  <a:lnTo>
                    <a:pt x="1155636" y="226314"/>
                  </a:lnTo>
                  <a:lnTo>
                    <a:pt x="1146555" y="299212"/>
                  </a:lnTo>
                  <a:lnTo>
                    <a:pt x="1135709" y="385536"/>
                  </a:lnTo>
                  <a:lnTo>
                    <a:pt x="1127636" y="450744"/>
                  </a:lnTo>
                  <a:lnTo>
                    <a:pt x="1121711" y="499931"/>
                  </a:lnTo>
                  <a:lnTo>
                    <a:pt x="1118152" y="531416"/>
                  </a:lnTo>
                  <a:lnTo>
                    <a:pt x="1116964" y="545211"/>
                  </a:lnTo>
                  <a:lnTo>
                    <a:pt x="1225041" y="545211"/>
                  </a:lnTo>
                  <a:lnTo>
                    <a:pt x="1225599" y="513572"/>
                  </a:lnTo>
                  <a:lnTo>
                    <a:pt x="1225637" y="511425"/>
                  </a:lnTo>
                  <a:lnTo>
                    <a:pt x="1227423" y="463232"/>
                  </a:lnTo>
                  <a:lnTo>
                    <a:pt x="1230399" y="400657"/>
                  </a:lnTo>
                  <a:lnTo>
                    <a:pt x="1234566" y="323723"/>
                  </a:lnTo>
                  <a:lnTo>
                    <a:pt x="1238831" y="246947"/>
                  </a:lnTo>
                  <a:lnTo>
                    <a:pt x="1241917" y="184816"/>
                  </a:lnTo>
                  <a:lnTo>
                    <a:pt x="1243752" y="139366"/>
                  </a:lnTo>
                  <a:lnTo>
                    <a:pt x="1243836" y="137306"/>
                  </a:lnTo>
                  <a:lnTo>
                    <a:pt x="1244599" y="104394"/>
                  </a:lnTo>
                  <a:lnTo>
                    <a:pt x="1352278" y="104394"/>
                  </a:lnTo>
                  <a:lnTo>
                    <a:pt x="1347200" y="85788"/>
                  </a:lnTo>
                  <a:lnTo>
                    <a:pt x="1337784" y="42160"/>
                  </a:lnTo>
                  <a:lnTo>
                    <a:pt x="1334642" y="12319"/>
                  </a:lnTo>
                  <a:close/>
                </a:path>
                <a:path w="2429509" h="560070">
                  <a:moveTo>
                    <a:pt x="1352278" y="104394"/>
                  </a:moveTo>
                  <a:lnTo>
                    <a:pt x="1250822" y="104394"/>
                  </a:lnTo>
                  <a:lnTo>
                    <a:pt x="1255466" y="130044"/>
                  </a:lnTo>
                  <a:lnTo>
                    <a:pt x="1266896" y="181582"/>
                  </a:lnTo>
                  <a:lnTo>
                    <a:pt x="1282848" y="238379"/>
                  </a:lnTo>
                  <a:lnTo>
                    <a:pt x="1296050" y="278955"/>
                  </a:lnTo>
                  <a:lnTo>
                    <a:pt x="1313277" y="329247"/>
                  </a:lnTo>
                  <a:lnTo>
                    <a:pt x="1334515" y="389255"/>
                  </a:lnTo>
                  <a:lnTo>
                    <a:pt x="1354778" y="447645"/>
                  </a:lnTo>
                  <a:lnTo>
                    <a:pt x="1369266" y="493093"/>
                  </a:lnTo>
                  <a:lnTo>
                    <a:pt x="1377967" y="525611"/>
                  </a:lnTo>
                  <a:lnTo>
                    <a:pt x="1380870" y="545211"/>
                  </a:lnTo>
                  <a:lnTo>
                    <a:pt x="1471421" y="545211"/>
                  </a:lnTo>
                  <a:lnTo>
                    <a:pt x="1474448" y="526043"/>
                  </a:lnTo>
                  <a:lnTo>
                    <a:pt x="1483534" y="493887"/>
                  </a:lnTo>
                  <a:lnTo>
                    <a:pt x="1498693" y="448752"/>
                  </a:lnTo>
                  <a:lnTo>
                    <a:pt x="1511160" y="414655"/>
                  </a:lnTo>
                  <a:lnTo>
                    <a:pt x="1434972" y="414655"/>
                  </a:lnTo>
                  <a:lnTo>
                    <a:pt x="1431831" y="385720"/>
                  </a:lnTo>
                  <a:lnTo>
                    <a:pt x="1422415" y="342725"/>
                  </a:lnTo>
                  <a:lnTo>
                    <a:pt x="1406737" y="285656"/>
                  </a:lnTo>
                  <a:lnTo>
                    <a:pt x="1384807" y="214503"/>
                  </a:lnTo>
                  <a:lnTo>
                    <a:pt x="1362878" y="143228"/>
                  </a:lnTo>
                  <a:lnTo>
                    <a:pt x="1352278" y="104394"/>
                  </a:lnTo>
                  <a:close/>
                </a:path>
                <a:path w="2429509" h="560070">
                  <a:moveTo>
                    <a:pt x="1715764" y="104394"/>
                  </a:moveTo>
                  <a:lnTo>
                    <a:pt x="1613788" y="104394"/>
                  </a:lnTo>
                  <a:lnTo>
                    <a:pt x="1614436" y="130044"/>
                  </a:lnTo>
                  <a:lnTo>
                    <a:pt x="1614501" y="132635"/>
                  </a:lnTo>
                  <a:lnTo>
                    <a:pt x="1616249" y="176403"/>
                  </a:lnTo>
                  <a:lnTo>
                    <a:pt x="1619021" y="235696"/>
                  </a:lnTo>
                  <a:lnTo>
                    <a:pt x="1622805" y="310515"/>
                  </a:lnTo>
                  <a:lnTo>
                    <a:pt x="1625898" y="372755"/>
                  </a:lnTo>
                  <a:lnTo>
                    <a:pt x="1628314" y="427344"/>
                  </a:lnTo>
                  <a:lnTo>
                    <a:pt x="1630048" y="474284"/>
                  </a:lnTo>
                  <a:lnTo>
                    <a:pt x="1631035" y="511425"/>
                  </a:lnTo>
                  <a:lnTo>
                    <a:pt x="1631092" y="513572"/>
                  </a:lnTo>
                  <a:lnTo>
                    <a:pt x="1631441" y="545211"/>
                  </a:lnTo>
                  <a:lnTo>
                    <a:pt x="1750440" y="545211"/>
                  </a:lnTo>
                  <a:lnTo>
                    <a:pt x="1747437" y="502012"/>
                  </a:lnTo>
                  <a:lnTo>
                    <a:pt x="1743665" y="455892"/>
                  </a:lnTo>
                  <a:lnTo>
                    <a:pt x="1737694" y="385720"/>
                  </a:lnTo>
                  <a:lnTo>
                    <a:pt x="1731517" y="314579"/>
                  </a:lnTo>
                  <a:lnTo>
                    <a:pt x="1725798" y="246947"/>
                  </a:lnTo>
                  <a:lnTo>
                    <a:pt x="1720973" y="184816"/>
                  </a:lnTo>
                  <a:lnTo>
                    <a:pt x="1717230" y="130254"/>
                  </a:lnTo>
                  <a:lnTo>
                    <a:pt x="1715764" y="104394"/>
                  </a:lnTo>
                  <a:close/>
                </a:path>
                <a:path w="2429509" h="560070">
                  <a:moveTo>
                    <a:pt x="1712467" y="12319"/>
                  </a:moveTo>
                  <a:lnTo>
                    <a:pt x="1555241" y="12319"/>
                  </a:lnTo>
                  <a:lnTo>
                    <a:pt x="1551672" y="41939"/>
                  </a:lnTo>
                  <a:lnTo>
                    <a:pt x="1540970" y="85455"/>
                  </a:lnTo>
                  <a:lnTo>
                    <a:pt x="1523148" y="142853"/>
                  </a:lnTo>
                  <a:lnTo>
                    <a:pt x="1498218" y="214122"/>
                  </a:lnTo>
                  <a:lnTo>
                    <a:pt x="1473215" y="285245"/>
                  </a:lnTo>
                  <a:lnTo>
                    <a:pt x="1455356" y="342392"/>
                  </a:lnTo>
                  <a:lnTo>
                    <a:pt x="1444640" y="385536"/>
                  </a:lnTo>
                  <a:lnTo>
                    <a:pt x="1441068" y="414655"/>
                  </a:lnTo>
                  <a:lnTo>
                    <a:pt x="1511160" y="414655"/>
                  </a:lnTo>
                  <a:lnTo>
                    <a:pt x="1521748" y="385720"/>
                  </a:lnTo>
                  <a:lnTo>
                    <a:pt x="1542220" y="330019"/>
                  </a:lnTo>
                  <a:lnTo>
                    <a:pt x="1560671" y="277256"/>
                  </a:lnTo>
                  <a:lnTo>
                    <a:pt x="1575264" y="232328"/>
                  </a:lnTo>
                  <a:lnTo>
                    <a:pt x="1585975" y="195199"/>
                  </a:lnTo>
                  <a:lnTo>
                    <a:pt x="1600168" y="139366"/>
                  </a:lnTo>
                  <a:lnTo>
                    <a:pt x="1607692" y="104394"/>
                  </a:lnTo>
                  <a:lnTo>
                    <a:pt x="1715764" y="104394"/>
                  </a:lnTo>
                  <a:lnTo>
                    <a:pt x="1714710" y="85788"/>
                  </a:lnTo>
                  <a:lnTo>
                    <a:pt x="1714584" y="83570"/>
                  </a:lnTo>
                  <a:lnTo>
                    <a:pt x="1712997" y="44260"/>
                  </a:lnTo>
                  <a:lnTo>
                    <a:pt x="1712467" y="12319"/>
                  </a:lnTo>
                  <a:close/>
                </a:path>
                <a:path w="2429509" h="560070">
                  <a:moveTo>
                    <a:pt x="949578" y="12319"/>
                  </a:moveTo>
                  <a:lnTo>
                    <a:pt x="617219" y="12319"/>
                  </a:lnTo>
                  <a:lnTo>
                    <a:pt x="619140" y="56134"/>
                  </a:lnTo>
                  <a:lnTo>
                    <a:pt x="620378" y="95377"/>
                  </a:lnTo>
                  <a:lnTo>
                    <a:pt x="620495" y="99073"/>
                  </a:lnTo>
                  <a:lnTo>
                    <a:pt x="620587" y="101981"/>
                  </a:lnTo>
                  <a:lnTo>
                    <a:pt x="620633" y="103454"/>
                  </a:lnTo>
                  <a:lnTo>
                    <a:pt x="621700" y="154279"/>
                  </a:lnTo>
                  <a:lnTo>
                    <a:pt x="622340" y="208610"/>
                  </a:lnTo>
                  <a:lnTo>
                    <a:pt x="622553" y="266446"/>
                  </a:lnTo>
                  <a:lnTo>
                    <a:pt x="622413" y="306578"/>
                  </a:lnTo>
                  <a:lnTo>
                    <a:pt x="621700" y="385492"/>
                  </a:lnTo>
                  <a:lnTo>
                    <a:pt x="620633" y="441251"/>
                  </a:lnTo>
                  <a:lnTo>
                    <a:pt x="619140" y="494493"/>
                  </a:lnTo>
                  <a:lnTo>
                    <a:pt x="617219" y="545211"/>
                  </a:lnTo>
                  <a:lnTo>
                    <a:pt x="965453" y="545211"/>
                  </a:lnTo>
                  <a:lnTo>
                    <a:pt x="968499" y="462153"/>
                  </a:lnTo>
                  <a:lnTo>
                    <a:pt x="729741" y="462153"/>
                  </a:lnTo>
                  <a:lnTo>
                    <a:pt x="728315" y="425217"/>
                  </a:lnTo>
                  <a:lnTo>
                    <a:pt x="727281" y="386984"/>
                  </a:lnTo>
                  <a:lnTo>
                    <a:pt x="726652" y="347442"/>
                  </a:lnTo>
                  <a:lnTo>
                    <a:pt x="726547" y="327222"/>
                  </a:lnTo>
                  <a:lnTo>
                    <a:pt x="726439" y="306578"/>
                  </a:lnTo>
                  <a:lnTo>
                    <a:pt x="909446" y="306578"/>
                  </a:lnTo>
                  <a:lnTo>
                    <a:pt x="909446" y="229616"/>
                  </a:lnTo>
                  <a:lnTo>
                    <a:pt x="726439" y="229616"/>
                  </a:lnTo>
                  <a:lnTo>
                    <a:pt x="726411" y="225171"/>
                  </a:lnTo>
                  <a:lnTo>
                    <a:pt x="726303" y="208610"/>
                  </a:lnTo>
                  <a:lnTo>
                    <a:pt x="726197" y="192228"/>
                  </a:lnTo>
                  <a:lnTo>
                    <a:pt x="725455" y="157400"/>
                  </a:lnTo>
                  <a:lnTo>
                    <a:pt x="724189" y="125120"/>
                  </a:lnTo>
                  <a:lnTo>
                    <a:pt x="722601" y="99073"/>
                  </a:lnTo>
                  <a:lnTo>
                    <a:pt x="722475" y="97012"/>
                  </a:lnTo>
                  <a:lnTo>
                    <a:pt x="722375" y="95377"/>
                  </a:lnTo>
                  <a:lnTo>
                    <a:pt x="945343" y="95377"/>
                  </a:lnTo>
                  <a:lnTo>
                    <a:pt x="949578" y="12319"/>
                  </a:lnTo>
                  <a:close/>
                </a:path>
                <a:path w="2429509" h="560070">
                  <a:moveTo>
                    <a:pt x="968755" y="455168"/>
                  </a:moveTo>
                  <a:lnTo>
                    <a:pt x="869626" y="459601"/>
                  </a:lnTo>
                  <a:lnTo>
                    <a:pt x="821830" y="461011"/>
                  </a:lnTo>
                  <a:lnTo>
                    <a:pt x="775203" y="461865"/>
                  </a:lnTo>
                  <a:lnTo>
                    <a:pt x="729741" y="462153"/>
                  </a:lnTo>
                  <a:lnTo>
                    <a:pt x="968499" y="462153"/>
                  </a:lnTo>
                  <a:lnTo>
                    <a:pt x="968593" y="459601"/>
                  </a:lnTo>
                  <a:lnTo>
                    <a:pt x="968664" y="457650"/>
                  </a:lnTo>
                  <a:lnTo>
                    <a:pt x="968755" y="455168"/>
                  </a:lnTo>
                  <a:close/>
                </a:path>
                <a:path w="2429509" h="560070">
                  <a:moveTo>
                    <a:pt x="909446" y="306578"/>
                  </a:moveTo>
                  <a:lnTo>
                    <a:pt x="726439" y="306578"/>
                  </a:lnTo>
                  <a:lnTo>
                    <a:pt x="770590" y="306837"/>
                  </a:lnTo>
                  <a:lnTo>
                    <a:pt x="815800" y="307609"/>
                  </a:lnTo>
                  <a:lnTo>
                    <a:pt x="909446" y="310642"/>
                  </a:lnTo>
                  <a:lnTo>
                    <a:pt x="909446" y="306578"/>
                  </a:lnTo>
                  <a:close/>
                </a:path>
                <a:path w="2429509" h="560070">
                  <a:moveTo>
                    <a:pt x="909446" y="225171"/>
                  </a:moveTo>
                  <a:lnTo>
                    <a:pt x="861439" y="227097"/>
                  </a:lnTo>
                  <a:lnTo>
                    <a:pt x="814943" y="228488"/>
                  </a:lnTo>
                  <a:lnTo>
                    <a:pt x="769947" y="229332"/>
                  </a:lnTo>
                  <a:lnTo>
                    <a:pt x="726439" y="229616"/>
                  </a:lnTo>
                  <a:lnTo>
                    <a:pt x="909446" y="229616"/>
                  </a:lnTo>
                  <a:lnTo>
                    <a:pt x="909446" y="225171"/>
                  </a:lnTo>
                  <a:close/>
                </a:path>
                <a:path w="2429509" h="560070">
                  <a:moveTo>
                    <a:pt x="945343" y="95377"/>
                  </a:moveTo>
                  <a:lnTo>
                    <a:pt x="722375" y="95377"/>
                  </a:lnTo>
                  <a:lnTo>
                    <a:pt x="773735" y="95783"/>
                  </a:lnTo>
                  <a:lnTo>
                    <a:pt x="827976" y="97012"/>
                  </a:lnTo>
                  <a:lnTo>
                    <a:pt x="885074" y="99073"/>
                  </a:lnTo>
                  <a:lnTo>
                    <a:pt x="945006" y="101981"/>
                  </a:lnTo>
                  <a:lnTo>
                    <a:pt x="945155" y="99073"/>
                  </a:lnTo>
                  <a:lnTo>
                    <a:pt x="945260" y="97012"/>
                  </a:lnTo>
                  <a:lnTo>
                    <a:pt x="945343" y="953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57750" y="3252724"/>
              <a:ext cx="2429510" cy="560070"/>
            </a:xfrm>
            <a:custGeom>
              <a:avLst/>
              <a:gdLst/>
              <a:ahLst/>
              <a:cxnLst/>
              <a:rect l="l" t="t" r="r" b="b"/>
              <a:pathLst>
                <a:path w="2429509" h="560070">
                  <a:moveTo>
                    <a:pt x="152653" y="91694"/>
                  </a:moveTo>
                  <a:lnTo>
                    <a:pt x="143005" y="91930"/>
                  </a:lnTo>
                  <a:lnTo>
                    <a:pt x="131762" y="92630"/>
                  </a:lnTo>
                  <a:lnTo>
                    <a:pt x="118899" y="93783"/>
                  </a:lnTo>
                  <a:lnTo>
                    <a:pt x="104393" y="95377"/>
                  </a:lnTo>
                  <a:lnTo>
                    <a:pt x="106154" y="136786"/>
                  </a:lnTo>
                  <a:lnTo>
                    <a:pt x="107426" y="179101"/>
                  </a:lnTo>
                  <a:lnTo>
                    <a:pt x="108198" y="222321"/>
                  </a:lnTo>
                  <a:lnTo>
                    <a:pt x="108457" y="266446"/>
                  </a:lnTo>
                  <a:lnTo>
                    <a:pt x="108717" y="315287"/>
                  </a:lnTo>
                  <a:lnTo>
                    <a:pt x="109489" y="363902"/>
                  </a:lnTo>
                  <a:lnTo>
                    <a:pt x="110761" y="412303"/>
                  </a:lnTo>
                  <a:lnTo>
                    <a:pt x="112521" y="460502"/>
                  </a:lnTo>
                  <a:lnTo>
                    <a:pt x="152419" y="465502"/>
                  </a:lnTo>
                  <a:lnTo>
                    <a:pt x="165734" y="465836"/>
                  </a:lnTo>
                  <a:lnTo>
                    <a:pt x="206882" y="462408"/>
                  </a:lnTo>
                  <a:lnTo>
                    <a:pt x="272033" y="435028"/>
                  </a:lnTo>
                  <a:lnTo>
                    <a:pt x="314612" y="382335"/>
                  </a:lnTo>
                  <a:lnTo>
                    <a:pt x="335809" y="315712"/>
                  </a:lnTo>
                  <a:lnTo>
                    <a:pt x="338454" y="277876"/>
                  </a:lnTo>
                  <a:lnTo>
                    <a:pt x="335595" y="240160"/>
                  </a:lnTo>
                  <a:lnTo>
                    <a:pt x="312683" y="173970"/>
                  </a:lnTo>
                  <a:lnTo>
                    <a:pt x="266650" y="121965"/>
                  </a:lnTo>
                  <a:lnTo>
                    <a:pt x="196685" y="95053"/>
                  </a:lnTo>
                  <a:lnTo>
                    <a:pt x="152653" y="91694"/>
                  </a:lnTo>
                  <a:close/>
                </a:path>
                <a:path w="2429509" h="560070">
                  <a:moveTo>
                    <a:pt x="2164206" y="88900"/>
                  </a:moveTo>
                  <a:lnTo>
                    <a:pt x="2108993" y="102266"/>
                  </a:lnTo>
                  <a:lnTo>
                    <a:pt x="2062733" y="142494"/>
                  </a:lnTo>
                  <a:lnTo>
                    <a:pt x="2031412" y="203136"/>
                  </a:lnTo>
                  <a:lnTo>
                    <a:pt x="2020951" y="277876"/>
                  </a:lnTo>
                  <a:lnTo>
                    <a:pt x="2023711" y="318474"/>
                  </a:lnTo>
                  <a:lnTo>
                    <a:pt x="2045757" y="387764"/>
                  </a:lnTo>
                  <a:lnTo>
                    <a:pt x="2088260" y="439842"/>
                  </a:lnTo>
                  <a:lnTo>
                    <a:pt x="2142172" y="466564"/>
                  </a:lnTo>
                  <a:lnTo>
                    <a:pt x="2172842" y="469900"/>
                  </a:lnTo>
                  <a:lnTo>
                    <a:pt x="2201610" y="466540"/>
                  </a:lnTo>
                  <a:lnTo>
                    <a:pt x="2252335" y="439628"/>
                  </a:lnTo>
                  <a:lnTo>
                    <a:pt x="2292578" y="387453"/>
                  </a:lnTo>
                  <a:lnTo>
                    <a:pt x="2313481" y="319825"/>
                  </a:lnTo>
                  <a:lnTo>
                    <a:pt x="2316098" y="280797"/>
                  </a:lnTo>
                  <a:lnTo>
                    <a:pt x="2313360" y="240053"/>
                  </a:lnTo>
                  <a:lnTo>
                    <a:pt x="2291453" y="170711"/>
                  </a:lnTo>
                  <a:lnTo>
                    <a:pt x="2249110" y="118796"/>
                  </a:lnTo>
                  <a:lnTo>
                    <a:pt x="2195095" y="92213"/>
                  </a:lnTo>
                  <a:lnTo>
                    <a:pt x="2164206" y="88900"/>
                  </a:lnTo>
                  <a:close/>
                </a:path>
                <a:path w="2429509" h="560070">
                  <a:moveTo>
                    <a:pt x="1176273" y="12319"/>
                  </a:moveTo>
                  <a:lnTo>
                    <a:pt x="1334642" y="12319"/>
                  </a:lnTo>
                  <a:lnTo>
                    <a:pt x="1337784" y="42160"/>
                  </a:lnTo>
                  <a:lnTo>
                    <a:pt x="1347200" y="85788"/>
                  </a:lnTo>
                  <a:lnTo>
                    <a:pt x="1362878" y="143228"/>
                  </a:lnTo>
                  <a:lnTo>
                    <a:pt x="1384807" y="214503"/>
                  </a:lnTo>
                  <a:lnTo>
                    <a:pt x="1406737" y="285656"/>
                  </a:lnTo>
                  <a:lnTo>
                    <a:pt x="1422415" y="342725"/>
                  </a:lnTo>
                  <a:lnTo>
                    <a:pt x="1431831" y="385720"/>
                  </a:lnTo>
                  <a:lnTo>
                    <a:pt x="1434972" y="414655"/>
                  </a:lnTo>
                  <a:lnTo>
                    <a:pt x="1441068" y="414655"/>
                  </a:lnTo>
                  <a:lnTo>
                    <a:pt x="1444640" y="385536"/>
                  </a:lnTo>
                  <a:lnTo>
                    <a:pt x="1455356" y="342392"/>
                  </a:lnTo>
                  <a:lnTo>
                    <a:pt x="1473215" y="285245"/>
                  </a:lnTo>
                  <a:lnTo>
                    <a:pt x="1498218" y="214122"/>
                  </a:lnTo>
                  <a:lnTo>
                    <a:pt x="1523148" y="142853"/>
                  </a:lnTo>
                  <a:lnTo>
                    <a:pt x="1540970" y="85455"/>
                  </a:lnTo>
                  <a:lnTo>
                    <a:pt x="1551672" y="41939"/>
                  </a:lnTo>
                  <a:lnTo>
                    <a:pt x="1555241" y="12319"/>
                  </a:lnTo>
                  <a:lnTo>
                    <a:pt x="1712467" y="12319"/>
                  </a:lnTo>
                  <a:lnTo>
                    <a:pt x="1714584" y="83570"/>
                  </a:lnTo>
                  <a:lnTo>
                    <a:pt x="1717230" y="130254"/>
                  </a:lnTo>
                  <a:lnTo>
                    <a:pt x="1720934" y="184314"/>
                  </a:lnTo>
                  <a:lnTo>
                    <a:pt x="1725697" y="245754"/>
                  </a:lnTo>
                  <a:lnTo>
                    <a:pt x="1731517" y="314579"/>
                  </a:lnTo>
                  <a:lnTo>
                    <a:pt x="1738362" y="393416"/>
                  </a:lnTo>
                  <a:lnTo>
                    <a:pt x="1743665" y="455892"/>
                  </a:lnTo>
                  <a:lnTo>
                    <a:pt x="1747437" y="502012"/>
                  </a:lnTo>
                  <a:lnTo>
                    <a:pt x="1749692" y="531783"/>
                  </a:lnTo>
                  <a:lnTo>
                    <a:pt x="1750440" y="545211"/>
                  </a:lnTo>
                  <a:lnTo>
                    <a:pt x="1631441" y="545211"/>
                  </a:lnTo>
                  <a:lnTo>
                    <a:pt x="1631092" y="513572"/>
                  </a:lnTo>
                  <a:lnTo>
                    <a:pt x="1630048" y="474284"/>
                  </a:lnTo>
                  <a:lnTo>
                    <a:pt x="1628314" y="427344"/>
                  </a:lnTo>
                  <a:lnTo>
                    <a:pt x="1625898" y="372755"/>
                  </a:lnTo>
                  <a:lnTo>
                    <a:pt x="1622805" y="310515"/>
                  </a:lnTo>
                  <a:lnTo>
                    <a:pt x="1619021" y="235696"/>
                  </a:lnTo>
                  <a:lnTo>
                    <a:pt x="1616249" y="176403"/>
                  </a:lnTo>
                  <a:lnTo>
                    <a:pt x="1614501" y="132635"/>
                  </a:lnTo>
                  <a:lnTo>
                    <a:pt x="1613788" y="104394"/>
                  </a:lnTo>
                  <a:lnTo>
                    <a:pt x="1607692" y="104394"/>
                  </a:lnTo>
                  <a:lnTo>
                    <a:pt x="1593905" y="164669"/>
                  </a:lnTo>
                  <a:lnTo>
                    <a:pt x="1575264" y="232328"/>
                  </a:lnTo>
                  <a:lnTo>
                    <a:pt x="1560671" y="277256"/>
                  </a:lnTo>
                  <a:lnTo>
                    <a:pt x="1542220" y="330019"/>
                  </a:lnTo>
                  <a:lnTo>
                    <a:pt x="1519935" y="390652"/>
                  </a:lnTo>
                  <a:lnTo>
                    <a:pt x="1498693" y="448752"/>
                  </a:lnTo>
                  <a:lnTo>
                    <a:pt x="1483534" y="493887"/>
                  </a:lnTo>
                  <a:lnTo>
                    <a:pt x="1474448" y="526043"/>
                  </a:lnTo>
                  <a:lnTo>
                    <a:pt x="1471421" y="545211"/>
                  </a:lnTo>
                  <a:lnTo>
                    <a:pt x="1380870" y="545211"/>
                  </a:lnTo>
                  <a:lnTo>
                    <a:pt x="1369266" y="493093"/>
                  </a:lnTo>
                  <a:lnTo>
                    <a:pt x="1354778" y="447645"/>
                  </a:lnTo>
                  <a:lnTo>
                    <a:pt x="1334515" y="389255"/>
                  </a:lnTo>
                  <a:lnTo>
                    <a:pt x="1313277" y="329247"/>
                  </a:lnTo>
                  <a:lnTo>
                    <a:pt x="1296050" y="278955"/>
                  </a:lnTo>
                  <a:lnTo>
                    <a:pt x="1282848" y="238379"/>
                  </a:lnTo>
                  <a:lnTo>
                    <a:pt x="1266896" y="181582"/>
                  </a:lnTo>
                  <a:lnTo>
                    <a:pt x="1255466" y="130044"/>
                  </a:lnTo>
                  <a:lnTo>
                    <a:pt x="1250822" y="104394"/>
                  </a:lnTo>
                  <a:lnTo>
                    <a:pt x="1244599" y="104394"/>
                  </a:lnTo>
                  <a:lnTo>
                    <a:pt x="1243836" y="137306"/>
                  </a:lnTo>
                  <a:lnTo>
                    <a:pt x="1241917" y="184816"/>
                  </a:lnTo>
                  <a:lnTo>
                    <a:pt x="1238831" y="246947"/>
                  </a:lnTo>
                  <a:lnTo>
                    <a:pt x="1234566" y="323723"/>
                  </a:lnTo>
                  <a:lnTo>
                    <a:pt x="1230399" y="400657"/>
                  </a:lnTo>
                  <a:lnTo>
                    <a:pt x="1227423" y="463232"/>
                  </a:lnTo>
                  <a:lnTo>
                    <a:pt x="1225637" y="511425"/>
                  </a:lnTo>
                  <a:lnTo>
                    <a:pt x="1225041" y="545211"/>
                  </a:lnTo>
                  <a:lnTo>
                    <a:pt x="1116964" y="545211"/>
                  </a:lnTo>
                  <a:lnTo>
                    <a:pt x="1121711" y="499931"/>
                  </a:lnTo>
                  <a:lnTo>
                    <a:pt x="1127636" y="450744"/>
                  </a:lnTo>
                  <a:lnTo>
                    <a:pt x="1135919" y="383841"/>
                  </a:lnTo>
                  <a:lnTo>
                    <a:pt x="1146555" y="299212"/>
                  </a:lnTo>
                  <a:lnTo>
                    <a:pt x="1155636" y="226314"/>
                  </a:lnTo>
                  <a:lnTo>
                    <a:pt x="1163065" y="163449"/>
                  </a:lnTo>
                  <a:lnTo>
                    <a:pt x="1168844" y="110617"/>
                  </a:lnTo>
                  <a:lnTo>
                    <a:pt x="1172971" y="67818"/>
                  </a:lnTo>
                  <a:lnTo>
                    <a:pt x="1175448" y="35052"/>
                  </a:lnTo>
                  <a:lnTo>
                    <a:pt x="1176273" y="12319"/>
                  </a:lnTo>
                  <a:close/>
                </a:path>
                <a:path w="2429509" h="560070">
                  <a:moveTo>
                    <a:pt x="617219" y="12319"/>
                  </a:moveTo>
                  <a:lnTo>
                    <a:pt x="949578" y="12319"/>
                  </a:lnTo>
                  <a:lnTo>
                    <a:pt x="945006" y="101981"/>
                  </a:lnTo>
                  <a:lnTo>
                    <a:pt x="885074" y="99073"/>
                  </a:lnTo>
                  <a:lnTo>
                    <a:pt x="827976" y="97012"/>
                  </a:lnTo>
                  <a:lnTo>
                    <a:pt x="773735" y="95783"/>
                  </a:lnTo>
                  <a:lnTo>
                    <a:pt x="722375" y="95377"/>
                  </a:lnTo>
                  <a:lnTo>
                    <a:pt x="724189" y="125120"/>
                  </a:lnTo>
                  <a:lnTo>
                    <a:pt x="725455" y="157400"/>
                  </a:lnTo>
                  <a:lnTo>
                    <a:pt x="726197" y="192228"/>
                  </a:lnTo>
                  <a:lnTo>
                    <a:pt x="726439" y="229616"/>
                  </a:lnTo>
                  <a:lnTo>
                    <a:pt x="769947" y="229332"/>
                  </a:lnTo>
                  <a:lnTo>
                    <a:pt x="814943" y="228488"/>
                  </a:lnTo>
                  <a:lnTo>
                    <a:pt x="861439" y="227097"/>
                  </a:lnTo>
                  <a:lnTo>
                    <a:pt x="909446" y="225171"/>
                  </a:lnTo>
                  <a:lnTo>
                    <a:pt x="909446" y="310642"/>
                  </a:lnTo>
                  <a:lnTo>
                    <a:pt x="862081" y="308881"/>
                  </a:lnTo>
                  <a:lnTo>
                    <a:pt x="815800" y="307609"/>
                  </a:lnTo>
                  <a:lnTo>
                    <a:pt x="770590" y="306837"/>
                  </a:lnTo>
                  <a:lnTo>
                    <a:pt x="726439" y="306578"/>
                  </a:lnTo>
                  <a:lnTo>
                    <a:pt x="726652" y="347442"/>
                  </a:lnTo>
                  <a:lnTo>
                    <a:pt x="727281" y="386984"/>
                  </a:lnTo>
                  <a:lnTo>
                    <a:pt x="728315" y="425217"/>
                  </a:lnTo>
                  <a:lnTo>
                    <a:pt x="729741" y="462153"/>
                  </a:lnTo>
                  <a:lnTo>
                    <a:pt x="775203" y="461865"/>
                  </a:lnTo>
                  <a:lnTo>
                    <a:pt x="821830" y="461011"/>
                  </a:lnTo>
                  <a:lnTo>
                    <a:pt x="869626" y="459601"/>
                  </a:lnTo>
                  <a:lnTo>
                    <a:pt x="918600" y="457650"/>
                  </a:lnTo>
                  <a:lnTo>
                    <a:pt x="968755" y="455168"/>
                  </a:lnTo>
                  <a:lnTo>
                    <a:pt x="965453" y="545211"/>
                  </a:lnTo>
                  <a:lnTo>
                    <a:pt x="617219" y="545211"/>
                  </a:lnTo>
                  <a:lnTo>
                    <a:pt x="619140" y="494493"/>
                  </a:lnTo>
                  <a:lnTo>
                    <a:pt x="620633" y="441251"/>
                  </a:lnTo>
                  <a:lnTo>
                    <a:pt x="621700" y="385492"/>
                  </a:lnTo>
                  <a:lnTo>
                    <a:pt x="622340" y="327222"/>
                  </a:lnTo>
                  <a:lnTo>
                    <a:pt x="622553" y="266446"/>
                  </a:lnTo>
                  <a:lnTo>
                    <a:pt x="622340" y="208610"/>
                  </a:lnTo>
                  <a:lnTo>
                    <a:pt x="621700" y="154279"/>
                  </a:lnTo>
                  <a:lnTo>
                    <a:pt x="620633" y="103454"/>
                  </a:lnTo>
                  <a:lnTo>
                    <a:pt x="619140" y="56134"/>
                  </a:lnTo>
                  <a:lnTo>
                    <a:pt x="617219" y="12319"/>
                  </a:lnTo>
                  <a:close/>
                </a:path>
                <a:path w="2429509" h="560070">
                  <a:moveTo>
                    <a:pt x="169417" y="9906"/>
                  </a:moveTo>
                  <a:lnTo>
                    <a:pt x="225288" y="12848"/>
                  </a:lnTo>
                  <a:lnTo>
                    <a:pt x="274643" y="21679"/>
                  </a:lnTo>
                  <a:lnTo>
                    <a:pt x="317486" y="36405"/>
                  </a:lnTo>
                  <a:lnTo>
                    <a:pt x="353826" y="57032"/>
                  </a:lnTo>
                  <a:lnTo>
                    <a:pt x="383666" y="83566"/>
                  </a:lnTo>
                  <a:lnTo>
                    <a:pt x="412763" y="122189"/>
                  </a:lnTo>
                  <a:lnTo>
                    <a:pt x="433562" y="164528"/>
                  </a:lnTo>
                  <a:lnTo>
                    <a:pt x="446049" y="210581"/>
                  </a:lnTo>
                  <a:lnTo>
                    <a:pt x="450214" y="260350"/>
                  </a:lnTo>
                  <a:lnTo>
                    <a:pt x="445549" y="316616"/>
                  </a:lnTo>
                  <a:lnTo>
                    <a:pt x="431561" y="369204"/>
                  </a:lnTo>
                  <a:lnTo>
                    <a:pt x="408263" y="418101"/>
                  </a:lnTo>
                  <a:lnTo>
                    <a:pt x="375665" y="463296"/>
                  </a:lnTo>
                  <a:lnTo>
                    <a:pt x="343480" y="494568"/>
                  </a:lnTo>
                  <a:lnTo>
                    <a:pt x="306515" y="518891"/>
                  </a:lnTo>
                  <a:lnTo>
                    <a:pt x="264776" y="536265"/>
                  </a:lnTo>
                  <a:lnTo>
                    <a:pt x="218271" y="546689"/>
                  </a:lnTo>
                  <a:lnTo>
                    <a:pt x="167004" y="550164"/>
                  </a:lnTo>
                  <a:lnTo>
                    <a:pt x="133838" y="549854"/>
                  </a:lnTo>
                  <a:lnTo>
                    <a:pt x="94932" y="548925"/>
                  </a:lnTo>
                  <a:lnTo>
                    <a:pt x="50311" y="547377"/>
                  </a:lnTo>
                  <a:lnTo>
                    <a:pt x="0" y="545211"/>
                  </a:lnTo>
                  <a:lnTo>
                    <a:pt x="1920" y="494493"/>
                  </a:lnTo>
                  <a:lnTo>
                    <a:pt x="3413" y="441251"/>
                  </a:lnTo>
                  <a:lnTo>
                    <a:pt x="4480" y="385492"/>
                  </a:lnTo>
                  <a:lnTo>
                    <a:pt x="5120" y="327222"/>
                  </a:lnTo>
                  <a:lnTo>
                    <a:pt x="5333" y="266446"/>
                  </a:lnTo>
                  <a:lnTo>
                    <a:pt x="5120" y="208610"/>
                  </a:lnTo>
                  <a:lnTo>
                    <a:pt x="4480" y="154279"/>
                  </a:lnTo>
                  <a:lnTo>
                    <a:pt x="3413" y="103454"/>
                  </a:lnTo>
                  <a:lnTo>
                    <a:pt x="1920" y="56134"/>
                  </a:lnTo>
                  <a:lnTo>
                    <a:pt x="0" y="12319"/>
                  </a:lnTo>
                  <a:lnTo>
                    <a:pt x="71627" y="12319"/>
                  </a:lnTo>
                  <a:lnTo>
                    <a:pt x="81482" y="12245"/>
                  </a:lnTo>
                  <a:lnTo>
                    <a:pt x="93503" y="12017"/>
                  </a:lnTo>
                  <a:lnTo>
                    <a:pt x="107668" y="11622"/>
                  </a:lnTo>
                  <a:lnTo>
                    <a:pt x="123951" y="11049"/>
                  </a:lnTo>
                  <a:lnTo>
                    <a:pt x="139860" y="10548"/>
                  </a:lnTo>
                  <a:lnTo>
                    <a:pt x="152733" y="10191"/>
                  </a:lnTo>
                  <a:lnTo>
                    <a:pt x="162581" y="9977"/>
                  </a:lnTo>
                  <a:lnTo>
                    <a:pt x="169417" y="9906"/>
                  </a:lnTo>
                  <a:close/>
                </a:path>
                <a:path w="2429509" h="560070">
                  <a:moveTo>
                    <a:pt x="2175255" y="0"/>
                  </a:moveTo>
                  <a:lnTo>
                    <a:pt x="2227072" y="4736"/>
                  </a:lnTo>
                  <a:lnTo>
                    <a:pt x="2274506" y="18938"/>
                  </a:lnTo>
                  <a:lnTo>
                    <a:pt x="2317559" y="42594"/>
                  </a:lnTo>
                  <a:lnTo>
                    <a:pt x="2356230" y="75692"/>
                  </a:lnTo>
                  <a:lnTo>
                    <a:pt x="2388068" y="116199"/>
                  </a:lnTo>
                  <a:lnTo>
                    <a:pt x="2410809" y="161909"/>
                  </a:lnTo>
                  <a:lnTo>
                    <a:pt x="2424453" y="212834"/>
                  </a:lnTo>
                  <a:lnTo>
                    <a:pt x="2429002" y="268986"/>
                  </a:lnTo>
                  <a:lnTo>
                    <a:pt x="2425923" y="317493"/>
                  </a:lnTo>
                  <a:lnTo>
                    <a:pt x="2416688" y="362581"/>
                  </a:lnTo>
                  <a:lnTo>
                    <a:pt x="2401295" y="404244"/>
                  </a:lnTo>
                  <a:lnTo>
                    <a:pt x="2379746" y="442474"/>
                  </a:lnTo>
                  <a:lnTo>
                    <a:pt x="2352040" y="477266"/>
                  </a:lnTo>
                  <a:lnTo>
                    <a:pt x="2311348" y="513437"/>
                  </a:lnTo>
                  <a:lnTo>
                    <a:pt x="2266061" y="539273"/>
                  </a:lnTo>
                  <a:lnTo>
                    <a:pt x="2216201" y="554775"/>
                  </a:lnTo>
                  <a:lnTo>
                    <a:pt x="2161793" y="559943"/>
                  </a:lnTo>
                  <a:lnTo>
                    <a:pt x="2109979" y="555202"/>
                  </a:lnTo>
                  <a:lnTo>
                    <a:pt x="2062559" y="540972"/>
                  </a:lnTo>
                  <a:lnTo>
                    <a:pt x="2019544" y="517241"/>
                  </a:lnTo>
                  <a:lnTo>
                    <a:pt x="1980945" y="483997"/>
                  </a:lnTo>
                  <a:lnTo>
                    <a:pt x="1949035" y="443495"/>
                  </a:lnTo>
                  <a:lnTo>
                    <a:pt x="1926256" y="397827"/>
                  </a:lnTo>
                  <a:lnTo>
                    <a:pt x="1912598" y="347015"/>
                  </a:lnTo>
                  <a:lnTo>
                    <a:pt x="1908047" y="291084"/>
                  </a:lnTo>
                  <a:lnTo>
                    <a:pt x="1911126" y="242514"/>
                  </a:lnTo>
                  <a:lnTo>
                    <a:pt x="1920361" y="197388"/>
                  </a:lnTo>
                  <a:lnTo>
                    <a:pt x="1935754" y="155707"/>
                  </a:lnTo>
                  <a:lnTo>
                    <a:pt x="1957303" y="117469"/>
                  </a:lnTo>
                  <a:lnTo>
                    <a:pt x="1985009" y="82677"/>
                  </a:lnTo>
                  <a:lnTo>
                    <a:pt x="2025755" y="46505"/>
                  </a:lnTo>
                  <a:lnTo>
                    <a:pt x="2071036" y="20669"/>
                  </a:lnTo>
                  <a:lnTo>
                    <a:pt x="2120866" y="5167"/>
                  </a:lnTo>
                  <a:lnTo>
                    <a:pt x="2175255" y="0"/>
                  </a:lnTo>
                  <a:close/>
                </a:path>
              </a:pathLst>
            </a:custGeom>
            <a:ln w="6096">
              <a:solidFill>
                <a:srgbClr val="4584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581400" y="4118963"/>
            <a:ext cx="4716780" cy="17568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dirty="0">
                <a:latin typeface="Arial"/>
                <a:cs typeface="Arial"/>
              </a:rPr>
              <a:t>Min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/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Max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/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Count</a:t>
            </a:r>
            <a:endParaRPr sz="2000" dirty="0">
              <a:latin typeface="Arial"/>
              <a:cs typeface="Arial"/>
            </a:endParaRPr>
          </a:p>
          <a:p>
            <a:pPr marL="12700" marR="5080"/>
            <a:r>
              <a:rPr sz="2000" spc="-70" dirty="0">
                <a:latin typeface="Arial"/>
                <a:cs typeface="Arial"/>
              </a:rPr>
              <a:t>Average </a:t>
            </a:r>
            <a:r>
              <a:rPr sz="2000" spc="-105" dirty="0">
                <a:latin typeface="Arial"/>
                <a:cs typeface="Arial"/>
              </a:rPr>
              <a:t>(c1*avg1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+c2*avg2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+c3*avg3)/(c1+c2+c3) </a:t>
            </a:r>
            <a:r>
              <a:rPr sz="2000" spc="-45" dirty="0">
                <a:latin typeface="Arial"/>
                <a:cs typeface="Arial"/>
              </a:rPr>
              <a:t>Median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and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Standard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Deviation</a:t>
            </a:r>
            <a:endParaRPr sz="2000" dirty="0">
              <a:latin typeface="Arial"/>
              <a:cs typeface="Arial"/>
            </a:endParaRPr>
          </a:p>
          <a:p>
            <a:pPr marL="12700">
              <a:spcBef>
                <a:spcPts val="1630"/>
              </a:spcBef>
            </a:pPr>
            <a:r>
              <a:rPr sz="2000" spc="-55" dirty="0">
                <a:latin typeface="Arial"/>
                <a:cs typeface="Arial"/>
              </a:rPr>
              <a:t>Smart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Median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and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Standard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Deviation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676910"/>
            <a:r>
              <a:rPr lang="en-US" spc="-100"/>
              <a:t>Counting</a:t>
            </a:r>
            <a:r>
              <a:rPr lang="en-US" spc="-254"/>
              <a:t> </a:t>
            </a:r>
            <a:r>
              <a:rPr lang="en-US" spc="114"/>
              <a:t>with</a:t>
            </a:r>
            <a:r>
              <a:rPr lang="en-US" spc="-290"/>
              <a:t> </a:t>
            </a:r>
            <a:r>
              <a:rPr lang="en-US" spc="-110"/>
              <a:t>Counters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E13AFD-BEC8-DF97-1AA2-3CBBFAAF81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879" r="21622" b="2"/>
          <a:stretch>
            <a:fillRect/>
          </a:stretch>
        </p:blipFill>
        <p:spPr>
          <a:xfrm>
            <a:off x="6374920" y="758514"/>
            <a:ext cx="512223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12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DFCD0FF8-05F8-F432-5EE5-04CAE7F3E0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96477294"/>
              </p:ext>
            </p:extLst>
          </p:nvPr>
        </p:nvGraphicFramePr>
        <p:xfrm>
          <a:off x="838200" y="1825625"/>
          <a:ext cx="5393361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676910"/>
            <a:r>
              <a:rPr lang="en-US" sz="4800" spc="-100"/>
              <a:t>Counting</a:t>
            </a:r>
            <a:r>
              <a:rPr lang="en-US" sz="4800" spc="-254"/>
              <a:t> </a:t>
            </a:r>
            <a:r>
              <a:rPr lang="en-US" sz="4800" spc="114"/>
              <a:t>with</a:t>
            </a:r>
            <a:r>
              <a:rPr lang="en-US" sz="4800" spc="-270"/>
              <a:t> </a:t>
            </a:r>
            <a:r>
              <a:rPr lang="en-US" sz="4800" spc="-110"/>
              <a:t>Counters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indent="-228600">
              <a:lnSpc>
                <a:spcPct val="90000"/>
              </a:lnSpc>
              <a:spcBef>
                <a:spcPts val="894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000" spc="-50"/>
              <a:t>∗</a:t>
            </a:r>
            <a:r>
              <a:rPr lang="en-US" sz="2000"/>
              <a:t>	</a:t>
            </a:r>
            <a:r>
              <a:rPr lang="en-US" sz="2000" spc="-110"/>
              <a:t>The</a:t>
            </a:r>
            <a:r>
              <a:rPr lang="en-US" sz="2000" spc="-120"/>
              <a:t> </a:t>
            </a:r>
            <a:r>
              <a:rPr lang="en-US" sz="2000" spc="-10"/>
              <a:t>mapper</a:t>
            </a:r>
            <a:endParaRPr lang="en-US" sz="2000"/>
          </a:p>
          <a:p>
            <a:pPr marL="588645" marR="5080" indent="-228600">
              <a:lnSpc>
                <a:spcPct val="90000"/>
              </a:lnSpc>
              <a:spcBef>
                <a:spcPts val="63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000" spc="-50"/>
              <a:t>∗</a:t>
            </a:r>
            <a:r>
              <a:rPr lang="en-US" sz="2000"/>
              <a:t>	</a:t>
            </a:r>
            <a:r>
              <a:rPr lang="en-US" sz="2000" spc="-80"/>
              <a:t>processes</a:t>
            </a:r>
            <a:r>
              <a:rPr lang="en-US" sz="2000" spc="-30"/>
              <a:t> </a:t>
            </a:r>
            <a:r>
              <a:rPr lang="en-US" sz="2000" spc="-80"/>
              <a:t>each</a:t>
            </a:r>
            <a:r>
              <a:rPr lang="en-US" sz="2000" spc="-65"/>
              <a:t> </a:t>
            </a:r>
            <a:r>
              <a:rPr lang="en-US" sz="2000"/>
              <a:t>input</a:t>
            </a:r>
            <a:r>
              <a:rPr lang="en-US" sz="2000" spc="-70"/>
              <a:t> </a:t>
            </a:r>
            <a:r>
              <a:rPr lang="en-US" sz="2000" spc="-25"/>
              <a:t>record</a:t>
            </a:r>
            <a:r>
              <a:rPr lang="en-US" sz="2000" spc="-60"/>
              <a:t> </a:t>
            </a:r>
            <a:r>
              <a:rPr lang="en-US" sz="2000"/>
              <a:t>at</a:t>
            </a:r>
            <a:r>
              <a:rPr lang="en-US" sz="2000" spc="-65"/>
              <a:t> </a:t>
            </a:r>
            <a:r>
              <a:rPr lang="en-US" sz="2000" spc="-114"/>
              <a:t>a</a:t>
            </a:r>
            <a:r>
              <a:rPr lang="en-US" sz="2000" spc="-70"/>
              <a:t> </a:t>
            </a:r>
            <a:r>
              <a:rPr lang="en-US" sz="2000"/>
              <a:t>time</a:t>
            </a:r>
            <a:r>
              <a:rPr lang="en-US" sz="2000" spc="-70"/>
              <a:t> </a:t>
            </a:r>
            <a:r>
              <a:rPr lang="en-US" sz="2000" spc="35"/>
              <a:t>to </a:t>
            </a:r>
            <a:r>
              <a:rPr lang="en-US" sz="2000" spc="-20"/>
              <a:t>increment</a:t>
            </a:r>
            <a:r>
              <a:rPr lang="en-US" sz="2000" spc="-70"/>
              <a:t> </a:t>
            </a:r>
            <a:r>
              <a:rPr lang="en-US" sz="2000" spc="-30"/>
              <a:t>counters</a:t>
            </a:r>
            <a:r>
              <a:rPr lang="en-US" sz="2000" spc="-55"/>
              <a:t> </a:t>
            </a:r>
            <a:r>
              <a:rPr lang="en-US" sz="2000" spc="-75"/>
              <a:t>based </a:t>
            </a:r>
            <a:r>
              <a:rPr lang="en-US" sz="2000" spc="-20"/>
              <a:t>on</a:t>
            </a:r>
            <a:r>
              <a:rPr lang="en-US" sz="2000" spc="-80"/>
              <a:t> </a:t>
            </a:r>
            <a:r>
              <a:rPr lang="en-US" sz="2000" spc="-10"/>
              <a:t>certain criteria</a:t>
            </a:r>
            <a:endParaRPr lang="en-US" sz="2000"/>
          </a:p>
          <a:p>
            <a:pPr marL="12700" indent="-228600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000" spc="-50"/>
              <a:t>∗</a:t>
            </a:r>
            <a:r>
              <a:rPr lang="en-US" sz="2000"/>
              <a:t>	</a:t>
            </a:r>
            <a:r>
              <a:rPr lang="en-US" sz="2000" spc="-114"/>
              <a:t>The</a:t>
            </a:r>
            <a:r>
              <a:rPr lang="en-US" sz="2000" spc="-110"/>
              <a:t> </a:t>
            </a:r>
            <a:r>
              <a:rPr lang="en-US" sz="2000" spc="-10"/>
              <a:t>Reducer</a:t>
            </a:r>
            <a:endParaRPr lang="en-US" sz="2000"/>
          </a:p>
          <a:p>
            <a:pPr marL="314325" indent="-228600">
              <a:lnSpc>
                <a:spcPct val="90000"/>
              </a:lnSpc>
              <a:spcBef>
                <a:spcPts val="63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000" spc="-50"/>
              <a:t>∗</a:t>
            </a:r>
            <a:r>
              <a:rPr lang="en-US" sz="2000"/>
              <a:t>	</a:t>
            </a:r>
            <a:r>
              <a:rPr lang="en-US" sz="2000" spc="-25"/>
              <a:t>incremented</a:t>
            </a:r>
            <a:r>
              <a:rPr lang="en-US" sz="2000" spc="-45"/>
              <a:t> </a:t>
            </a:r>
            <a:r>
              <a:rPr lang="en-US" sz="2000" spc="-35"/>
              <a:t>by</a:t>
            </a:r>
            <a:r>
              <a:rPr lang="en-US" sz="2000" spc="-80"/>
              <a:t> </a:t>
            </a:r>
            <a:r>
              <a:rPr lang="en-US" sz="2000" spc="-45"/>
              <a:t>one</a:t>
            </a:r>
            <a:r>
              <a:rPr lang="en-US" sz="2000" spc="-60"/>
              <a:t> </a:t>
            </a:r>
            <a:r>
              <a:rPr lang="en-US" sz="2000"/>
              <a:t>if</a:t>
            </a:r>
            <a:r>
              <a:rPr lang="en-US" sz="2000" spc="-80"/>
              <a:t> </a:t>
            </a:r>
            <a:r>
              <a:rPr lang="en-US" sz="2000" spc="-10"/>
              <a:t>counting</a:t>
            </a:r>
            <a:r>
              <a:rPr lang="en-US" sz="2000" spc="-40"/>
              <a:t> </a:t>
            </a:r>
            <a:r>
              <a:rPr lang="en-US" sz="2000" spc="-114"/>
              <a:t>a</a:t>
            </a:r>
            <a:r>
              <a:rPr lang="en-US" sz="2000" spc="-80"/>
              <a:t> </a:t>
            </a:r>
            <a:r>
              <a:rPr lang="en-US" sz="2000" spc="-10"/>
              <a:t>single</a:t>
            </a:r>
            <a:endParaRPr lang="en-US" sz="2000"/>
          </a:p>
          <a:p>
            <a:pPr marL="588645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spc="-10"/>
              <a:t>instance</a:t>
            </a:r>
            <a:endParaRPr lang="en-US" sz="2000"/>
          </a:p>
          <a:p>
            <a:pPr marL="588645" marR="703580" indent="-228600">
              <a:lnSpc>
                <a:spcPct val="90000"/>
              </a:lnSpc>
              <a:spcBef>
                <a:spcPts val="60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000" spc="-50"/>
              <a:t>∗</a:t>
            </a:r>
            <a:r>
              <a:rPr lang="en-US" sz="2000"/>
              <a:t>	</a:t>
            </a:r>
            <a:r>
              <a:rPr lang="en-US" sz="2000" spc="-25"/>
              <a:t>incremented</a:t>
            </a:r>
            <a:r>
              <a:rPr lang="en-US" sz="2000" spc="-50"/>
              <a:t> </a:t>
            </a:r>
            <a:r>
              <a:rPr lang="en-US" sz="2000" spc="-35"/>
              <a:t>by</a:t>
            </a:r>
            <a:r>
              <a:rPr lang="en-US" sz="2000" spc="-85"/>
              <a:t> </a:t>
            </a:r>
            <a:r>
              <a:rPr lang="en-US" sz="2000" spc="-75"/>
              <a:t>some</a:t>
            </a:r>
            <a:r>
              <a:rPr lang="en-US" sz="2000" spc="-55"/>
              <a:t> </a:t>
            </a:r>
            <a:r>
              <a:rPr lang="en-US" sz="2000" spc="-35"/>
              <a:t>number</a:t>
            </a:r>
            <a:r>
              <a:rPr lang="en-US" sz="2000" spc="-60"/>
              <a:t> </a:t>
            </a:r>
            <a:r>
              <a:rPr lang="en-US" sz="2000" spc="-25"/>
              <a:t>if </a:t>
            </a:r>
            <a:r>
              <a:rPr lang="en-US" sz="2000" spc="-30"/>
              <a:t>executing</a:t>
            </a:r>
            <a:r>
              <a:rPr lang="en-US" sz="2000" spc="-45"/>
              <a:t> </a:t>
            </a:r>
            <a:r>
              <a:rPr lang="en-US" sz="2000" spc="-114"/>
              <a:t>a</a:t>
            </a:r>
            <a:r>
              <a:rPr lang="en-US" sz="2000" spc="-75"/>
              <a:t> </a:t>
            </a:r>
            <a:r>
              <a:rPr lang="en-US" sz="2000" spc="-10"/>
              <a:t>summation</a:t>
            </a:r>
            <a:endParaRPr lang="en-US" sz="2000"/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rcRect r="805" b="-2"/>
          <a:stretch>
            <a:fillRect/>
          </a:stretch>
        </p:blipFill>
        <p:spPr>
          <a:xfrm>
            <a:off x="5911532" y="2484255"/>
            <a:ext cx="5150277" cy="371424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676910"/>
            <a:r>
              <a:rPr lang="en-US" spc="-100"/>
              <a:t>Counting</a:t>
            </a:r>
            <a:r>
              <a:rPr lang="en-US" spc="-254"/>
              <a:t> </a:t>
            </a:r>
            <a:r>
              <a:rPr lang="en-US" spc="114"/>
              <a:t>with</a:t>
            </a:r>
            <a:r>
              <a:rPr lang="en-US" spc="-290"/>
              <a:t> </a:t>
            </a:r>
            <a:r>
              <a:rPr lang="en-US" spc="-110"/>
              <a:t>Counters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2456FC-B68A-9D79-901B-621C75DD87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77" r="14522" b="-1"/>
          <a:stretch>
            <a:fillRect/>
          </a:stretch>
        </p:blipFill>
        <p:spPr>
          <a:xfrm>
            <a:off x="6374920" y="758514"/>
            <a:ext cx="512223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12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51543AF4-7249-C915-2567-2F72D075E8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3468472"/>
              </p:ext>
            </p:extLst>
          </p:nvPr>
        </p:nvGraphicFramePr>
        <p:xfrm>
          <a:off x="838200" y="1825625"/>
          <a:ext cx="5393361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676910"/>
            <a:r>
              <a:rPr lang="en-US" sz="4800" kern="1200" spc="-1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Counting</a:t>
            </a:r>
            <a:r>
              <a:rPr lang="en-US" sz="4800" kern="1200" spc="-254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spc="114">
                <a:solidFill>
                  <a:schemeClr val="tx1"/>
                </a:solidFill>
                <a:latin typeface="+mj-lt"/>
                <a:ea typeface="+mj-ea"/>
                <a:cs typeface="+mj-cs"/>
              </a:rPr>
              <a:t>with</a:t>
            </a:r>
            <a:r>
              <a:rPr lang="en-US" sz="4800" kern="1200" spc="-27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spc="-11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Counters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object 7"/>
          <p:cNvGrpSpPr/>
          <p:nvPr/>
        </p:nvGrpSpPr>
        <p:grpSpPr>
          <a:xfrm>
            <a:off x="5917911" y="3727732"/>
            <a:ext cx="5143631" cy="1233409"/>
            <a:chOff x="4857750" y="3252724"/>
            <a:chExt cx="2457450" cy="58928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6800" y="3272028"/>
              <a:ext cx="2438400" cy="56997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857750" y="3252724"/>
              <a:ext cx="2429510" cy="560070"/>
            </a:xfrm>
            <a:custGeom>
              <a:avLst/>
              <a:gdLst/>
              <a:ahLst/>
              <a:cxnLst/>
              <a:rect l="l" t="t" r="r" b="b"/>
              <a:pathLst>
                <a:path w="2429509" h="560070">
                  <a:moveTo>
                    <a:pt x="170774" y="9977"/>
                  </a:moveTo>
                  <a:lnTo>
                    <a:pt x="162581" y="9977"/>
                  </a:lnTo>
                  <a:lnTo>
                    <a:pt x="107668" y="11622"/>
                  </a:lnTo>
                  <a:lnTo>
                    <a:pt x="77614" y="12319"/>
                  </a:lnTo>
                  <a:lnTo>
                    <a:pt x="0" y="12319"/>
                  </a:lnTo>
                  <a:lnTo>
                    <a:pt x="1920" y="56134"/>
                  </a:lnTo>
                  <a:lnTo>
                    <a:pt x="3413" y="103454"/>
                  </a:lnTo>
                  <a:lnTo>
                    <a:pt x="4480" y="154279"/>
                  </a:lnTo>
                  <a:lnTo>
                    <a:pt x="5084" y="205517"/>
                  </a:lnTo>
                  <a:lnTo>
                    <a:pt x="5171" y="222321"/>
                  </a:lnTo>
                  <a:lnTo>
                    <a:pt x="5293" y="277876"/>
                  </a:lnTo>
                  <a:lnTo>
                    <a:pt x="5162" y="315287"/>
                  </a:lnTo>
                  <a:lnTo>
                    <a:pt x="5120" y="327222"/>
                  </a:lnTo>
                  <a:lnTo>
                    <a:pt x="4515" y="382335"/>
                  </a:lnTo>
                  <a:lnTo>
                    <a:pt x="4480" y="385492"/>
                  </a:lnTo>
                  <a:lnTo>
                    <a:pt x="3532" y="435028"/>
                  </a:lnTo>
                  <a:lnTo>
                    <a:pt x="3413" y="441251"/>
                  </a:lnTo>
                  <a:lnTo>
                    <a:pt x="1917" y="494568"/>
                  </a:lnTo>
                  <a:lnTo>
                    <a:pt x="0" y="545211"/>
                  </a:lnTo>
                  <a:lnTo>
                    <a:pt x="94932" y="548925"/>
                  </a:lnTo>
                  <a:lnTo>
                    <a:pt x="133838" y="549854"/>
                  </a:lnTo>
                  <a:lnTo>
                    <a:pt x="167004" y="550164"/>
                  </a:lnTo>
                  <a:lnTo>
                    <a:pt x="218271" y="546689"/>
                  </a:lnTo>
                  <a:lnTo>
                    <a:pt x="264776" y="536265"/>
                  </a:lnTo>
                  <a:lnTo>
                    <a:pt x="306515" y="518891"/>
                  </a:lnTo>
                  <a:lnTo>
                    <a:pt x="343480" y="494568"/>
                  </a:lnTo>
                  <a:lnTo>
                    <a:pt x="373051" y="465836"/>
                  </a:lnTo>
                  <a:lnTo>
                    <a:pt x="165734" y="465836"/>
                  </a:lnTo>
                  <a:lnTo>
                    <a:pt x="152419" y="465502"/>
                  </a:lnTo>
                  <a:lnTo>
                    <a:pt x="112521" y="460502"/>
                  </a:lnTo>
                  <a:lnTo>
                    <a:pt x="110761" y="412303"/>
                  </a:lnTo>
                  <a:lnTo>
                    <a:pt x="109489" y="363902"/>
                  </a:lnTo>
                  <a:lnTo>
                    <a:pt x="108739" y="316616"/>
                  </a:lnTo>
                  <a:lnTo>
                    <a:pt x="108518" y="277876"/>
                  </a:lnTo>
                  <a:lnTo>
                    <a:pt x="108422" y="260350"/>
                  </a:lnTo>
                  <a:lnTo>
                    <a:pt x="108303" y="240160"/>
                  </a:lnTo>
                  <a:lnTo>
                    <a:pt x="108198" y="222321"/>
                  </a:lnTo>
                  <a:lnTo>
                    <a:pt x="107426" y="179101"/>
                  </a:lnTo>
                  <a:lnTo>
                    <a:pt x="106154" y="136786"/>
                  </a:lnTo>
                  <a:lnTo>
                    <a:pt x="104393" y="95377"/>
                  </a:lnTo>
                  <a:lnTo>
                    <a:pt x="118899" y="93783"/>
                  </a:lnTo>
                  <a:lnTo>
                    <a:pt x="131762" y="92630"/>
                  </a:lnTo>
                  <a:lnTo>
                    <a:pt x="143005" y="91930"/>
                  </a:lnTo>
                  <a:lnTo>
                    <a:pt x="152653" y="91694"/>
                  </a:lnTo>
                  <a:lnTo>
                    <a:pt x="389790" y="91694"/>
                  </a:lnTo>
                  <a:lnTo>
                    <a:pt x="383666" y="83566"/>
                  </a:lnTo>
                  <a:lnTo>
                    <a:pt x="353826" y="57032"/>
                  </a:lnTo>
                  <a:lnTo>
                    <a:pt x="317486" y="36405"/>
                  </a:lnTo>
                  <a:lnTo>
                    <a:pt x="274643" y="21679"/>
                  </a:lnTo>
                  <a:lnTo>
                    <a:pt x="225288" y="12848"/>
                  </a:lnTo>
                  <a:lnTo>
                    <a:pt x="170774" y="9977"/>
                  </a:lnTo>
                  <a:close/>
                </a:path>
                <a:path w="2429509" h="560070">
                  <a:moveTo>
                    <a:pt x="389790" y="91694"/>
                  </a:moveTo>
                  <a:lnTo>
                    <a:pt x="152653" y="91694"/>
                  </a:lnTo>
                  <a:lnTo>
                    <a:pt x="196685" y="95053"/>
                  </a:lnTo>
                  <a:lnTo>
                    <a:pt x="234680" y="105140"/>
                  </a:lnTo>
                  <a:lnTo>
                    <a:pt x="292607" y="145542"/>
                  </a:lnTo>
                  <a:lnTo>
                    <a:pt x="327009" y="205517"/>
                  </a:lnTo>
                  <a:lnTo>
                    <a:pt x="338454" y="277876"/>
                  </a:lnTo>
                  <a:lnTo>
                    <a:pt x="335839" y="315287"/>
                  </a:lnTo>
                  <a:lnTo>
                    <a:pt x="314612" y="382335"/>
                  </a:lnTo>
                  <a:lnTo>
                    <a:pt x="272033" y="435028"/>
                  </a:lnTo>
                  <a:lnTo>
                    <a:pt x="206882" y="462408"/>
                  </a:lnTo>
                  <a:lnTo>
                    <a:pt x="165734" y="465836"/>
                  </a:lnTo>
                  <a:lnTo>
                    <a:pt x="373051" y="465836"/>
                  </a:lnTo>
                  <a:lnTo>
                    <a:pt x="408263" y="418101"/>
                  </a:lnTo>
                  <a:lnTo>
                    <a:pt x="431561" y="369204"/>
                  </a:lnTo>
                  <a:lnTo>
                    <a:pt x="445549" y="316616"/>
                  </a:lnTo>
                  <a:lnTo>
                    <a:pt x="450214" y="260350"/>
                  </a:lnTo>
                  <a:lnTo>
                    <a:pt x="446049" y="210581"/>
                  </a:lnTo>
                  <a:lnTo>
                    <a:pt x="433562" y="164528"/>
                  </a:lnTo>
                  <a:lnTo>
                    <a:pt x="412763" y="122189"/>
                  </a:lnTo>
                  <a:lnTo>
                    <a:pt x="389790" y="91694"/>
                  </a:lnTo>
                  <a:close/>
                </a:path>
                <a:path w="2429509" h="560070">
                  <a:moveTo>
                    <a:pt x="2175255" y="0"/>
                  </a:moveTo>
                  <a:lnTo>
                    <a:pt x="2120866" y="5167"/>
                  </a:lnTo>
                  <a:lnTo>
                    <a:pt x="2071036" y="20669"/>
                  </a:lnTo>
                  <a:lnTo>
                    <a:pt x="2025755" y="46505"/>
                  </a:lnTo>
                  <a:lnTo>
                    <a:pt x="1985009" y="82677"/>
                  </a:lnTo>
                  <a:lnTo>
                    <a:pt x="1957303" y="117469"/>
                  </a:lnTo>
                  <a:lnTo>
                    <a:pt x="1935754" y="155707"/>
                  </a:lnTo>
                  <a:lnTo>
                    <a:pt x="1920361" y="197388"/>
                  </a:lnTo>
                  <a:lnTo>
                    <a:pt x="1911126" y="242514"/>
                  </a:lnTo>
                  <a:lnTo>
                    <a:pt x="1908047" y="291084"/>
                  </a:lnTo>
                  <a:lnTo>
                    <a:pt x="1912598" y="347015"/>
                  </a:lnTo>
                  <a:lnTo>
                    <a:pt x="1926256" y="397827"/>
                  </a:lnTo>
                  <a:lnTo>
                    <a:pt x="1949035" y="443495"/>
                  </a:lnTo>
                  <a:lnTo>
                    <a:pt x="1980945" y="483997"/>
                  </a:lnTo>
                  <a:lnTo>
                    <a:pt x="2019544" y="517241"/>
                  </a:lnTo>
                  <a:lnTo>
                    <a:pt x="2062559" y="540972"/>
                  </a:lnTo>
                  <a:lnTo>
                    <a:pt x="2109979" y="555202"/>
                  </a:lnTo>
                  <a:lnTo>
                    <a:pt x="2161793" y="559943"/>
                  </a:lnTo>
                  <a:lnTo>
                    <a:pt x="2216201" y="554775"/>
                  </a:lnTo>
                  <a:lnTo>
                    <a:pt x="2266061" y="539273"/>
                  </a:lnTo>
                  <a:lnTo>
                    <a:pt x="2311348" y="513437"/>
                  </a:lnTo>
                  <a:lnTo>
                    <a:pt x="2352040" y="477266"/>
                  </a:lnTo>
                  <a:lnTo>
                    <a:pt x="2357905" y="469900"/>
                  </a:lnTo>
                  <a:lnTo>
                    <a:pt x="2172842" y="469900"/>
                  </a:lnTo>
                  <a:lnTo>
                    <a:pt x="2142172" y="466564"/>
                  </a:lnTo>
                  <a:lnTo>
                    <a:pt x="2088260" y="439842"/>
                  </a:lnTo>
                  <a:lnTo>
                    <a:pt x="2045757" y="387764"/>
                  </a:lnTo>
                  <a:lnTo>
                    <a:pt x="2032097" y="355377"/>
                  </a:lnTo>
                  <a:lnTo>
                    <a:pt x="2031984" y="355107"/>
                  </a:lnTo>
                  <a:lnTo>
                    <a:pt x="2023711" y="318474"/>
                  </a:lnTo>
                  <a:lnTo>
                    <a:pt x="2020951" y="277876"/>
                  </a:lnTo>
                  <a:lnTo>
                    <a:pt x="2023481" y="240053"/>
                  </a:lnTo>
                  <a:lnTo>
                    <a:pt x="2023568" y="238756"/>
                  </a:lnTo>
                  <a:lnTo>
                    <a:pt x="2031363" y="203358"/>
                  </a:lnTo>
                  <a:lnTo>
                    <a:pt x="2031412" y="203136"/>
                  </a:lnTo>
                  <a:lnTo>
                    <a:pt x="2062733" y="142494"/>
                  </a:lnTo>
                  <a:lnTo>
                    <a:pt x="2108993" y="102266"/>
                  </a:lnTo>
                  <a:lnTo>
                    <a:pt x="2164206" y="88900"/>
                  </a:lnTo>
                  <a:lnTo>
                    <a:pt x="2366612" y="88900"/>
                  </a:lnTo>
                  <a:lnTo>
                    <a:pt x="2356230" y="75692"/>
                  </a:lnTo>
                  <a:lnTo>
                    <a:pt x="2317559" y="42594"/>
                  </a:lnTo>
                  <a:lnTo>
                    <a:pt x="2274506" y="18938"/>
                  </a:lnTo>
                  <a:lnTo>
                    <a:pt x="2227072" y="4736"/>
                  </a:lnTo>
                  <a:lnTo>
                    <a:pt x="2175255" y="0"/>
                  </a:lnTo>
                  <a:close/>
                </a:path>
                <a:path w="2429509" h="560070">
                  <a:moveTo>
                    <a:pt x="2366612" y="88900"/>
                  </a:moveTo>
                  <a:lnTo>
                    <a:pt x="2164206" y="88900"/>
                  </a:lnTo>
                  <a:lnTo>
                    <a:pt x="2195317" y="92237"/>
                  </a:lnTo>
                  <a:lnTo>
                    <a:pt x="2195163" y="92237"/>
                  </a:lnTo>
                  <a:lnTo>
                    <a:pt x="2249110" y="118796"/>
                  </a:lnTo>
                  <a:lnTo>
                    <a:pt x="2291453" y="170711"/>
                  </a:lnTo>
                  <a:lnTo>
                    <a:pt x="2305052" y="203136"/>
                  </a:lnTo>
                  <a:lnTo>
                    <a:pt x="2305145" y="203358"/>
                  </a:lnTo>
                  <a:lnTo>
                    <a:pt x="2313360" y="240053"/>
                  </a:lnTo>
                  <a:lnTo>
                    <a:pt x="2316098" y="280797"/>
                  </a:lnTo>
                  <a:lnTo>
                    <a:pt x="2313637" y="317493"/>
                  </a:lnTo>
                  <a:lnTo>
                    <a:pt x="2313572" y="318474"/>
                  </a:lnTo>
                  <a:lnTo>
                    <a:pt x="2313481" y="319825"/>
                  </a:lnTo>
                  <a:lnTo>
                    <a:pt x="2305696" y="355107"/>
                  </a:lnTo>
                  <a:lnTo>
                    <a:pt x="2305637" y="355377"/>
                  </a:lnTo>
                  <a:lnTo>
                    <a:pt x="2292578" y="387453"/>
                  </a:lnTo>
                  <a:lnTo>
                    <a:pt x="2274316" y="416052"/>
                  </a:lnTo>
                  <a:lnTo>
                    <a:pt x="2252335" y="439628"/>
                  </a:lnTo>
                  <a:lnTo>
                    <a:pt x="2227853" y="456549"/>
                  </a:lnTo>
                  <a:lnTo>
                    <a:pt x="2201547" y="466564"/>
                  </a:lnTo>
                  <a:lnTo>
                    <a:pt x="2201406" y="466564"/>
                  </a:lnTo>
                  <a:lnTo>
                    <a:pt x="2172842" y="469900"/>
                  </a:lnTo>
                  <a:lnTo>
                    <a:pt x="2357905" y="469900"/>
                  </a:lnTo>
                  <a:lnTo>
                    <a:pt x="2379746" y="442474"/>
                  </a:lnTo>
                  <a:lnTo>
                    <a:pt x="2401295" y="404244"/>
                  </a:lnTo>
                  <a:lnTo>
                    <a:pt x="2416688" y="362581"/>
                  </a:lnTo>
                  <a:lnTo>
                    <a:pt x="2425923" y="317493"/>
                  </a:lnTo>
                  <a:lnTo>
                    <a:pt x="2429002" y="268986"/>
                  </a:lnTo>
                  <a:lnTo>
                    <a:pt x="2424453" y="212834"/>
                  </a:lnTo>
                  <a:lnTo>
                    <a:pt x="2410809" y="161909"/>
                  </a:lnTo>
                  <a:lnTo>
                    <a:pt x="2388068" y="116199"/>
                  </a:lnTo>
                  <a:lnTo>
                    <a:pt x="2366612" y="88900"/>
                  </a:lnTo>
                  <a:close/>
                </a:path>
                <a:path w="2429509" h="560070">
                  <a:moveTo>
                    <a:pt x="1334642" y="12319"/>
                  </a:moveTo>
                  <a:lnTo>
                    <a:pt x="1176273" y="12319"/>
                  </a:lnTo>
                  <a:lnTo>
                    <a:pt x="1175448" y="35052"/>
                  </a:lnTo>
                  <a:lnTo>
                    <a:pt x="1172971" y="67818"/>
                  </a:lnTo>
                  <a:lnTo>
                    <a:pt x="1168844" y="110617"/>
                  </a:lnTo>
                  <a:lnTo>
                    <a:pt x="1163065" y="163449"/>
                  </a:lnTo>
                  <a:lnTo>
                    <a:pt x="1155636" y="226314"/>
                  </a:lnTo>
                  <a:lnTo>
                    <a:pt x="1146555" y="299212"/>
                  </a:lnTo>
                  <a:lnTo>
                    <a:pt x="1135709" y="385536"/>
                  </a:lnTo>
                  <a:lnTo>
                    <a:pt x="1127636" y="450744"/>
                  </a:lnTo>
                  <a:lnTo>
                    <a:pt x="1121711" y="499931"/>
                  </a:lnTo>
                  <a:lnTo>
                    <a:pt x="1118152" y="531416"/>
                  </a:lnTo>
                  <a:lnTo>
                    <a:pt x="1116964" y="545211"/>
                  </a:lnTo>
                  <a:lnTo>
                    <a:pt x="1225041" y="545211"/>
                  </a:lnTo>
                  <a:lnTo>
                    <a:pt x="1225599" y="513572"/>
                  </a:lnTo>
                  <a:lnTo>
                    <a:pt x="1225637" y="511425"/>
                  </a:lnTo>
                  <a:lnTo>
                    <a:pt x="1227423" y="463232"/>
                  </a:lnTo>
                  <a:lnTo>
                    <a:pt x="1230399" y="400657"/>
                  </a:lnTo>
                  <a:lnTo>
                    <a:pt x="1234566" y="323723"/>
                  </a:lnTo>
                  <a:lnTo>
                    <a:pt x="1238831" y="246947"/>
                  </a:lnTo>
                  <a:lnTo>
                    <a:pt x="1241917" y="184816"/>
                  </a:lnTo>
                  <a:lnTo>
                    <a:pt x="1243752" y="139366"/>
                  </a:lnTo>
                  <a:lnTo>
                    <a:pt x="1243836" y="137306"/>
                  </a:lnTo>
                  <a:lnTo>
                    <a:pt x="1244599" y="104394"/>
                  </a:lnTo>
                  <a:lnTo>
                    <a:pt x="1352278" y="104394"/>
                  </a:lnTo>
                  <a:lnTo>
                    <a:pt x="1347200" y="85788"/>
                  </a:lnTo>
                  <a:lnTo>
                    <a:pt x="1337784" y="42160"/>
                  </a:lnTo>
                  <a:lnTo>
                    <a:pt x="1334642" y="12319"/>
                  </a:lnTo>
                  <a:close/>
                </a:path>
                <a:path w="2429509" h="560070">
                  <a:moveTo>
                    <a:pt x="1352278" y="104394"/>
                  </a:moveTo>
                  <a:lnTo>
                    <a:pt x="1250822" y="104394"/>
                  </a:lnTo>
                  <a:lnTo>
                    <a:pt x="1255466" y="130044"/>
                  </a:lnTo>
                  <a:lnTo>
                    <a:pt x="1266896" y="181582"/>
                  </a:lnTo>
                  <a:lnTo>
                    <a:pt x="1282848" y="238379"/>
                  </a:lnTo>
                  <a:lnTo>
                    <a:pt x="1296050" y="278955"/>
                  </a:lnTo>
                  <a:lnTo>
                    <a:pt x="1313277" y="329247"/>
                  </a:lnTo>
                  <a:lnTo>
                    <a:pt x="1334515" y="389255"/>
                  </a:lnTo>
                  <a:lnTo>
                    <a:pt x="1354778" y="447645"/>
                  </a:lnTo>
                  <a:lnTo>
                    <a:pt x="1369266" y="493093"/>
                  </a:lnTo>
                  <a:lnTo>
                    <a:pt x="1377967" y="525611"/>
                  </a:lnTo>
                  <a:lnTo>
                    <a:pt x="1380870" y="545211"/>
                  </a:lnTo>
                  <a:lnTo>
                    <a:pt x="1471421" y="545211"/>
                  </a:lnTo>
                  <a:lnTo>
                    <a:pt x="1474448" y="526043"/>
                  </a:lnTo>
                  <a:lnTo>
                    <a:pt x="1483534" y="493887"/>
                  </a:lnTo>
                  <a:lnTo>
                    <a:pt x="1498693" y="448752"/>
                  </a:lnTo>
                  <a:lnTo>
                    <a:pt x="1511160" y="414655"/>
                  </a:lnTo>
                  <a:lnTo>
                    <a:pt x="1434972" y="414655"/>
                  </a:lnTo>
                  <a:lnTo>
                    <a:pt x="1431831" y="385720"/>
                  </a:lnTo>
                  <a:lnTo>
                    <a:pt x="1422415" y="342725"/>
                  </a:lnTo>
                  <a:lnTo>
                    <a:pt x="1406737" y="285656"/>
                  </a:lnTo>
                  <a:lnTo>
                    <a:pt x="1384807" y="214503"/>
                  </a:lnTo>
                  <a:lnTo>
                    <a:pt x="1362878" y="143228"/>
                  </a:lnTo>
                  <a:lnTo>
                    <a:pt x="1352278" y="104394"/>
                  </a:lnTo>
                  <a:close/>
                </a:path>
                <a:path w="2429509" h="560070">
                  <a:moveTo>
                    <a:pt x="1715764" y="104394"/>
                  </a:moveTo>
                  <a:lnTo>
                    <a:pt x="1613788" y="104394"/>
                  </a:lnTo>
                  <a:lnTo>
                    <a:pt x="1614436" y="130044"/>
                  </a:lnTo>
                  <a:lnTo>
                    <a:pt x="1614501" y="132635"/>
                  </a:lnTo>
                  <a:lnTo>
                    <a:pt x="1616249" y="176403"/>
                  </a:lnTo>
                  <a:lnTo>
                    <a:pt x="1619021" y="235696"/>
                  </a:lnTo>
                  <a:lnTo>
                    <a:pt x="1622805" y="310515"/>
                  </a:lnTo>
                  <a:lnTo>
                    <a:pt x="1625898" y="372755"/>
                  </a:lnTo>
                  <a:lnTo>
                    <a:pt x="1628314" y="427344"/>
                  </a:lnTo>
                  <a:lnTo>
                    <a:pt x="1630048" y="474284"/>
                  </a:lnTo>
                  <a:lnTo>
                    <a:pt x="1631035" y="511425"/>
                  </a:lnTo>
                  <a:lnTo>
                    <a:pt x="1631092" y="513572"/>
                  </a:lnTo>
                  <a:lnTo>
                    <a:pt x="1631441" y="545211"/>
                  </a:lnTo>
                  <a:lnTo>
                    <a:pt x="1750440" y="545211"/>
                  </a:lnTo>
                  <a:lnTo>
                    <a:pt x="1747437" y="502012"/>
                  </a:lnTo>
                  <a:lnTo>
                    <a:pt x="1743665" y="455892"/>
                  </a:lnTo>
                  <a:lnTo>
                    <a:pt x="1737694" y="385720"/>
                  </a:lnTo>
                  <a:lnTo>
                    <a:pt x="1731517" y="314579"/>
                  </a:lnTo>
                  <a:lnTo>
                    <a:pt x="1725798" y="246947"/>
                  </a:lnTo>
                  <a:lnTo>
                    <a:pt x="1720973" y="184816"/>
                  </a:lnTo>
                  <a:lnTo>
                    <a:pt x="1717230" y="130254"/>
                  </a:lnTo>
                  <a:lnTo>
                    <a:pt x="1715764" y="104394"/>
                  </a:lnTo>
                  <a:close/>
                </a:path>
                <a:path w="2429509" h="560070">
                  <a:moveTo>
                    <a:pt x="1712467" y="12319"/>
                  </a:moveTo>
                  <a:lnTo>
                    <a:pt x="1555241" y="12319"/>
                  </a:lnTo>
                  <a:lnTo>
                    <a:pt x="1551672" y="41939"/>
                  </a:lnTo>
                  <a:lnTo>
                    <a:pt x="1540970" y="85455"/>
                  </a:lnTo>
                  <a:lnTo>
                    <a:pt x="1523148" y="142853"/>
                  </a:lnTo>
                  <a:lnTo>
                    <a:pt x="1498218" y="214122"/>
                  </a:lnTo>
                  <a:lnTo>
                    <a:pt x="1473215" y="285245"/>
                  </a:lnTo>
                  <a:lnTo>
                    <a:pt x="1455356" y="342392"/>
                  </a:lnTo>
                  <a:lnTo>
                    <a:pt x="1444640" y="385536"/>
                  </a:lnTo>
                  <a:lnTo>
                    <a:pt x="1441068" y="414655"/>
                  </a:lnTo>
                  <a:lnTo>
                    <a:pt x="1511160" y="414655"/>
                  </a:lnTo>
                  <a:lnTo>
                    <a:pt x="1521748" y="385720"/>
                  </a:lnTo>
                  <a:lnTo>
                    <a:pt x="1542220" y="330019"/>
                  </a:lnTo>
                  <a:lnTo>
                    <a:pt x="1560671" y="277256"/>
                  </a:lnTo>
                  <a:lnTo>
                    <a:pt x="1575264" y="232328"/>
                  </a:lnTo>
                  <a:lnTo>
                    <a:pt x="1585975" y="195199"/>
                  </a:lnTo>
                  <a:lnTo>
                    <a:pt x="1600168" y="139366"/>
                  </a:lnTo>
                  <a:lnTo>
                    <a:pt x="1607692" y="104394"/>
                  </a:lnTo>
                  <a:lnTo>
                    <a:pt x="1715764" y="104394"/>
                  </a:lnTo>
                  <a:lnTo>
                    <a:pt x="1714710" y="85788"/>
                  </a:lnTo>
                  <a:lnTo>
                    <a:pt x="1714584" y="83570"/>
                  </a:lnTo>
                  <a:lnTo>
                    <a:pt x="1712997" y="44260"/>
                  </a:lnTo>
                  <a:lnTo>
                    <a:pt x="1712467" y="12319"/>
                  </a:lnTo>
                  <a:close/>
                </a:path>
                <a:path w="2429509" h="560070">
                  <a:moveTo>
                    <a:pt x="949578" y="12319"/>
                  </a:moveTo>
                  <a:lnTo>
                    <a:pt x="617219" y="12319"/>
                  </a:lnTo>
                  <a:lnTo>
                    <a:pt x="619140" y="56134"/>
                  </a:lnTo>
                  <a:lnTo>
                    <a:pt x="620378" y="95377"/>
                  </a:lnTo>
                  <a:lnTo>
                    <a:pt x="620495" y="99073"/>
                  </a:lnTo>
                  <a:lnTo>
                    <a:pt x="620587" y="101981"/>
                  </a:lnTo>
                  <a:lnTo>
                    <a:pt x="620633" y="103454"/>
                  </a:lnTo>
                  <a:lnTo>
                    <a:pt x="621700" y="154279"/>
                  </a:lnTo>
                  <a:lnTo>
                    <a:pt x="622340" y="208610"/>
                  </a:lnTo>
                  <a:lnTo>
                    <a:pt x="622553" y="266446"/>
                  </a:lnTo>
                  <a:lnTo>
                    <a:pt x="622413" y="306578"/>
                  </a:lnTo>
                  <a:lnTo>
                    <a:pt x="621700" y="385492"/>
                  </a:lnTo>
                  <a:lnTo>
                    <a:pt x="620633" y="441251"/>
                  </a:lnTo>
                  <a:lnTo>
                    <a:pt x="619140" y="494493"/>
                  </a:lnTo>
                  <a:lnTo>
                    <a:pt x="617219" y="545211"/>
                  </a:lnTo>
                  <a:lnTo>
                    <a:pt x="965453" y="545211"/>
                  </a:lnTo>
                  <a:lnTo>
                    <a:pt x="968499" y="462153"/>
                  </a:lnTo>
                  <a:lnTo>
                    <a:pt x="729741" y="462153"/>
                  </a:lnTo>
                  <a:lnTo>
                    <a:pt x="728315" y="425217"/>
                  </a:lnTo>
                  <a:lnTo>
                    <a:pt x="727281" y="386984"/>
                  </a:lnTo>
                  <a:lnTo>
                    <a:pt x="726652" y="347442"/>
                  </a:lnTo>
                  <a:lnTo>
                    <a:pt x="726547" y="327222"/>
                  </a:lnTo>
                  <a:lnTo>
                    <a:pt x="726439" y="306578"/>
                  </a:lnTo>
                  <a:lnTo>
                    <a:pt x="909446" y="306578"/>
                  </a:lnTo>
                  <a:lnTo>
                    <a:pt x="909446" y="229616"/>
                  </a:lnTo>
                  <a:lnTo>
                    <a:pt x="726439" y="229616"/>
                  </a:lnTo>
                  <a:lnTo>
                    <a:pt x="726411" y="225171"/>
                  </a:lnTo>
                  <a:lnTo>
                    <a:pt x="726303" y="208610"/>
                  </a:lnTo>
                  <a:lnTo>
                    <a:pt x="726197" y="192228"/>
                  </a:lnTo>
                  <a:lnTo>
                    <a:pt x="725455" y="157400"/>
                  </a:lnTo>
                  <a:lnTo>
                    <a:pt x="724189" y="125120"/>
                  </a:lnTo>
                  <a:lnTo>
                    <a:pt x="722601" y="99073"/>
                  </a:lnTo>
                  <a:lnTo>
                    <a:pt x="722475" y="97012"/>
                  </a:lnTo>
                  <a:lnTo>
                    <a:pt x="722375" y="95377"/>
                  </a:lnTo>
                  <a:lnTo>
                    <a:pt x="945343" y="95377"/>
                  </a:lnTo>
                  <a:lnTo>
                    <a:pt x="949578" y="12319"/>
                  </a:lnTo>
                  <a:close/>
                </a:path>
                <a:path w="2429509" h="560070">
                  <a:moveTo>
                    <a:pt x="968755" y="455168"/>
                  </a:moveTo>
                  <a:lnTo>
                    <a:pt x="869626" y="459601"/>
                  </a:lnTo>
                  <a:lnTo>
                    <a:pt x="821830" y="461011"/>
                  </a:lnTo>
                  <a:lnTo>
                    <a:pt x="775203" y="461865"/>
                  </a:lnTo>
                  <a:lnTo>
                    <a:pt x="729741" y="462153"/>
                  </a:lnTo>
                  <a:lnTo>
                    <a:pt x="968499" y="462153"/>
                  </a:lnTo>
                  <a:lnTo>
                    <a:pt x="968593" y="459601"/>
                  </a:lnTo>
                  <a:lnTo>
                    <a:pt x="968664" y="457650"/>
                  </a:lnTo>
                  <a:lnTo>
                    <a:pt x="968755" y="455168"/>
                  </a:lnTo>
                  <a:close/>
                </a:path>
                <a:path w="2429509" h="560070">
                  <a:moveTo>
                    <a:pt x="909446" y="306578"/>
                  </a:moveTo>
                  <a:lnTo>
                    <a:pt x="726439" y="306578"/>
                  </a:lnTo>
                  <a:lnTo>
                    <a:pt x="770590" y="306837"/>
                  </a:lnTo>
                  <a:lnTo>
                    <a:pt x="815800" y="307609"/>
                  </a:lnTo>
                  <a:lnTo>
                    <a:pt x="909446" y="310642"/>
                  </a:lnTo>
                  <a:lnTo>
                    <a:pt x="909446" y="306578"/>
                  </a:lnTo>
                  <a:close/>
                </a:path>
                <a:path w="2429509" h="560070">
                  <a:moveTo>
                    <a:pt x="909446" y="225171"/>
                  </a:moveTo>
                  <a:lnTo>
                    <a:pt x="861439" y="227097"/>
                  </a:lnTo>
                  <a:lnTo>
                    <a:pt x="814943" y="228488"/>
                  </a:lnTo>
                  <a:lnTo>
                    <a:pt x="769947" y="229332"/>
                  </a:lnTo>
                  <a:lnTo>
                    <a:pt x="726439" y="229616"/>
                  </a:lnTo>
                  <a:lnTo>
                    <a:pt x="909446" y="229616"/>
                  </a:lnTo>
                  <a:lnTo>
                    <a:pt x="909446" y="225171"/>
                  </a:lnTo>
                  <a:close/>
                </a:path>
                <a:path w="2429509" h="560070">
                  <a:moveTo>
                    <a:pt x="945343" y="95377"/>
                  </a:moveTo>
                  <a:lnTo>
                    <a:pt x="722375" y="95377"/>
                  </a:lnTo>
                  <a:lnTo>
                    <a:pt x="773735" y="95783"/>
                  </a:lnTo>
                  <a:lnTo>
                    <a:pt x="827976" y="97012"/>
                  </a:lnTo>
                  <a:lnTo>
                    <a:pt x="885074" y="99073"/>
                  </a:lnTo>
                  <a:lnTo>
                    <a:pt x="945006" y="101981"/>
                  </a:lnTo>
                  <a:lnTo>
                    <a:pt x="945155" y="99073"/>
                  </a:lnTo>
                  <a:lnTo>
                    <a:pt x="945260" y="97012"/>
                  </a:lnTo>
                  <a:lnTo>
                    <a:pt x="945343" y="953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57750" y="3252724"/>
              <a:ext cx="2429510" cy="560070"/>
            </a:xfrm>
            <a:custGeom>
              <a:avLst/>
              <a:gdLst/>
              <a:ahLst/>
              <a:cxnLst/>
              <a:rect l="l" t="t" r="r" b="b"/>
              <a:pathLst>
                <a:path w="2429509" h="560070">
                  <a:moveTo>
                    <a:pt x="152653" y="91694"/>
                  </a:moveTo>
                  <a:lnTo>
                    <a:pt x="143005" y="91930"/>
                  </a:lnTo>
                  <a:lnTo>
                    <a:pt x="131762" y="92630"/>
                  </a:lnTo>
                  <a:lnTo>
                    <a:pt x="118899" y="93783"/>
                  </a:lnTo>
                  <a:lnTo>
                    <a:pt x="104393" y="95377"/>
                  </a:lnTo>
                  <a:lnTo>
                    <a:pt x="106154" y="136786"/>
                  </a:lnTo>
                  <a:lnTo>
                    <a:pt x="107426" y="179101"/>
                  </a:lnTo>
                  <a:lnTo>
                    <a:pt x="108198" y="222321"/>
                  </a:lnTo>
                  <a:lnTo>
                    <a:pt x="108457" y="266446"/>
                  </a:lnTo>
                  <a:lnTo>
                    <a:pt x="108717" y="315287"/>
                  </a:lnTo>
                  <a:lnTo>
                    <a:pt x="109489" y="363902"/>
                  </a:lnTo>
                  <a:lnTo>
                    <a:pt x="110761" y="412303"/>
                  </a:lnTo>
                  <a:lnTo>
                    <a:pt x="112521" y="460502"/>
                  </a:lnTo>
                  <a:lnTo>
                    <a:pt x="152419" y="465502"/>
                  </a:lnTo>
                  <a:lnTo>
                    <a:pt x="165734" y="465836"/>
                  </a:lnTo>
                  <a:lnTo>
                    <a:pt x="206882" y="462408"/>
                  </a:lnTo>
                  <a:lnTo>
                    <a:pt x="272033" y="435028"/>
                  </a:lnTo>
                  <a:lnTo>
                    <a:pt x="314612" y="382335"/>
                  </a:lnTo>
                  <a:lnTo>
                    <a:pt x="335809" y="315712"/>
                  </a:lnTo>
                  <a:lnTo>
                    <a:pt x="338454" y="277876"/>
                  </a:lnTo>
                  <a:lnTo>
                    <a:pt x="335595" y="240160"/>
                  </a:lnTo>
                  <a:lnTo>
                    <a:pt x="312683" y="173970"/>
                  </a:lnTo>
                  <a:lnTo>
                    <a:pt x="266650" y="121965"/>
                  </a:lnTo>
                  <a:lnTo>
                    <a:pt x="196685" y="95053"/>
                  </a:lnTo>
                  <a:lnTo>
                    <a:pt x="152653" y="91694"/>
                  </a:lnTo>
                  <a:close/>
                </a:path>
                <a:path w="2429509" h="560070">
                  <a:moveTo>
                    <a:pt x="2164206" y="88900"/>
                  </a:moveTo>
                  <a:lnTo>
                    <a:pt x="2108993" y="102266"/>
                  </a:lnTo>
                  <a:lnTo>
                    <a:pt x="2062733" y="142494"/>
                  </a:lnTo>
                  <a:lnTo>
                    <a:pt x="2031412" y="203136"/>
                  </a:lnTo>
                  <a:lnTo>
                    <a:pt x="2020951" y="277876"/>
                  </a:lnTo>
                  <a:lnTo>
                    <a:pt x="2023711" y="318474"/>
                  </a:lnTo>
                  <a:lnTo>
                    <a:pt x="2045757" y="387764"/>
                  </a:lnTo>
                  <a:lnTo>
                    <a:pt x="2088260" y="439842"/>
                  </a:lnTo>
                  <a:lnTo>
                    <a:pt x="2142172" y="466564"/>
                  </a:lnTo>
                  <a:lnTo>
                    <a:pt x="2172842" y="469900"/>
                  </a:lnTo>
                  <a:lnTo>
                    <a:pt x="2201610" y="466540"/>
                  </a:lnTo>
                  <a:lnTo>
                    <a:pt x="2252335" y="439628"/>
                  </a:lnTo>
                  <a:lnTo>
                    <a:pt x="2292578" y="387453"/>
                  </a:lnTo>
                  <a:lnTo>
                    <a:pt x="2313481" y="319825"/>
                  </a:lnTo>
                  <a:lnTo>
                    <a:pt x="2316098" y="280797"/>
                  </a:lnTo>
                  <a:lnTo>
                    <a:pt x="2313360" y="240053"/>
                  </a:lnTo>
                  <a:lnTo>
                    <a:pt x="2291453" y="170711"/>
                  </a:lnTo>
                  <a:lnTo>
                    <a:pt x="2249110" y="118796"/>
                  </a:lnTo>
                  <a:lnTo>
                    <a:pt x="2195095" y="92213"/>
                  </a:lnTo>
                  <a:lnTo>
                    <a:pt x="2164206" y="88900"/>
                  </a:lnTo>
                  <a:close/>
                </a:path>
                <a:path w="2429509" h="560070">
                  <a:moveTo>
                    <a:pt x="1176273" y="12319"/>
                  </a:moveTo>
                  <a:lnTo>
                    <a:pt x="1334642" y="12319"/>
                  </a:lnTo>
                  <a:lnTo>
                    <a:pt x="1337784" y="42160"/>
                  </a:lnTo>
                  <a:lnTo>
                    <a:pt x="1347200" y="85788"/>
                  </a:lnTo>
                  <a:lnTo>
                    <a:pt x="1362878" y="143228"/>
                  </a:lnTo>
                  <a:lnTo>
                    <a:pt x="1384807" y="214503"/>
                  </a:lnTo>
                  <a:lnTo>
                    <a:pt x="1406737" y="285656"/>
                  </a:lnTo>
                  <a:lnTo>
                    <a:pt x="1422415" y="342725"/>
                  </a:lnTo>
                  <a:lnTo>
                    <a:pt x="1431831" y="385720"/>
                  </a:lnTo>
                  <a:lnTo>
                    <a:pt x="1434972" y="414655"/>
                  </a:lnTo>
                  <a:lnTo>
                    <a:pt x="1441068" y="414655"/>
                  </a:lnTo>
                  <a:lnTo>
                    <a:pt x="1444640" y="385536"/>
                  </a:lnTo>
                  <a:lnTo>
                    <a:pt x="1455356" y="342392"/>
                  </a:lnTo>
                  <a:lnTo>
                    <a:pt x="1473215" y="285245"/>
                  </a:lnTo>
                  <a:lnTo>
                    <a:pt x="1498218" y="214122"/>
                  </a:lnTo>
                  <a:lnTo>
                    <a:pt x="1523148" y="142853"/>
                  </a:lnTo>
                  <a:lnTo>
                    <a:pt x="1540970" y="85455"/>
                  </a:lnTo>
                  <a:lnTo>
                    <a:pt x="1551672" y="41939"/>
                  </a:lnTo>
                  <a:lnTo>
                    <a:pt x="1555241" y="12319"/>
                  </a:lnTo>
                  <a:lnTo>
                    <a:pt x="1712467" y="12319"/>
                  </a:lnTo>
                  <a:lnTo>
                    <a:pt x="1714584" y="83570"/>
                  </a:lnTo>
                  <a:lnTo>
                    <a:pt x="1717230" y="130254"/>
                  </a:lnTo>
                  <a:lnTo>
                    <a:pt x="1720934" y="184314"/>
                  </a:lnTo>
                  <a:lnTo>
                    <a:pt x="1725697" y="245754"/>
                  </a:lnTo>
                  <a:lnTo>
                    <a:pt x="1731517" y="314579"/>
                  </a:lnTo>
                  <a:lnTo>
                    <a:pt x="1738362" y="393416"/>
                  </a:lnTo>
                  <a:lnTo>
                    <a:pt x="1743665" y="455892"/>
                  </a:lnTo>
                  <a:lnTo>
                    <a:pt x="1747437" y="502012"/>
                  </a:lnTo>
                  <a:lnTo>
                    <a:pt x="1749692" y="531783"/>
                  </a:lnTo>
                  <a:lnTo>
                    <a:pt x="1750440" y="545211"/>
                  </a:lnTo>
                  <a:lnTo>
                    <a:pt x="1631441" y="545211"/>
                  </a:lnTo>
                  <a:lnTo>
                    <a:pt x="1631092" y="513572"/>
                  </a:lnTo>
                  <a:lnTo>
                    <a:pt x="1630048" y="474284"/>
                  </a:lnTo>
                  <a:lnTo>
                    <a:pt x="1628314" y="427344"/>
                  </a:lnTo>
                  <a:lnTo>
                    <a:pt x="1625898" y="372755"/>
                  </a:lnTo>
                  <a:lnTo>
                    <a:pt x="1622805" y="310515"/>
                  </a:lnTo>
                  <a:lnTo>
                    <a:pt x="1619021" y="235696"/>
                  </a:lnTo>
                  <a:lnTo>
                    <a:pt x="1616249" y="176403"/>
                  </a:lnTo>
                  <a:lnTo>
                    <a:pt x="1614501" y="132635"/>
                  </a:lnTo>
                  <a:lnTo>
                    <a:pt x="1613788" y="104394"/>
                  </a:lnTo>
                  <a:lnTo>
                    <a:pt x="1607692" y="104394"/>
                  </a:lnTo>
                  <a:lnTo>
                    <a:pt x="1593905" y="164669"/>
                  </a:lnTo>
                  <a:lnTo>
                    <a:pt x="1575264" y="232328"/>
                  </a:lnTo>
                  <a:lnTo>
                    <a:pt x="1560671" y="277256"/>
                  </a:lnTo>
                  <a:lnTo>
                    <a:pt x="1542220" y="330019"/>
                  </a:lnTo>
                  <a:lnTo>
                    <a:pt x="1519935" y="390652"/>
                  </a:lnTo>
                  <a:lnTo>
                    <a:pt x="1498693" y="448752"/>
                  </a:lnTo>
                  <a:lnTo>
                    <a:pt x="1483534" y="493887"/>
                  </a:lnTo>
                  <a:lnTo>
                    <a:pt x="1474448" y="526043"/>
                  </a:lnTo>
                  <a:lnTo>
                    <a:pt x="1471421" y="545211"/>
                  </a:lnTo>
                  <a:lnTo>
                    <a:pt x="1380870" y="545211"/>
                  </a:lnTo>
                  <a:lnTo>
                    <a:pt x="1369266" y="493093"/>
                  </a:lnTo>
                  <a:lnTo>
                    <a:pt x="1354778" y="447645"/>
                  </a:lnTo>
                  <a:lnTo>
                    <a:pt x="1334515" y="389255"/>
                  </a:lnTo>
                  <a:lnTo>
                    <a:pt x="1313277" y="329247"/>
                  </a:lnTo>
                  <a:lnTo>
                    <a:pt x="1296050" y="278955"/>
                  </a:lnTo>
                  <a:lnTo>
                    <a:pt x="1282848" y="238379"/>
                  </a:lnTo>
                  <a:lnTo>
                    <a:pt x="1266896" y="181582"/>
                  </a:lnTo>
                  <a:lnTo>
                    <a:pt x="1255466" y="130044"/>
                  </a:lnTo>
                  <a:lnTo>
                    <a:pt x="1250822" y="104394"/>
                  </a:lnTo>
                  <a:lnTo>
                    <a:pt x="1244599" y="104394"/>
                  </a:lnTo>
                  <a:lnTo>
                    <a:pt x="1243836" y="137306"/>
                  </a:lnTo>
                  <a:lnTo>
                    <a:pt x="1241917" y="184816"/>
                  </a:lnTo>
                  <a:lnTo>
                    <a:pt x="1238831" y="246947"/>
                  </a:lnTo>
                  <a:lnTo>
                    <a:pt x="1234566" y="323723"/>
                  </a:lnTo>
                  <a:lnTo>
                    <a:pt x="1230399" y="400657"/>
                  </a:lnTo>
                  <a:lnTo>
                    <a:pt x="1227423" y="463232"/>
                  </a:lnTo>
                  <a:lnTo>
                    <a:pt x="1225637" y="511425"/>
                  </a:lnTo>
                  <a:lnTo>
                    <a:pt x="1225041" y="545211"/>
                  </a:lnTo>
                  <a:lnTo>
                    <a:pt x="1116964" y="545211"/>
                  </a:lnTo>
                  <a:lnTo>
                    <a:pt x="1121711" y="499931"/>
                  </a:lnTo>
                  <a:lnTo>
                    <a:pt x="1127636" y="450744"/>
                  </a:lnTo>
                  <a:lnTo>
                    <a:pt x="1135919" y="383841"/>
                  </a:lnTo>
                  <a:lnTo>
                    <a:pt x="1146555" y="299212"/>
                  </a:lnTo>
                  <a:lnTo>
                    <a:pt x="1155636" y="226314"/>
                  </a:lnTo>
                  <a:lnTo>
                    <a:pt x="1163065" y="163449"/>
                  </a:lnTo>
                  <a:lnTo>
                    <a:pt x="1168844" y="110617"/>
                  </a:lnTo>
                  <a:lnTo>
                    <a:pt x="1172971" y="67818"/>
                  </a:lnTo>
                  <a:lnTo>
                    <a:pt x="1175448" y="35052"/>
                  </a:lnTo>
                  <a:lnTo>
                    <a:pt x="1176273" y="12319"/>
                  </a:lnTo>
                  <a:close/>
                </a:path>
                <a:path w="2429509" h="560070">
                  <a:moveTo>
                    <a:pt x="617219" y="12319"/>
                  </a:moveTo>
                  <a:lnTo>
                    <a:pt x="949578" y="12319"/>
                  </a:lnTo>
                  <a:lnTo>
                    <a:pt x="945006" y="101981"/>
                  </a:lnTo>
                  <a:lnTo>
                    <a:pt x="885074" y="99073"/>
                  </a:lnTo>
                  <a:lnTo>
                    <a:pt x="827976" y="97012"/>
                  </a:lnTo>
                  <a:lnTo>
                    <a:pt x="773735" y="95783"/>
                  </a:lnTo>
                  <a:lnTo>
                    <a:pt x="722375" y="95377"/>
                  </a:lnTo>
                  <a:lnTo>
                    <a:pt x="724189" y="125120"/>
                  </a:lnTo>
                  <a:lnTo>
                    <a:pt x="725455" y="157400"/>
                  </a:lnTo>
                  <a:lnTo>
                    <a:pt x="726197" y="192228"/>
                  </a:lnTo>
                  <a:lnTo>
                    <a:pt x="726439" y="229616"/>
                  </a:lnTo>
                  <a:lnTo>
                    <a:pt x="769947" y="229332"/>
                  </a:lnTo>
                  <a:lnTo>
                    <a:pt x="814943" y="228488"/>
                  </a:lnTo>
                  <a:lnTo>
                    <a:pt x="861439" y="227097"/>
                  </a:lnTo>
                  <a:lnTo>
                    <a:pt x="909446" y="225171"/>
                  </a:lnTo>
                  <a:lnTo>
                    <a:pt x="909446" y="310642"/>
                  </a:lnTo>
                  <a:lnTo>
                    <a:pt x="862081" y="308881"/>
                  </a:lnTo>
                  <a:lnTo>
                    <a:pt x="815800" y="307609"/>
                  </a:lnTo>
                  <a:lnTo>
                    <a:pt x="770590" y="306837"/>
                  </a:lnTo>
                  <a:lnTo>
                    <a:pt x="726439" y="306578"/>
                  </a:lnTo>
                  <a:lnTo>
                    <a:pt x="726652" y="347442"/>
                  </a:lnTo>
                  <a:lnTo>
                    <a:pt x="727281" y="386984"/>
                  </a:lnTo>
                  <a:lnTo>
                    <a:pt x="728315" y="425217"/>
                  </a:lnTo>
                  <a:lnTo>
                    <a:pt x="729741" y="462153"/>
                  </a:lnTo>
                  <a:lnTo>
                    <a:pt x="775203" y="461865"/>
                  </a:lnTo>
                  <a:lnTo>
                    <a:pt x="821830" y="461011"/>
                  </a:lnTo>
                  <a:lnTo>
                    <a:pt x="869626" y="459601"/>
                  </a:lnTo>
                  <a:lnTo>
                    <a:pt x="918600" y="457650"/>
                  </a:lnTo>
                  <a:lnTo>
                    <a:pt x="968755" y="455168"/>
                  </a:lnTo>
                  <a:lnTo>
                    <a:pt x="965453" y="545211"/>
                  </a:lnTo>
                  <a:lnTo>
                    <a:pt x="617219" y="545211"/>
                  </a:lnTo>
                  <a:lnTo>
                    <a:pt x="619140" y="494493"/>
                  </a:lnTo>
                  <a:lnTo>
                    <a:pt x="620633" y="441251"/>
                  </a:lnTo>
                  <a:lnTo>
                    <a:pt x="621700" y="385492"/>
                  </a:lnTo>
                  <a:lnTo>
                    <a:pt x="622340" y="327222"/>
                  </a:lnTo>
                  <a:lnTo>
                    <a:pt x="622553" y="266446"/>
                  </a:lnTo>
                  <a:lnTo>
                    <a:pt x="622340" y="208610"/>
                  </a:lnTo>
                  <a:lnTo>
                    <a:pt x="621700" y="154279"/>
                  </a:lnTo>
                  <a:lnTo>
                    <a:pt x="620633" y="103454"/>
                  </a:lnTo>
                  <a:lnTo>
                    <a:pt x="619140" y="56134"/>
                  </a:lnTo>
                  <a:lnTo>
                    <a:pt x="617219" y="12319"/>
                  </a:lnTo>
                  <a:close/>
                </a:path>
                <a:path w="2429509" h="560070">
                  <a:moveTo>
                    <a:pt x="169417" y="9906"/>
                  </a:moveTo>
                  <a:lnTo>
                    <a:pt x="225288" y="12848"/>
                  </a:lnTo>
                  <a:lnTo>
                    <a:pt x="274643" y="21679"/>
                  </a:lnTo>
                  <a:lnTo>
                    <a:pt x="317486" y="36405"/>
                  </a:lnTo>
                  <a:lnTo>
                    <a:pt x="353826" y="57032"/>
                  </a:lnTo>
                  <a:lnTo>
                    <a:pt x="383666" y="83566"/>
                  </a:lnTo>
                  <a:lnTo>
                    <a:pt x="412763" y="122189"/>
                  </a:lnTo>
                  <a:lnTo>
                    <a:pt x="433562" y="164528"/>
                  </a:lnTo>
                  <a:lnTo>
                    <a:pt x="446049" y="210581"/>
                  </a:lnTo>
                  <a:lnTo>
                    <a:pt x="450214" y="260350"/>
                  </a:lnTo>
                  <a:lnTo>
                    <a:pt x="445549" y="316616"/>
                  </a:lnTo>
                  <a:lnTo>
                    <a:pt x="431561" y="369204"/>
                  </a:lnTo>
                  <a:lnTo>
                    <a:pt x="408263" y="418101"/>
                  </a:lnTo>
                  <a:lnTo>
                    <a:pt x="375665" y="463296"/>
                  </a:lnTo>
                  <a:lnTo>
                    <a:pt x="343480" y="494568"/>
                  </a:lnTo>
                  <a:lnTo>
                    <a:pt x="306515" y="518891"/>
                  </a:lnTo>
                  <a:lnTo>
                    <a:pt x="264776" y="536265"/>
                  </a:lnTo>
                  <a:lnTo>
                    <a:pt x="218271" y="546689"/>
                  </a:lnTo>
                  <a:lnTo>
                    <a:pt x="167004" y="550164"/>
                  </a:lnTo>
                  <a:lnTo>
                    <a:pt x="133838" y="549854"/>
                  </a:lnTo>
                  <a:lnTo>
                    <a:pt x="94932" y="548925"/>
                  </a:lnTo>
                  <a:lnTo>
                    <a:pt x="50311" y="547377"/>
                  </a:lnTo>
                  <a:lnTo>
                    <a:pt x="0" y="545211"/>
                  </a:lnTo>
                  <a:lnTo>
                    <a:pt x="1920" y="494493"/>
                  </a:lnTo>
                  <a:lnTo>
                    <a:pt x="3413" y="441251"/>
                  </a:lnTo>
                  <a:lnTo>
                    <a:pt x="4480" y="385492"/>
                  </a:lnTo>
                  <a:lnTo>
                    <a:pt x="5120" y="327222"/>
                  </a:lnTo>
                  <a:lnTo>
                    <a:pt x="5333" y="266446"/>
                  </a:lnTo>
                  <a:lnTo>
                    <a:pt x="5120" y="208610"/>
                  </a:lnTo>
                  <a:lnTo>
                    <a:pt x="4480" y="154279"/>
                  </a:lnTo>
                  <a:lnTo>
                    <a:pt x="3413" y="103454"/>
                  </a:lnTo>
                  <a:lnTo>
                    <a:pt x="1920" y="56134"/>
                  </a:lnTo>
                  <a:lnTo>
                    <a:pt x="0" y="12319"/>
                  </a:lnTo>
                  <a:lnTo>
                    <a:pt x="71627" y="12319"/>
                  </a:lnTo>
                  <a:lnTo>
                    <a:pt x="81482" y="12245"/>
                  </a:lnTo>
                  <a:lnTo>
                    <a:pt x="93503" y="12017"/>
                  </a:lnTo>
                  <a:lnTo>
                    <a:pt x="107668" y="11622"/>
                  </a:lnTo>
                  <a:lnTo>
                    <a:pt x="123951" y="11049"/>
                  </a:lnTo>
                  <a:lnTo>
                    <a:pt x="139860" y="10548"/>
                  </a:lnTo>
                  <a:lnTo>
                    <a:pt x="152733" y="10191"/>
                  </a:lnTo>
                  <a:lnTo>
                    <a:pt x="162581" y="9977"/>
                  </a:lnTo>
                  <a:lnTo>
                    <a:pt x="169417" y="9906"/>
                  </a:lnTo>
                  <a:close/>
                </a:path>
                <a:path w="2429509" h="560070">
                  <a:moveTo>
                    <a:pt x="2175255" y="0"/>
                  </a:moveTo>
                  <a:lnTo>
                    <a:pt x="2227072" y="4736"/>
                  </a:lnTo>
                  <a:lnTo>
                    <a:pt x="2274506" y="18938"/>
                  </a:lnTo>
                  <a:lnTo>
                    <a:pt x="2317559" y="42594"/>
                  </a:lnTo>
                  <a:lnTo>
                    <a:pt x="2356230" y="75692"/>
                  </a:lnTo>
                  <a:lnTo>
                    <a:pt x="2388068" y="116199"/>
                  </a:lnTo>
                  <a:lnTo>
                    <a:pt x="2410809" y="161909"/>
                  </a:lnTo>
                  <a:lnTo>
                    <a:pt x="2424453" y="212834"/>
                  </a:lnTo>
                  <a:lnTo>
                    <a:pt x="2429002" y="268986"/>
                  </a:lnTo>
                  <a:lnTo>
                    <a:pt x="2425923" y="317493"/>
                  </a:lnTo>
                  <a:lnTo>
                    <a:pt x="2416688" y="362581"/>
                  </a:lnTo>
                  <a:lnTo>
                    <a:pt x="2401295" y="404244"/>
                  </a:lnTo>
                  <a:lnTo>
                    <a:pt x="2379746" y="442474"/>
                  </a:lnTo>
                  <a:lnTo>
                    <a:pt x="2352040" y="477266"/>
                  </a:lnTo>
                  <a:lnTo>
                    <a:pt x="2311348" y="513437"/>
                  </a:lnTo>
                  <a:lnTo>
                    <a:pt x="2266061" y="539273"/>
                  </a:lnTo>
                  <a:lnTo>
                    <a:pt x="2216201" y="554775"/>
                  </a:lnTo>
                  <a:lnTo>
                    <a:pt x="2161793" y="559943"/>
                  </a:lnTo>
                  <a:lnTo>
                    <a:pt x="2109979" y="555202"/>
                  </a:lnTo>
                  <a:lnTo>
                    <a:pt x="2062559" y="540972"/>
                  </a:lnTo>
                  <a:lnTo>
                    <a:pt x="2019544" y="517241"/>
                  </a:lnTo>
                  <a:lnTo>
                    <a:pt x="1980945" y="483997"/>
                  </a:lnTo>
                  <a:lnTo>
                    <a:pt x="1949035" y="443495"/>
                  </a:lnTo>
                  <a:lnTo>
                    <a:pt x="1926256" y="397827"/>
                  </a:lnTo>
                  <a:lnTo>
                    <a:pt x="1912598" y="347015"/>
                  </a:lnTo>
                  <a:lnTo>
                    <a:pt x="1908047" y="291084"/>
                  </a:lnTo>
                  <a:lnTo>
                    <a:pt x="1911126" y="242514"/>
                  </a:lnTo>
                  <a:lnTo>
                    <a:pt x="1920361" y="197388"/>
                  </a:lnTo>
                  <a:lnTo>
                    <a:pt x="1935754" y="155707"/>
                  </a:lnTo>
                  <a:lnTo>
                    <a:pt x="1957303" y="117469"/>
                  </a:lnTo>
                  <a:lnTo>
                    <a:pt x="1985009" y="82677"/>
                  </a:lnTo>
                  <a:lnTo>
                    <a:pt x="2025755" y="46505"/>
                  </a:lnTo>
                  <a:lnTo>
                    <a:pt x="2071036" y="20669"/>
                  </a:lnTo>
                  <a:lnTo>
                    <a:pt x="2120866" y="5167"/>
                  </a:lnTo>
                  <a:lnTo>
                    <a:pt x="2175255" y="0"/>
                  </a:lnTo>
                  <a:close/>
                </a:path>
              </a:pathLst>
            </a:custGeom>
            <a:ln w="6096">
              <a:solidFill>
                <a:srgbClr val="4584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3E17859-C5F0-476F-A082-A4CB8841D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375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5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00"/>
            <a:r>
              <a:rPr lang="en-US" spc="-55"/>
              <a:t>II.</a:t>
            </a:r>
            <a:r>
              <a:rPr lang="en-US" spc="-250"/>
              <a:t> </a:t>
            </a:r>
            <a:r>
              <a:rPr lang="en-US" spc="-55"/>
              <a:t>Filtering</a:t>
            </a:r>
            <a:r>
              <a:rPr lang="en-US" spc="-260"/>
              <a:t> </a:t>
            </a:r>
            <a:r>
              <a:rPr lang="en-US" spc="-20"/>
              <a:t>Pattern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8126F5-1393-1E50-CB4C-3C158C2EB7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273" r="1976" b="-1"/>
          <a:stretch>
            <a:fillRect/>
          </a:stretch>
        </p:blipFill>
        <p:spPr>
          <a:xfrm>
            <a:off x="6848918" y="1771078"/>
            <a:ext cx="4504881" cy="4504881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12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980527" y="1929807"/>
            <a:ext cx="4556632" cy="455663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00988" y="1969050"/>
            <a:ext cx="666675" cy="64859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E6B0FBF6-8825-3D27-25CD-7442945C83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1451826"/>
              </p:ext>
            </p:extLst>
          </p:nvPr>
        </p:nvGraphicFramePr>
        <p:xfrm>
          <a:off x="838200" y="1553871"/>
          <a:ext cx="6324600" cy="46230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  <a:prstGeom prst="rect">
            <a:avLst/>
          </a:prstGeom>
        </p:spPr>
        <p:txBody>
          <a:bodyPr vert="horz" lIns="0" tIns="13335" rIns="0" bIns="0" rtlCol="0">
            <a:normAutofit/>
          </a:bodyPr>
          <a:lstStyle/>
          <a:p>
            <a:pPr marL="2503170">
              <a:spcBef>
                <a:spcPts val="105"/>
              </a:spcBef>
            </a:pPr>
            <a:r>
              <a:rPr spc="-45" dirty="0"/>
              <a:t>Filtering</a:t>
            </a:r>
            <a:endParaRPr lang="en-US" spc="-45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17B083-D446-E21C-07B6-7C39BE5119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750"/>
          <a:stretch>
            <a:fillRect/>
          </a:stretch>
        </p:blipFill>
        <p:spPr>
          <a:xfrm>
            <a:off x="6374920" y="758514"/>
            <a:ext cx="512223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12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4162C41C-287D-5CD9-9119-23F95918DB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9707186"/>
              </p:ext>
            </p:extLst>
          </p:nvPr>
        </p:nvGraphicFramePr>
        <p:xfrm>
          <a:off x="838200" y="1371600"/>
          <a:ext cx="5791200" cy="4805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503170"/>
            <a:r>
              <a:rPr lang="en-US" sz="4000" spc="-45"/>
              <a:t>Filtering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/>
          <p:nvPr/>
        </p:nvSpPr>
        <p:spPr>
          <a:xfrm>
            <a:off x="590719" y="2330505"/>
            <a:ext cx="4559425" cy="39795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indent="-228600">
              <a:lnSpc>
                <a:spcPct val="90000"/>
              </a:lnSpc>
              <a:spcBef>
                <a:spcPts val="894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000" spc="-50"/>
              <a:t>∗</a:t>
            </a:r>
            <a:r>
              <a:rPr lang="en-US" sz="2000"/>
              <a:t>	</a:t>
            </a:r>
            <a:r>
              <a:rPr lang="en-US" sz="2000" spc="-114"/>
              <a:t>The</a:t>
            </a:r>
            <a:r>
              <a:rPr lang="en-US" sz="2000" spc="-110"/>
              <a:t> </a:t>
            </a:r>
            <a:r>
              <a:rPr lang="en-US" sz="2000" spc="-10"/>
              <a:t>Mapper</a:t>
            </a:r>
            <a:endParaRPr lang="en-US" sz="2000"/>
          </a:p>
          <a:p>
            <a:pPr marL="588645" marR="5080" indent="-228600">
              <a:lnSpc>
                <a:spcPct val="90000"/>
              </a:lnSpc>
              <a:spcBef>
                <a:spcPts val="63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000" spc="-50"/>
              <a:t>∗</a:t>
            </a:r>
            <a:r>
              <a:rPr lang="en-US" sz="2000"/>
              <a:t>	</a:t>
            </a:r>
            <a:r>
              <a:rPr lang="en-US" sz="2000" spc="-70"/>
              <a:t>Consider </a:t>
            </a:r>
            <a:r>
              <a:rPr lang="en-US" sz="2000" spc="-80"/>
              <a:t>an</a:t>
            </a:r>
            <a:r>
              <a:rPr lang="en-US" sz="2000" spc="-75"/>
              <a:t> </a:t>
            </a:r>
            <a:r>
              <a:rPr lang="en-US" sz="2000" spc="-30"/>
              <a:t>evaluation</a:t>
            </a:r>
            <a:r>
              <a:rPr lang="en-US" sz="2000" spc="-40"/>
              <a:t> </a:t>
            </a:r>
            <a:r>
              <a:rPr lang="en-US" sz="2000"/>
              <a:t>function</a:t>
            </a:r>
            <a:r>
              <a:rPr lang="en-US" sz="2000" spc="-65"/>
              <a:t> </a:t>
            </a:r>
            <a:r>
              <a:rPr lang="en-US" sz="2000" spc="90"/>
              <a:t>f</a:t>
            </a:r>
            <a:r>
              <a:rPr lang="en-US" sz="2000" spc="-85"/>
              <a:t> </a:t>
            </a:r>
            <a:r>
              <a:rPr lang="en-US" sz="2000" spc="-20"/>
              <a:t>that </a:t>
            </a:r>
            <a:r>
              <a:rPr lang="en-US" sz="2000" spc="-55"/>
              <a:t>takes </a:t>
            </a:r>
            <a:r>
              <a:rPr lang="en-US" sz="2000" spc="-114"/>
              <a:t>a</a:t>
            </a:r>
            <a:r>
              <a:rPr lang="en-US" sz="2000" spc="-70"/>
              <a:t> </a:t>
            </a:r>
            <a:r>
              <a:rPr lang="en-US" sz="2000" spc="-25"/>
              <a:t>record</a:t>
            </a:r>
            <a:r>
              <a:rPr lang="en-US" sz="2000" spc="-55"/>
              <a:t> </a:t>
            </a:r>
            <a:r>
              <a:rPr lang="en-US" sz="2000" spc="-60"/>
              <a:t>and</a:t>
            </a:r>
            <a:r>
              <a:rPr lang="en-US" sz="2000" spc="-75"/>
              <a:t> </a:t>
            </a:r>
            <a:r>
              <a:rPr lang="en-US" sz="2000" spc="-25"/>
              <a:t>returns</a:t>
            </a:r>
            <a:r>
              <a:rPr lang="en-US" sz="2000" spc="-70"/>
              <a:t> </a:t>
            </a:r>
            <a:r>
              <a:rPr lang="en-US" sz="2000" spc="-114"/>
              <a:t>a</a:t>
            </a:r>
            <a:r>
              <a:rPr lang="en-US" sz="2000" spc="-65"/>
              <a:t> </a:t>
            </a:r>
            <a:r>
              <a:rPr lang="en-US" sz="2000" spc="-10"/>
              <a:t>Boolean </a:t>
            </a:r>
            <a:r>
              <a:rPr lang="en-US" sz="2000" spc="-50"/>
              <a:t>value</a:t>
            </a:r>
            <a:r>
              <a:rPr lang="en-US" sz="2000" spc="-40"/>
              <a:t> </a:t>
            </a:r>
            <a:r>
              <a:rPr lang="en-US" sz="2000"/>
              <a:t>of</a:t>
            </a:r>
            <a:r>
              <a:rPr lang="en-US" sz="2000" spc="-60"/>
              <a:t> </a:t>
            </a:r>
            <a:r>
              <a:rPr lang="en-US" sz="2000"/>
              <a:t>true</a:t>
            </a:r>
            <a:r>
              <a:rPr lang="en-US" sz="2000" spc="-55"/>
              <a:t> </a:t>
            </a:r>
            <a:r>
              <a:rPr lang="en-US" sz="2000"/>
              <a:t>or</a:t>
            </a:r>
            <a:r>
              <a:rPr lang="en-US" sz="2000" spc="-65"/>
              <a:t> </a:t>
            </a:r>
            <a:r>
              <a:rPr lang="en-US" sz="2000" spc="-45"/>
              <a:t>false.</a:t>
            </a:r>
            <a:r>
              <a:rPr lang="en-US" sz="2000" spc="-50"/>
              <a:t> </a:t>
            </a:r>
            <a:r>
              <a:rPr lang="en-US" sz="2000"/>
              <a:t>If</a:t>
            </a:r>
            <a:r>
              <a:rPr lang="en-US" sz="2000" spc="-85"/>
              <a:t> </a:t>
            </a:r>
            <a:r>
              <a:rPr lang="en-US" sz="2000" spc="-10"/>
              <a:t>this</a:t>
            </a:r>
            <a:r>
              <a:rPr lang="en-US" sz="2000" spc="-50"/>
              <a:t> </a:t>
            </a:r>
            <a:r>
              <a:rPr lang="en-US" sz="2000" spc="-10"/>
              <a:t>function </a:t>
            </a:r>
            <a:r>
              <a:rPr lang="en-US" sz="2000" spc="-20"/>
              <a:t>returns</a:t>
            </a:r>
            <a:r>
              <a:rPr lang="en-US" sz="2000" spc="-65"/>
              <a:t> </a:t>
            </a:r>
            <a:r>
              <a:rPr lang="en-US" sz="2000" spc="-10"/>
              <a:t>true,</a:t>
            </a:r>
            <a:r>
              <a:rPr lang="en-US" sz="2000" spc="-80"/>
              <a:t> </a:t>
            </a:r>
            <a:r>
              <a:rPr lang="en-US" sz="2000" spc="-50"/>
              <a:t>keep </a:t>
            </a:r>
            <a:r>
              <a:rPr lang="en-US" sz="2000"/>
              <a:t>the</a:t>
            </a:r>
            <a:r>
              <a:rPr lang="en-US" sz="2000" spc="-85"/>
              <a:t> </a:t>
            </a:r>
            <a:r>
              <a:rPr lang="en-US" sz="2000" spc="-30"/>
              <a:t>record;</a:t>
            </a:r>
            <a:r>
              <a:rPr lang="en-US" sz="2000" spc="-55"/>
              <a:t> </a:t>
            </a:r>
            <a:r>
              <a:rPr lang="en-US" sz="2000" spc="-10"/>
              <a:t>otherwise, </a:t>
            </a:r>
            <a:r>
              <a:rPr lang="en-US" sz="2000" spc="-45"/>
              <a:t>toss</a:t>
            </a:r>
            <a:r>
              <a:rPr lang="en-US" sz="2000" spc="-60"/>
              <a:t> </a:t>
            </a:r>
            <a:r>
              <a:rPr lang="en-US" sz="2000" spc="60"/>
              <a:t>it</a:t>
            </a:r>
            <a:r>
              <a:rPr lang="en-US" sz="2000" spc="-85"/>
              <a:t> </a:t>
            </a:r>
            <a:r>
              <a:rPr lang="en-US" sz="2000" spc="-25"/>
              <a:t>out</a:t>
            </a:r>
            <a:endParaRPr lang="en-US" sz="2000"/>
          </a:p>
          <a:p>
            <a:pPr marL="12700" indent="-228600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000" spc="-50"/>
              <a:t>∗</a:t>
            </a:r>
            <a:r>
              <a:rPr lang="en-US" sz="2000"/>
              <a:t>	</a:t>
            </a:r>
            <a:r>
              <a:rPr lang="en-US" sz="2000" spc="-114"/>
              <a:t>The </a:t>
            </a:r>
            <a:r>
              <a:rPr lang="en-US" sz="2000" spc="-10"/>
              <a:t>Reducer</a:t>
            </a:r>
            <a:endParaRPr lang="en-US" sz="2000"/>
          </a:p>
          <a:p>
            <a:pPr marL="314325" indent="-228600">
              <a:lnSpc>
                <a:spcPct val="90000"/>
              </a:lnSpc>
              <a:spcBef>
                <a:spcPts val="63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000" spc="-50"/>
              <a:t>∗</a:t>
            </a:r>
            <a:r>
              <a:rPr lang="en-US" sz="2000"/>
              <a:t>	</a:t>
            </a:r>
            <a:r>
              <a:rPr lang="en-US" sz="2000" spc="-45"/>
              <a:t>No</a:t>
            </a:r>
            <a:r>
              <a:rPr lang="en-US" sz="2000" spc="-80"/>
              <a:t> </a:t>
            </a:r>
            <a:r>
              <a:rPr lang="en-US" sz="2000" spc="-10"/>
              <a:t>reducer</a:t>
            </a:r>
            <a:endParaRPr lang="en-US" sz="20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rcRect l="18780" r="22419"/>
          <a:stretch>
            <a:fillRect/>
          </a:stretch>
        </p:blipFill>
        <p:spPr>
          <a:xfrm>
            <a:off x="5471190" y="799352"/>
            <a:ext cx="5425410" cy="525929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2503170"/>
            <a:r>
              <a:rPr lang="en-US" sz="3400" spc="-45"/>
              <a:t>Filtering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693B01-5056-324C-6755-BAB0A89FE8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026" r="15223" b="-1"/>
          <a:stretch>
            <a:fillRect/>
          </a:stretch>
        </p:blipFill>
        <p:spPr>
          <a:xfrm>
            <a:off x="5830374" y="625683"/>
            <a:ext cx="5551308" cy="5551280"/>
          </a:xfrm>
          <a:prstGeom prst="rect">
            <a:avLst/>
          </a:prstGeom>
        </p:spPr>
      </p:pic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F09D529D-C4B3-4F2A-1B27-6E4471C3E2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8393345"/>
              </p:ext>
            </p:extLst>
          </p:nvPr>
        </p:nvGraphicFramePr>
        <p:xfrm>
          <a:off x="411480" y="2510108"/>
          <a:ext cx="5418894" cy="36668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04A8AE1-9605-41DC-920F-A4B8E8F23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790889" flipH="1">
            <a:off x="715850" y="795372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8200" y="1461360"/>
            <a:ext cx="5536397" cy="39352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2700" indent="-228600">
              <a:lnSpc>
                <a:spcPct val="90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pc="-50"/>
              <a:t>∗</a:t>
            </a:r>
            <a:r>
              <a:rPr lang="en-US"/>
              <a:t>	</a:t>
            </a:r>
            <a:r>
              <a:rPr lang="en-US" spc="-20"/>
              <a:t>Resemblances</a:t>
            </a:r>
            <a:endParaRPr lang="en-US"/>
          </a:p>
          <a:p>
            <a:pPr marL="333375" indent="-228600">
              <a:lnSpc>
                <a:spcPct val="90000"/>
              </a:lnSpc>
              <a:spcBef>
                <a:spcPts val="1575"/>
              </a:spcBef>
              <a:buFont typeface="Arial" panose="020B0604020202020204" pitchFamily="34" charset="0"/>
              <a:buChar char="•"/>
            </a:pPr>
            <a:r>
              <a:rPr lang="en-US" b="1" spc="-254"/>
              <a:t>SELECT</a:t>
            </a:r>
            <a:r>
              <a:rPr lang="en-US" b="1" spc="-95"/>
              <a:t> </a:t>
            </a:r>
            <a:r>
              <a:rPr lang="en-US" b="1" spc="200"/>
              <a:t>*</a:t>
            </a:r>
            <a:r>
              <a:rPr lang="en-US" b="1" spc="-100"/>
              <a:t> </a:t>
            </a:r>
            <a:r>
              <a:rPr lang="en-US" b="1" spc="-135"/>
              <a:t>FROM</a:t>
            </a:r>
            <a:r>
              <a:rPr lang="en-US" b="1" spc="-90"/>
              <a:t> </a:t>
            </a:r>
            <a:r>
              <a:rPr lang="en-US" b="1" spc="-75"/>
              <a:t>table</a:t>
            </a:r>
            <a:r>
              <a:rPr lang="en-US" b="1" spc="-95"/>
              <a:t> </a:t>
            </a:r>
            <a:r>
              <a:rPr lang="en-US" b="1" spc="-190"/>
              <a:t>WHERE</a:t>
            </a:r>
            <a:r>
              <a:rPr lang="en-US" b="1" spc="-75"/>
              <a:t> </a:t>
            </a:r>
            <a:r>
              <a:rPr lang="en-US" spc="-65"/>
              <a:t>value</a:t>
            </a:r>
            <a:r>
              <a:rPr lang="en-US" spc="-105"/>
              <a:t> </a:t>
            </a:r>
            <a:r>
              <a:rPr lang="en-US" b="1" spc="-155"/>
              <a:t>&lt;</a:t>
            </a:r>
            <a:r>
              <a:rPr lang="en-US" b="1" spc="-85"/>
              <a:t> </a:t>
            </a:r>
            <a:r>
              <a:rPr lang="en-US" b="1" spc="-25"/>
              <a:t>3;</a:t>
            </a:r>
            <a:endParaRPr lang="en-US"/>
          </a:p>
          <a:p>
            <a:pPr indent="-228600">
              <a:lnSpc>
                <a:spcPct val="90000"/>
              </a:lnSpc>
              <a:spcBef>
                <a:spcPts val="434"/>
              </a:spcBef>
              <a:buFont typeface="Arial" panose="020B0604020202020204" pitchFamily="34" charset="0"/>
              <a:buChar char="•"/>
            </a:pPr>
            <a:endParaRPr lang="en-US"/>
          </a:p>
          <a:p>
            <a:pPr marL="12700" indent="-22860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pc="-50"/>
              <a:t>∗</a:t>
            </a:r>
            <a:r>
              <a:rPr lang="en-US"/>
              <a:t>	</a:t>
            </a:r>
            <a:r>
              <a:rPr lang="en-US" spc="-55"/>
              <a:t>Performance</a:t>
            </a:r>
            <a:r>
              <a:rPr lang="en-US" spc="-40"/>
              <a:t> </a:t>
            </a:r>
            <a:r>
              <a:rPr lang="en-US" spc="-10"/>
              <a:t>Analysis</a:t>
            </a:r>
            <a:endParaRPr lang="en-US"/>
          </a:p>
          <a:p>
            <a:pPr marL="314325" indent="-228600">
              <a:lnSpc>
                <a:spcPct val="90000"/>
              </a:lnSpc>
              <a:spcBef>
                <a:spcPts val="409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pc="-50"/>
              <a:t>∗</a:t>
            </a:r>
            <a:r>
              <a:rPr lang="en-US"/>
              <a:t>	</a:t>
            </a:r>
            <a:r>
              <a:rPr lang="en-US" spc="-120"/>
              <a:t>NO</a:t>
            </a:r>
            <a:r>
              <a:rPr lang="en-US" spc="-100"/>
              <a:t> </a:t>
            </a:r>
            <a:r>
              <a:rPr lang="en-US" spc="-10"/>
              <a:t>reducers</a:t>
            </a:r>
            <a:endParaRPr lang="en-US"/>
          </a:p>
          <a:p>
            <a:pPr marL="314325" indent="-228600">
              <a:lnSpc>
                <a:spcPct val="90000"/>
              </a:lnSpc>
              <a:spcBef>
                <a:spcPts val="38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pc="-50"/>
              <a:t>∗</a:t>
            </a:r>
            <a:r>
              <a:rPr lang="en-US"/>
              <a:t>	</a:t>
            </a:r>
            <a:r>
              <a:rPr lang="en-US" spc="-60"/>
              <a:t>Data</a:t>
            </a:r>
            <a:r>
              <a:rPr lang="en-US" spc="-65"/>
              <a:t> </a:t>
            </a:r>
            <a:r>
              <a:rPr lang="en-US" spc="-45"/>
              <a:t>never</a:t>
            </a:r>
            <a:r>
              <a:rPr lang="en-US" spc="-65"/>
              <a:t> </a:t>
            </a:r>
            <a:r>
              <a:rPr lang="en-US" spc="-105"/>
              <a:t>has</a:t>
            </a:r>
            <a:r>
              <a:rPr lang="en-US" spc="-70"/>
              <a:t> </a:t>
            </a:r>
            <a:r>
              <a:rPr lang="en-US" spc="60"/>
              <a:t>to</a:t>
            </a:r>
            <a:r>
              <a:rPr lang="en-US" spc="-70"/>
              <a:t> </a:t>
            </a:r>
            <a:r>
              <a:rPr lang="en-US" spc="-45"/>
              <a:t>be</a:t>
            </a:r>
            <a:r>
              <a:rPr lang="en-US" spc="-80"/>
              <a:t> </a:t>
            </a:r>
            <a:r>
              <a:rPr lang="en-US" spc="-10"/>
              <a:t>transmitted</a:t>
            </a:r>
            <a:r>
              <a:rPr lang="en-US" spc="-80"/>
              <a:t> </a:t>
            </a:r>
            <a:r>
              <a:rPr lang="en-US" spc="-10"/>
              <a:t>between</a:t>
            </a:r>
            <a:r>
              <a:rPr lang="en-US" spc="-55"/>
              <a:t> </a:t>
            </a:r>
            <a:r>
              <a:rPr lang="en-US"/>
              <a:t>the</a:t>
            </a:r>
            <a:r>
              <a:rPr lang="en-US" spc="-85"/>
              <a:t> </a:t>
            </a:r>
            <a:r>
              <a:rPr lang="en-US" spc="-50"/>
              <a:t>map</a:t>
            </a:r>
            <a:r>
              <a:rPr lang="en-US" spc="-70"/>
              <a:t> </a:t>
            </a:r>
            <a:r>
              <a:rPr lang="en-US" spc="-60"/>
              <a:t>and</a:t>
            </a:r>
            <a:r>
              <a:rPr lang="en-US" spc="-80"/>
              <a:t> </a:t>
            </a:r>
            <a:r>
              <a:rPr lang="en-US" spc="-55"/>
              <a:t>reduce </a:t>
            </a:r>
            <a:r>
              <a:rPr lang="en-US" spc="-10"/>
              <a:t>phase.</a:t>
            </a:r>
            <a:endParaRPr lang="en-US"/>
          </a:p>
          <a:p>
            <a:pPr marL="314325" indent="-228600">
              <a:lnSpc>
                <a:spcPct val="90000"/>
              </a:lnSpc>
              <a:spcBef>
                <a:spcPts val="39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pc="-50"/>
              <a:t>∗</a:t>
            </a:r>
            <a:r>
              <a:rPr lang="en-US"/>
              <a:t>	Most</a:t>
            </a:r>
            <a:r>
              <a:rPr lang="en-US" spc="-55"/>
              <a:t> </a:t>
            </a:r>
            <a:r>
              <a:rPr lang="en-US"/>
              <a:t>of</a:t>
            </a:r>
            <a:r>
              <a:rPr lang="en-US" spc="-55"/>
              <a:t> </a:t>
            </a:r>
            <a:r>
              <a:rPr lang="en-US"/>
              <a:t>the</a:t>
            </a:r>
            <a:r>
              <a:rPr lang="en-US" spc="-60"/>
              <a:t> map tasks</a:t>
            </a:r>
            <a:r>
              <a:rPr lang="en-US" spc="-35"/>
              <a:t> </a:t>
            </a:r>
            <a:r>
              <a:rPr lang="en-US"/>
              <a:t>pull</a:t>
            </a:r>
            <a:r>
              <a:rPr lang="en-US" spc="-60"/>
              <a:t> </a:t>
            </a:r>
            <a:r>
              <a:rPr lang="en-US" spc="-30"/>
              <a:t>data</a:t>
            </a:r>
            <a:r>
              <a:rPr lang="en-US" spc="-60"/>
              <a:t> </a:t>
            </a:r>
            <a:r>
              <a:rPr lang="en-US" spc="55"/>
              <a:t>off</a:t>
            </a:r>
            <a:r>
              <a:rPr lang="en-US" spc="-55"/>
              <a:t> </a:t>
            </a:r>
            <a:r>
              <a:rPr lang="en-US"/>
              <a:t>of</a:t>
            </a:r>
            <a:r>
              <a:rPr lang="en-US" spc="-60"/>
              <a:t> </a:t>
            </a:r>
            <a:r>
              <a:rPr lang="en-US"/>
              <a:t>their</a:t>
            </a:r>
            <a:r>
              <a:rPr lang="en-US" spc="-55"/>
              <a:t> </a:t>
            </a:r>
            <a:r>
              <a:rPr lang="en-US" spc="-35"/>
              <a:t>locally</a:t>
            </a:r>
            <a:r>
              <a:rPr lang="en-US" spc="-25"/>
              <a:t> </a:t>
            </a:r>
            <a:r>
              <a:rPr lang="en-US" spc="-30"/>
              <a:t>attached</a:t>
            </a:r>
            <a:r>
              <a:rPr lang="en-US" spc="-50"/>
              <a:t> </a:t>
            </a:r>
            <a:r>
              <a:rPr lang="en-US" spc="-75"/>
              <a:t>disks</a:t>
            </a:r>
            <a:r>
              <a:rPr lang="en-US" spc="-35"/>
              <a:t> </a:t>
            </a:r>
            <a:r>
              <a:rPr lang="en-US" spc="-65"/>
              <a:t>and</a:t>
            </a:r>
            <a:r>
              <a:rPr lang="en-US" spc="-80"/>
              <a:t> </a:t>
            </a:r>
            <a:r>
              <a:rPr lang="en-US"/>
              <a:t>then</a:t>
            </a:r>
            <a:r>
              <a:rPr lang="en-US" spc="-55"/>
              <a:t> </a:t>
            </a:r>
            <a:r>
              <a:rPr lang="en-US"/>
              <a:t>write</a:t>
            </a:r>
            <a:r>
              <a:rPr lang="en-US" spc="-60"/>
              <a:t> </a:t>
            </a:r>
            <a:r>
              <a:rPr lang="en-US" spc="-65"/>
              <a:t>back</a:t>
            </a:r>
            <a:r>
              <a:rPr lang="en-US" spc="-55"/>
              <a:t> </a:t>
            </a:r>
            <a:r>
              <a:rPr lang="en-US"/>
              <a:t>out</a:t>
            </a:r>
            <a:r>
              <a:rPr lang="en-US" spc="-45"/>
              <a:t> </a:t>
            </a:r>
            <a:r>
              <a:rPr lang="en-US" spc="60"/>
              <a:t>to</a:t>
            </a:r>
            <a:r>
              <a:rPr lang="en-US" spc="-45"/>
              <a:t> </a:t>
            </a:r>
            <a:r>
              <a:rPr lang="en-US"/>
              <a:t>that</a:t>
            </a:r>
            <a:r>
              <a:rPr lang="en-US" spc="-70"/>
              <a:t> </a:t>
            </a:r>
            <a:r>
              <a:rPr lang="en-US" spc="-10"/>
              <a:t>node.</a:t>
            </a:r>
            <a:endParaRPr lang="en-US"/>
          </a:p>
          <a:p>
            <a:pPr marL="314325" indent="-228600">
              <a:lnSpc>
                <a:spcPct val="90000"/>
              </a:lnSpc>
              <a:spcBef>
                <a:spcPts val="38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pc="-50"/>
              <a:t>∗</a:t>
            </a:r>
            <a:r>
              <a:rPr lang="en-US"/>
              <a:t>	</a:t>
            </a:r>
            <a:r>
              <a:rPr lang="en-US" spc="-10"/>
              <a:t>Both</a:t>
            </a:r>
            <a:r>
              <a:rPr lang="en-US" spc="-75"/>
              <a:t> </a:t>
            </a:r>
            <a:r>
              <a:rPr lang="en-US"/>
              <a:t>the</a:t>
            </a:r>
            <a:r>
              <a:rPr lang="en-US" spc="-75"/>
              <a:t> </a:t>
            </a:r>
            <a:r>
              <a:rPr lang="en-US"/>
              <a:t>sort</a:t>
            </a:r>
            <a:r>
              <a:rPr lang="en-US" spc="-75"/>
              <a:t> phase</a:t>
            </a:r>
            <a:r>
              <a:rPr lang="en-US" spc="-60"/>
              <a:t> and</a:t>
            </a:r>
            <a:r>
              <a:rPr lang="en-US" spc="-90"/>
              <a:t> </a:t>
            </a:r>
            <a:r>
              <a:rPr lang="en-US"/>
              <a:t>the</a:t>
            </a:r>
            <a:r>
              <a:rPr lang="en-US" spc="-75"/>
              <a:t> </a:t>
            </a:r>
            <a:r>
              <a:rPr lang="en-US" spc="-55"/>
              <a:t>reduce</a:t>
            </a:r>
            <a:r>
              <a:rPr lang="en-US" spc="-50"/>
              <a:t> </a:t>
            </a:r>
            <a:r>
              <a:rPr lang="en-US" spc="-80"/>
              <a:t>phase </a:t>
            </a:r>
            <a:r>
              <a:rPr lang="en-US" spc="-65"/>
              <a:t>are </a:t>
            </a:r>
            <a:r>
              <a:rPr lang="en-US"/>
              <a:t>cut</a:t>
            </a:r>
            <a:r>
              <a:rPr lang="en-US" spc="-70"/>
              <a:t> </a:t>
            </a:r>
            <a:r>
              <a:rPr lang="en-US" spc="-25"/>
              <a:t>out</a:t>
            </a:r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92396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17460" y="4737713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474281" y="1396686"/>
            <a:ext cx="3240506" cy="40646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503170"/>
            <a:r>
              <a:rPr lang="en-US" sz="1400" kern="1200" spc="-45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Filtering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2503170"/>
            <a:r>
              <a:rPr lang="en-US" sz="3400" kern="1200" spc="-45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Filtering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393792" y="2633958"/>
            <a:ext cx="6432113" cy="1542378"/>
            <a:chOff x="4857750" y="3252724"/>
            <a:chExt cx="2457450" cy="58928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6800" y="3272028"/>
              <a:ext cx="2438400" cy="56997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857750" y="3252724"/>
              <a:ext cx="2429510" cy="560070"/>
            </a:xfrm>
            <a:custGeom>
              <a:avLst/>
              <a:gdLst/>
              <a:ahLst/>
              <a:cxnLst/>
              <a:rect l="l" t="t" r="r" b="b"/>
              <a:pathLst>
                <a:path w="2429509" h="560070">
                  <a:moveTo>
                    <a:pt x="170774" y="9977"/>
                  </a:moveTo>
                  <a:lnTo>
                    <a:pt x="162581" y="9977"/>
                  </a:lnTo>
                  <a:lnTo>
                    <a:pt x="107668" y="11622"/>
                  </a:lnTo>
                  <a:lnTo>
                    <a:pt x="77614" y="12319"/>
                  </a:lnTo>
                  <a:lnTo>
                    <a:pt x="0" y="12319"/>
                  </a:lnTo>
                  <a:lnTo>
                    <a:pt x="1920" y="56134"/>
                  </a:lnTo>
                  <a:lnTo>
                    <a:pt x="3413" y="103454"/>
                  </a:lnTo>
                  <a:lnTo>
                    <a:pt x="4480" y="154279"/>
                  </a:lnTo>
                  <a:lnTo>
                    <a:pt x="5084" y="205517"/>
                  </a:lnTo>
                  <a:lnTo>
                    <a:pt x="5171" y="222321"/>
                  </a:lnTo>
                  <a:lnTo>
                    <a:pt x="5293" y="277876"/>
                  </a:lnTo>
                  <a:lnTo>
                    <a:pt x="5162" y="315287"/>
                  </a:lnTo>
                  <a:lnTo>
                    <a:pt x="5120" y="327222"/>
                  </a:lnTo>
                  <a:lnTo>
                    <a:pt x="4515" y="382335"/>
                  </a:lnTo>
                  <a:lnTo>
                    <a:pt x="4480" y="385492"/>
                  </a:lnTo>
                  <a:lnTo>
                    <a:pt x="3532" y="435028"/>
                  </a:lnTo>
                  <a:lnTo>
                    <a:pt x="3413" y="441251"/>
                  </a:lnTo>
                  <a:lnTo>
                    <a:pt x="1917" y="494568"/>
                  </a:lnTo>
                  <a:lnTo>
                    <a:pt x="0" y="545211"/>
                  </a:lnTo>
                  <a:lnTo>
                    <a:pt x="94932" y="548925"/>
                  </a:lnTo>
                  <a:lnTo>
                    <a:pt x="133838" y="549854"/>
                  </a:lnTo>
                  <a:lnTo>
                    <a:pt x="167004" y="550164"/>
                  </a:lnTo>
                  <a:lnTo>
                    <a:pt x="218271" y="546689"/>
                  </a:lnTo>
                  <a:lnTo>
                    <a:pt x="264776" y="536265"/>
                  </a:lnTo>
                  <a:lnTo>
                    <a:pt x="306515" y="518891"/>
                  </a:lnTo>
                  <a:lnTo>
                    <a:pt x="343480" y="494568"/>
                  </a:lnTo>
                  <a:lnTo>
                    <a:pt x="373051" y="465836"/>
                  </a:lnTo>
                  <a:lnTo>
                    <a:pt x="165734" y="465836"/>
                  </a:lnTo>
                  <a:lnTo>
                    <a:pt x="152419" y="465502"/>
                  </a:lnTo>
                  <a:lnTo>
                    <a:pt x="112521" y="460502"/>
                  </a:lnTo>
                  <a:lnTo>
                    <a:pt x="110761" y="412303"/>
                  </a:lnTo>
                  <a:lnTo>
                    <a:pt x="109489" y="363902"/>
                  </a:lnTo>
                  <a:lnTo>
                    <a:pt x="108739" y="316616"/>
                  </a:lnTo>
                  <a:lnTo>
                    <a:pt x="108518" y="277876"/>
                  </a:lnTo>
                  <a:lnTo>
                    <a:pt x="108422" y="260350"/>
                  </a:lnTo>
                  <a:lnTo>
                    <a:pt x="108303" y="240160"/>
                  </a:lnTo>
                  <a:lnTo>
                    <a:pt x="108198" y="222321"/>
                  </a:lnTo>
                  <a:lnTo>
                    <a:pt x="107426" y="179101"/>
                  </a:lnTo>
                  <a:lnTo>
                    <a:pt x="106154" y="136786"/>
                  </a:lnTo>
                  <a:lnTo>
                    <a:pt x="104393" y="95377"/>
                  </a:lnTo>
                  <a:lnTo>
                    <a:pt x="118899" y="93783"/>
                  </a:lnTo>
                  <a:lnTo>
                    <a:pt x="131762" y="92630"/>
                  </a:lnTo>
                  <a:lnTo>
                    <a:pt x="143005" y="91930"/>
                  </a:lnTo>
                  <a:lnTo>
                    <a:pt x="152653" y="91694"/>
                  </a:lnTo>
                  <a:lnTo>
                    <a:pt x="389790" y="91694"/>
                  </a:lnTo>
                  <a:lnTo>
                    <a:pt x="383666" y="83566"/>
                  </a:lnTo>
                  <a:lnTo>
                    <a:pt x="353826" y="57032"/>
                  </a:lnTo>
                  <a:lnTo>
                    <a:pt x="317486" y="36405"/>
                  </a:lnTo>
                  <a:lnTo>
                    <a:pt x="274643" y="21679"/>
                  </a:lnTo>
                  <a:lnTo>
                    <a:pt x="225288" y="12848"/>
                  </a:lnTo>
                  <a:lnTo>
                    <a:pt x="170774" y="9977"/>
                  </a:lnTo>
                  <a:close/>
                </a:path>
                <a:path w="2429509" h="560070">
                  <a:moveTo>
                    <a:pt x="389790" y="91694"/>
                  </a:moveTo>
                  <a:lnTo>
                    <a:pt x="152653" y="91694"/>
                  </a:lnTo>
                  <a:lnTo>
                    <a:pt x="196685" y="95053"/>
                  </a:lnTo>
                  <a:lnTo>
                    <a:pt x="234680" y="105140"/>
                  </a:lnTo>
                  <a:lnTo>
                    <a:pt x="292607" y="145542"/>
                  </a:lnTo>
                  <a:lnTo>
                    <a:pt x="327009" y="205517"/>
                  </a:lnTo>
                  <a:lnTo>
                    <a:pt x="338454" y="277876"/>
                  </a:lnTo>
                  <a:lnTo>
                    <a:pt x="335839" y="315287"/>
                  </a:lnTo>
                  <a:lnTo>
                    <a:pt x="314612" y="382335"/>
                  </a:lnTo>
                  <a:lnTo>
                    <a:pt x="272033" y="435028"/>
                  </a:lnTo>
                  <a:lnTo>
                    <a:pt x="206882" y="462408"/>
                  </a:lnTo>
                  <a:lnTo>
                    <a:pt x="165734" y="465836"/>
                  </a:lnTo>
                  <a:lnTo>
                    <a:pt x="373051" y="465836"/>
                  </a:lnTo>
                  <a:lnTo>
                    <a:pt x="408263" y="418101"/>
                  </a:lnTo>
                  <a:lnTo>
                    <a:pt x="431561" y="369204"/>
                  </a:lnTo>
                  <a:lnTo>
                    <a:pt x="445549" y="316616"/>
                  </a:lnTo>
                  <a:lnTo>
                    <a:pt x="450214" y="260350"/>
                  </a:lnTo>
                  <a:lnTo>
                    <a:pt x="446049" y="210581"/>
                  </a:lnTo>
                  <a:lnTo>
                    <a:pt x="433562" y="164528"/>
                  </a:lnTo>
                  <a:lnTo>
                    <a:pt x="412763" y="122189"/>
                  </a:lnTo>
                  <a:lnTo>
                    <a:pt x="389790" y="91694"/>
                  </a:lnTo>
                  <a:close/>
                </a:path>
                <a:path w="2429509" h="560070">
                  <a:moveTo>
                    <a:pt x="2175255" y="0"/>
                  </a:moveTo>
                  <a:lnTo>
                    <a:pt x="2120866" y="5167"/>
                  </a:lnTo>
                  <a:lnTo>
                    <a:pt x="2071036" y="20669"/>
                  </a:lnTo>
                  <a:lnTo>
                    <a:pt x="2025755" y="46505"/>
                  </a:lnTo>
                  <a:lnTo>
                    <a:pt x="1985009" y="82677"/>
                  </a:lnTo>
                  <a:lnTo>
                    <a:pt x="1957303" y="117469"/>
                  </a:lnTo>
                  <a:lnTo>
                    <a:pt x="1935754" y="155707"/>
                  </a:lnTo>
                  <a:lnTo>
                    <a:pt x="1920361" y="197388"/>
                  </a:lnTo>
                  <a:lnTo>
                    <a:pt x="1911126" y="242514"/>
                  </a:lnTo>
                  <a:lnTo>
                    <a:pt x="1908047" y="291084"/>
                  </a:lnTo>
                  <a:lnTo>
                    <a:pt x="1912598" y="347015"/>
                  </a:lnTo>
                  <a:lnTo>
                    <a:pt x="1926256" y="397827"/>
                  </a:lnTo>
                  <a:lnTo>
                    <a:pt x="1949035" y="443495"/>
                  </a:lnTo>
                  <a:lnTo>
                    <a:pt x="1980945" y="483997"/>
                  </a:lnTo>
                  <a:lnTo>
                    <a:pt x="2019544" y="517241"/>
                  </a:lnTo>
                  <a:lnTo>
                    <a:pt x="2062559" y="540972"/>
                  </a:lnTo>
                  <a:lnTo>
                    <a:pt x="2109979" y="555202"/>
                  </a:lnTo>
                  <a:lnTo>
                    <a:pt x="2161793" y="559943"/>
                  </a:lnTo>
                  <a:lnTo>
                    <a:pt x="2216201" y="554775"/>
                  </a:lnTo>
                  <a:lnTo>
                    <a:pt x="2266061" y="539273"/>
                  </a:lnTo>
                  <a:lnTo>
                    <a:pt x="2311348" y="513437"/>
                  </a:lnTo>
                  <a:lnTo>
                    <a:pt x="2352040" y="477266"/>
                  </a:lnTo>
                  <a:lnTo>
                    <a:pt x="2357905" y="469900"/>
                  </a:lnTo>
                  <a:lnTo>
                    <a:pt x="2172842" y="469900"/>
                  </a:lnTo>
                  <a:lnTo>
                    <a:pt x="2142172" y="466564"/>
                  </a:lnTo>
                  <a:lnTo>
                    <a:pt x="2088260" y="439842"/>
                  </a:lnTo>
                  <a:lnTo>
                    <a:pt x="2045757" y="387764"/>
                  </a:lnTo>
                  <a:lnTo>
                    <a:pt x="2032097" y="355377"/>
                  </a:lnTo>
                  <a:lnTo>
                    <a:pt x="2031984" y="355107"/>
                  </a:lnTo>
                  <a:lnTo>
                    <a:pt x="2023711" y="318474"/>
                  </a:lnTo>
                  <a:lnTo>
                    <a:pt x="2020951" y="277876"/>
                  </a:lnTo>
                  <a:lnTo>
                    <a:pt x="2023481" y="240053"/>
                  </a:lnTo>
                  <a:lnTo>
                    <a:pt x="2023568" y="238756"/>
                  </a:lnTo>
                  <a:lnTo>
                    <a:pt x="2031363" y="203358"/>
                  </a:lnTo>
                  <a:lnTo>
                    <a:pt x="2031412" y="203136"/>
                  </a:lnTo>
                  <a:lnTo>
                    <a:pt x="2062733" y="142494"/>
                  </a:lnTo>
                  <a:lnTo>
                    <a:pt x="2108993" y="102266"/>
                  </a:lnTo>
                  <a:lnTo>
                    <a:pt x="2164206" y="88900"/>
                  </a:lnTo>
                  <a:lnTo>
                    <a:pt x="2366612" y="88900"/>
                  </a:lnTo>
                  <a:lnTo>
                    <a:pt x="2356230" y="75692"/>
                  </a:lnTo>
                  <a:lnTo>
                    <a:pt x="2317559" y="42594"/>
                  </a:lnTo>
                  <a:lnTo>
                    <a:pt x="2274506" y="18938"/>
                  </a:lnTo>
                  <a:lnTo>
                    <a:pt x="2227072" y="4736"/>
                  </a:lnTo>
                  <a:lnTo>
                    <a:pt x="2175255" y="0"/>
                  </a:lnTo>
                  <a:close/>
                </a:path>
                <a:path w="2429509" h="560070">
                  <a:moveTo>
                    <a:pt x="2366612" y="88900"/>
                  </a:moveTo>
                  <a:lnTo>
                    <a:pt x="2164206" y="88900"/>
                  </a:lnTo>
                  <a:lnTo>
                    <a:pt x="2195317" y="92237"/>
                  </a:lnTo>
                  <a:lnTo>
                    <a:pt x="2195163" y="92237"/>
                  </a:lnTo>
                  <a:lnTo>
                    <a:pt x="2249110" y="118796"/>
                  </a:lnTo>
                  <a:lnTo>
                    <a:pt x="2291453" y="170711"/>
                  </a:lnTo>
                  <a:lnTo>
                    <a:pt x="2305052" y="203136"/>
                  </a:lnTo>
                  <a:lnTo>
                    <a:pt x="2305145" y="203358"/>
                  </a:lnTo>
                  <a:lnTo>
                    <a:pt x="2313360" y="240053"/>
                  </a:lnTo>
                  <a:lnTo>
                    <a:pt x="2316098" y="280797"/>
                  </a:lnTo>
                  <a:lnTo>
                    <a:pt x="2313637" y="317493"/>
                  </a:lnTo>
                  <a:lnTo>
                    <a:pt x="2313572" y="318474"/>
                  </a:lnTo>
                  <a:lnTo>
                    <a:pt x="2313481" y="319825"/>
                  </a:lnTo>
                  <a:lnTo>
                    <a:pt x="2305696" y="355107"/>
                  </a:lnTo>
                  <a:lnTo>
                    <a:pt x="2305637" y="355377"/>
                  </a:lnTo>
                  <a:lnTo>
                    <a:pt x="2292578" y="387453"/>
                  </a:lnTo>
                  <a:lnTo>
                    <a:pt x="2274316" y="416052"/>
                  </a:lnTo>
                  <a:lnTo>
                    <a:pt x="2252335" y="439628"/>
                  </a:lnTo>
                  <a:lnTo>
                    <a:pt x="2227853" y="456549"/>
                  </a:lnTo>
                  <a:lnTo>
                    <a:pt x="2201547" y="466564"/>
                  </a:lnTo>
                  <a:lnTo>
                    <a:pt x="2201406" y="466564"/>
                  </a:lnTo>
                  <a:lnTo>
                    <a:pt x="2172842" y="469900"/>
                  </a:lnTo>
                  <a:lnTo>
                    <a:pt x="2357905" y="469900"/>
                  </a:lnTo>
                  <a:lnTo>
                    <a:pt x="2379746" y="442474"/>
                  </a:lnTo>
                  <a:lnTo>
                    <a:pt x="2401295" y="404244"/>
                  </a:lnTo>
                  <a:lnTo>
                    <a:pt x="2416688" y="362581"/>
                  </a:lnTo>
                  <a:lnTo>
                    <a:pt x="2425923" y="317493"/>
                  </a:lnTo>
                  <a:lnTo>
                    <a:pt x="2429002" y="268986"/>
                  </a:lnTo>
                  <a:lnTo>
                    <a:pt x="2424453" y="212834"/>
                  </a:lnTo>
                  <a:lnTo>
                    <a:pt x="2410809" y="161909"/>
                  </a:lnTo>
                  <a:lnTo>
                    <a:pt x="2388068" y="116199"/>
                  </a:lnTo>
                  <a:lnTo>
                    <a:pt x="2366612" y="88900"/>
                  </a:lnTo>
                  <a:close/>
                </a:path>
                <a:path w="2429509" h="560070">
                  <a:moveTo>
                    <a:pt x="1334642" y="12319"/>
                  </a:moveTo>
                  <a:lnTo>
                    <a:pt x="1176273" y="12319"/>
                  </a:lnTo>
                  <a:lnTo>
                    <a:pt x="1175448" y="35052"/>
                  </a:lnTo>
                  <a:lnTo>
                    <a:pt x="1172971" y="67818"/>
                  </a:lnTo>
                  <a:lnTo>
                    <a:pt x="1168844" y="110617"/>
                  </a:lnTo>
                  <a:lnTo>
                    <a:pt x="1163065" y="163449"/>
                  </a:lnTo>
                  <a:lnTo>
                    <a:pt x="1155636" y="226314"/>
                  </a:lnTo>
                  <a:lnTo>
                    <a:pt x="1146555" y="299212"/>
                  </a:lnTo>
                  <a:lnTo>
                    <a:pt x="1135709" y="385536"/>
                  </a:lnTo>
                  <a:lnTo>
                    <a:pt x="1127636" y="450744"/>
                  </a:lnTo>
                  <a:lnTo>
                    <a:pt x="1121711" y="499931"/>
                  </a:lnTo>
                  <a:lnTo>
                    <a:pt x="1118152" y="531416"/>
                  </a:lnTo>
                  <a:lnTo>
                    <a:pt x="1116964" y="545211"/>
                  </a:lnTo>
                  <a:lnTo>
                    <a:pt x="1225041" y="545211"/>
                  </a:lnTo>
                  <a:lnTo>
                    <a:pt x="1225599" y="513572"/>
                  </a:lnTo>
                  <a:lnTo>
                    <a:pt x="1225637" y="511425"/>
                  </a:lnTo>
                  <a:lnTo>
                    <a:pt x="1227423" y="463232"/>
                  </a:lnTo>
                  <a:lnTo>
                    <a:pt x="1230399" y="400657"/>
                  </a:lnTo>
                  <a:lnTo>
                    <a:pt x="1234566" y="323723"/>
                  </a:lnTo>
                  <a:lnTo>
                    <a:pt x="1238831" y="246947"/>
                  </a:lnTo>
                  <a:lnTo>
                    <a:pt x="1241917" y="184816"/>
                  </a:lnTo>
                  <a:lnTo>
                    <a:pt x="1243752" y="139366"/>
                  </a:lnTo>
                  <a:lnTo>
                    <a:pt x="1243836" y="137306"/>
                  </a:lnTo>
                  <a:lnTo>
                    <a:pt x="1244599" y="104394"/>
                  </a:lnTo>
                  <a:lnTo>
                    <a:pt x="1352278" y="104394"/>
                  </a:lnTo>
                  <a:lnTo>
                    <a:pt x="1347200" y="85788"/>
                  </a:lnTo>
                  <a:lnTo>
                    <a:pt x="1337784" y="42160"/>
                  </a:lnTo>
                  <a:lnTo>
                    <a:pt x="1334642" y="12319"/>
                  </a:lnTo>
                  <a:close/>
                </a:path>
                <a:path w="2429509" h="560070">
                  <a:moveTo>
                    <a:pt x="1352278" y="104394"/>
                  </a:moveTo>
                  <a:lnTo>
                    <a:pt x="1250822" y="104394"/>
                  </a:lnTo>
                  <a:lnTo>
                    <a:pt x="1255466" y="130044"/>
                  </a:lnTo>
                  <a:lnTo>
                    <a:pt x="1266896" y="181582"/>
                  </a:lnTo>
                  <a:lnTo>
                    <a:pt x="1282848" y="238379"/>
                  </a:lnTo>
                  <a:lnTo>
                    <a:pt x="1296050" y="278955"/>
                  </a:lnTo>
                  <a:lnTo>
                    <a:pt x="1313277" y="329247"/>
                  </a:lnTo>
                  <a:lnTo>
                    <a:pt x="1334515" y="389255"/>
                  </a:lnTo>
                  <a:lnTo>
                    <a:pt x="1354778" y="447645"/>
                  </a:lnTo>
                  <a:lnTo>
                    <a:pt x="1369266" y="493093"/>
                  </a:lnTo>
                  <a:lnTo>
                    <a:pt x="1377967" y="525611"/>
                  </a:lnTo>
                  <a:lnTo>
                    <a:pt x="1380870" y="545211"/>
                  </a:lnTo>
                  <a:lnTo>
                    <a:pt x="1471421" y="545211"/>
                  </a:lnTo>
                  <a:lnTo>
                    <a:pt x="1474448" y="526043"/>
                  </a:lnTo>
                  <a:lnTo>
                    <a:pt x="1483534" y="493887"/>
                  </a:lnTo>
                  <a:lnTo>
                    <a:pt x="1498693" y="448752"/>
                  </a:lnTo>
                  <a:lnTo>
                    <a:pt x="1511160" y="414655"/>
                  </a:lnTo>
                  <a:lnTo>
                    <a:pt x="1434972" y="414655"/>
                  </a:lnTo>
                  <a:lnTo>
                    <a:pt x="1431831" y="385720"/>
                  </a:lnTo>
                  <a:lnTo>
                    <a:pt x="1422415" y="342725"/>
                  </a:lnTo>
                  <a:lnTo>
                    <a:pt x="1406737" y="285656"/>
                  </a:lnTo>
                  <a:lnTo>
                    <a:pt x="1384807" y="214503"/>
                  </a:lnTo>
                  <a:lnTo>
                    <a:pt x="1362878" y="143228"/>
                  </a:lnTo>
                  <a:lnTo>
                    <a:pt x="1352278" y="104394"/>
                  </a:lnTo>
                  <a:close/>
                </a:path>
                <a:path w="2429509" h="560070">
                  <a:moveTo>
                    <a:pt x="1715764" y="104394"/>
                  </a:moveTo>
                  <a:lnTo>
                    <a:pt x="1613788" y="104394"/>
                  </a:lnTo>
                  <a:lnTo>
                    <a:pt x="1614436" y="130044"/>
                  </a:lnTo>
                  <a:lnTo>
                    <a:pt x="1614501" y="132635"/>
                  </a:lnTo>
                  <a:lnTo>
                    <a:pt x="1616249" y="176403"/>
                  </a:lnTo>
                  <a:lnTo>
                    <a:pt x="1619021" y="235696"/>
                  </a:lnTo>
                  <a:lnTo>
                    <a:pt x="1622805" y="310515"/>
                  </a:lnTo>
                  <a:lnTo>
                    <a:pt x="1625898" y="372755"/>
                  </a:lnTo>
                  <a:lnTo>
                    <a:pt x="1628314" y="427344"/>
                  </a:lnTo>
                  <a:lnTo>
                    <a:pt x="1630048" y="474284"/>
                  </a:lnTo>
                  <a:lnTo>
                    <a:pt x="1631035" y="511425"/>
                  </a:lnTo>
                  <a:lnTo>
                    <a:pt x="1631092" y="513572"/>
                  </a:lnTo>
                  <a:lnTo>
                    <a:pt x="1631441" y="545211"/>
                  </a:lnTo>
                  <a:lnTo>
                    <a:pt x="1750440" y="545211"/>
                  </a:lnTo>
                  <a:lnTo>
                    <a:pt x="1747437" y="502012"/>
                  </a:lnTo>
                  <a:lnTo>
                    <a:pt x="1743665" y="455892"/>
                  </a:lnTo>
                  <a:lnTo>
                    <a:pt x="1737694" y="385720"/>
                  </a:lnTo>
                  <a:lnTo>
                    <a:pt x="1731517" y="314579"/>
                  </a:lnTo>
                  <a:lnTo>
                    <a:pt x="1725798" y="246947"/>
                  </a:lnTo>
                  <a:lnTo>
                    <a:pt x="1720973" y="184816"/>
                  </a:lnTo>
                  <a:lnTo>
                    <a:pt x="1717230" y="130254"/>
                  </a:lnTo>
                  <a:lnTo>
                    <a:pt x="1715764" y="104394"/>
                  </a:lnTo>
                  <a:close/>
                </a:path>
                <a:path w="2429509" h="560070">
                  <a:moveTo>
                    <a:pt x="1712467" y="12319"/>
                  </a:moveTo>
                  <a:lnTo>
                    <a:pt x="1555241" y="12319"/>
                  </a:lnTo>
                  <a:lnTo>
                    <a:pt x="1551672" y="41939"/>
                  </a:lnTo>
                  <a:lnTo>
                    <a:pt x="1540970" y="85455"/>
                  </a:lnTo>
                  <a:lnTo>
                    <a:pt x="1523148" y="142853"/>
                  </a:lnTo>
                  <a:lnTo>
                    <a:pt x="1498218" y="214122"/>
                  </a:lnTo>
                  <a:lnTo>
                    <a:pt x="1473215" y="285245"/>
                  </a:lnTo>
                  <a:lnTo>
                    <a:pt x="1455356" y="342392"/>
                  </a:lnTo>
                  <a:lnTo>
                    <a:pt x="1444640" y="385536"/>
                  </a:lnTo>
                  <a:lnTo>
                    <a:pt x="1441068" y="414655"/>
                  </a:lnTo>
                  <a:lnTo>
                    <a:pt x="1511160" y="414655"/>
                  </a:lnTo>
                  <a:lnTo>
                    <a:pt x="1521748" y="385720"/>
                  </a:lnTo>
                  <a:lnTo>
                    <a:pt x="1542220" y="330019"/>
                  </a:lnTo>
                  <a:lnTo>
                    <a:pt x="1560671" y="277256"/>
                  </a:lnTo>
                  <a:lnTo>
                    <a:pt x="1575264" y="232328"/>
                  </a:lnTo>
                  <a:lnTo>
                    <a:pt x="1585975" y="195199"/>
                  </a:lnTo>
                  <a:lnTo>
                    <a:pt x="1600168" y="139366"/>
                  </a:lnTo>
                  <a:lnTo>
                    <a:pt x="1607692" y="104394"/>
                  </a:lnTo>
                  <a:lnTo>
                    <a:pt x="1715764" y="104394"/>
                  </a:lnTo>
                  <a:lnTo>
                    <a:pt x="1714710" y="85788"/>
                  </a:lnTo>
                  <a:lnTo>
                    <a:pt x="1714584" y="83570"/>
                  </a:lnTo>
                  <a:lnTo>
                    <a:pt x="1712997" y="44260"/>
                  </a:lnTo>
                  <a:lnTo>
                    <a:pt x="1712467" y="12319"/>
                  </a:lnTo>
                  <a:close/>
                </a:path>
                <a:path w="2429509" h="560070">
                  <a:moveTo>
                    <a:pt x="949578" y="12319"/>
                  </a:moveTo>
                  <a:lnTo>
                    <a:pt x="617219" y="12319"/>
                  </a:lnTo>
                  <a:lnTo>
                    <a:pt x="619140" y="56134"/>
                  </a:lnTo>
                  <a:lnTo>
                    <a:pt x="620378" y="95377"/>
                  </a:lnTo>
                  <a:lnTo>
                    <a:pt x="620495" y="99073"/>
                  </a:lnTo>
                  <a:lnTo>
                    <a:pt x="620587" y="101981"/>
                  </a:lnTo>
                  <a:lnTo>
                    <a:pt x="620633" y="103454"/>
                  </a:lnTo>
                  <a:lnTo>
                    <a:pt x="621700" y="154279"/>
                  </a:lnTo>
                  <a:lnTo>
                    <a:pt x="622340" y="208610"/>
                  </a:lnTo>
                  <a:lnTo>
                    <a:pt x="622553" y="266446"/>
                  </a:lnTo>
                  <a:lnTo>
                    <a:pt x="622413" y="306578"/>
                  </a:lnTo>
                  <a:lnTo>
                    <a:pt x="621700" y="385492"/>
                  </a:lnTo>
                  <a:lnTo>
                    <a:pt x="620633" y="441251"/>
                  </a:lnTo>
                  <a:lnTo>
                    <a:pt x="619140" y="494493"/>
                  </a:lnTo>
                  <a:lnTo>
                    <a:pt x="617219" y="545211"/>
                  </a:lnTo>
                  <a:lnTo>
                    <a:pt x="965453" y="545211"/>
                  </a:lnTo>
                  <a:lnTo>
                    <a:pt x="968499" y="462153"/>
                  </a:lnTo>
                  <a:lnTo>
                    <a:pt x="729741" y="462153"/>
                  </a:lnTo>
                  <a:lnTo>
                    <a:pt x="728315" y="425217"/>
                  </a:lnTo>
                  <a:lnTo>
                    <a:pt x="727281" y="386984"/>
                  </a:lnTo>
                  <a:lnTo>
                    <a:pt x="726652" y="347442"/>
                  </a:lnTo>
                  <a:lnTo>
                    <a:pt x="726547" y="327222"/>
                  </a:lnTo>
                  <a:lnTo>
                    <a:pt x="726439" y="306578"/>
                  </a:lnTo>
                  <a:lnTo>
                    <a:pt x="909446" y="306578"/>
                  </a:lnTo>
                  <a:lnTo>
                    <a:pt x="909446" y="229616"/>
                  </a:lnTo>
                  <a:lnTo>
                    <a:pt x="726439" y="229616"/>
                  </a:lnTo>
                  <a:lnTo>
                    <a:pt x="726411" y="225171"/>
                  </a:lnTo>
                  <a:lnTo>
                    <a:pt x="726303" y="208610"/>
                  </a:lnTo>
                  <a:lnTo>
                    <a:pt x="726197" y="192228"/>
                  </a:lnTo>
                  <a:lnTo>
                    <a:pt x="725455" y="157400"/>
                  </a:lnTo>
                  <a:lnTo>
                    <a:pt x="724189" y="125120"/>
                  </a:lnTo>
                  <a:lnTo>
                    <a:pt x="722601" y="99073"/>
                  </a:lnTo>
                  <a:lnTo>
                    <a:pt x="722475" y="97012"/>
                  </a:lnTo>
                  <a:lnTo>
                    <a:pt x="722375" y="95377"/>
                  </a:lnTo>
                  <a:lnTo>
                    <a:pt x="945343" y="95377"/>
                  </a:lnTo>
                  <a:lnTo>
                    <a:pt x="949578" y="12319"/>
                  </a:lnTo>
                  <a:close/>
                </a:path>
                <a:path w="2429509" h="560070">
                  <a:moveTo>
                    <a:pt x="968755" y="455168"/>
                  </a:moveTo>
                  <a:lnTo>
                    <a:pt x="869626" y="459601"/>
                  </a:lnTo>
                  <a:lnTo>
                    <a:pt x="821830" y="461011"/>
                  </a:lnTo>
                  <a:lnTo>
                    <a:pt x="775203" y="461865"/>
                  </a:lnTo>
                  <a:lnTo>
                    <a:pt x="729741" y="462153"/>
                  </a:lnTo>
                  <a:lnTo>
                    <a:pt x="968499" y="462153"/>
                  </a:lnTo>
                  <a:lnTo>
                    <a:pt x="968593" y="459601"/>
                  </a:lnTo>
                  <a:lnTo>
                    <a:pt x="968664" y="457650"/>
                  </a:lnTo>
                  <a:lnTo>
                    <a:pt x="968755" y="455168"/>
                  </a:lnTo>
                  <a:close/>
                </a:path>
                <a:path w="2429509" h="560070">
                  <a:moveTo>
                    <a:pt x="909446" y="306578"/>
                  </a:moveTo>
                  <a:lnTo>
                    <a:pt x="726439" y="306578"/>
                  </a:lnTo>
                  <a:lnTo>
                    <a:pt x="770590" y="306837"/>
                  </a:lnTo>
                  <a:lnTo>
                    <a:pt x="815800" y="307609"/>
                  </a:lnTo>
                  <a:lnTo>
                    <a:pt x="909446" y="310642"/>
                  </a:lnTo>
                  <a:lnTo>
                    <a:pt x="909446" y="306578"/>
                  </a:lnTo>
                  <a:close/>
                </a:path>
                <a:path w="2429509" h="560070">
                  <a:moveTo>
                    <a:pt x="909446" y="225171"/>
                  </a:moveTo>
                  <a:lnTo>
                    <a:pt x="861439" y="227097"/>
                  </a:lnTo>
                  <a:lnTo>
                    <a:pt x="814943" y="228488"/>
                  </a:lnTo>
                  <a:lnTo>
                    <a:pt x="769947" y="229332"/>
                  </a:lnTo>
                  <a:lnTo>
                    <a:pt x="726439" y="229616"/>
                  </a:lnTo>
                  <a:lnTo>
                    <a:pt x="909446" y="229616"/>
                  </a:lnTo>
                  <a:lnTo>
                    <a:pt x="909446" y="225171"/>
                  </a:lnTo>
                  <a:close/>
                </a:path>
                <a:path w="2429509" h="560070">
                  <a:moveTo>
                    <a:pt x="945343" y="95377"/>
                  </a:moveTo>
                  <a:lnTo>
                    <a:pt x="722375" y="95377"/>
                  </a:lnTo>
                  <a:lnTo>
                    <a:pt x="773735" y="95783"/>
                  </a:lnTo>
                  <a:lnTo>
                    <a:pt x="827976" y="97012"/>
                  </a:lnTo>
                  <a:lnTo>
                    <a:pt x="885074" y="99073"/>
                  </a:lnTo>
                  <a:lnTo>
                    <a:pt x="945006" y="101981"/>
                  </a:lnTo>
                  <a:lnTo>
                    <a:pt x="945155" y="99073"/>
                  </a:lnTo>
                  <a:lnTo>
                    <a:pt x="945260" y="97012"/>
                  </a:lnTo>
                  <a:lnTo>
                    <a:pt x="945343" y="953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57750" y="3252724"/>
              <a:ext cx="2429510" cy="560070"/>
            </a:xfrm>
            <a:custGeom>
              <a:avLst/>
              <a:gdLst/>
              <a:ahLst/>
              <a:cxnLst/>
              <a:rect l="l" t="t" r="r" b="b"/>
              <a:pathLst>
                <a:path w="2429509" h="560070">
                  <a:moveTo>
                    <a:pt x="152653" y="91694"/>
                  </a:moveTo>
                  <a:lnTo>
                    <a:pt x="143005" y="91930"/>
                  </a:lnTo>
                  <a:lnTo>
                    <a:pt x="131762" y="92630"/>
                  </a:lnTo>
                  <a:lnTo>
                    <a:pt x="118899" y="93783"/>
                  </a:lnTo>
                  <a:lnTo>
                    <a:pt x="104393" y="95377"/>
                  </a:lnTo>
                  <a:lnTo>
                    <a:pt x="106154" y="136786"/>
                  </a:lnTo>
                  <a:lnTo>
                    <a:pt x="107426" y="179101"/>
                  </a:lnTo>
                  <a:lnTo>
                    <a:pt x="108198" y="222321"/>
                  </a:lnTo>
                  <a:lnTo>
                    <a:pt x="108457" y="266446"/>
                  </a:lnTo>
                  <a:lnTo>
                    <a:pt x="108717" y="315287"/>
                  </a:lnTo>
                  <a:lnTo>
                    <a:pt x="109489" y="363902"/>
                  </a:lnTo>
                  <a:lnTo>
                    <a:pt x="110761" y="412303"/>
                  </a:lnTo>
                  <a:lnTo>
                    <a:pt x="112521" y="460502"/>
                  </a:lnTo>
                  <a:lnTo>
                    <a:pt x="152419" y="465502"/>
                  </a:lnTo>
                  <a:lnTo>
                    <a:pt x="165734" y="465836"/>
                  </a:lnTo>
                  <a:lnTo>
                    <a:pt x="206882" y="462408"/>
                  </a:lnTo>
                  <a:lnTo>
                    <a:pt x="272033" y="435028"/>
                  </a:lnTo>
                  <a:lnTo>
                    <a:pt x="314612" y="382335"/>
                  </a:lnTo>
                  <a:lnTo>
                    <a:pt x="335809" y="315712"/>
                  </a:lnTo>
                  <a:lnTo>
                    <a:pt x="338454" y="277876"/>
                  </a:lnTo>
                  <a:lnTo>
                    <a:pt x="335595" y="240160"/>
                  </a:lnTo>
                  <a:lnTo>
                    <a:pt x="312683" y="173970"/>
                  </a:lnTo>
                  <a:lnTo>
                    <a:pt x="266650" y="121965"/>
                  </a:lnTo>
                  <a:lnTo>
                    <a:pt x="196685" y="95053"/>
                  </a:lnTo>
                  <a:lnTo>
                    <a:pt x="152653" y="91694"/>
                  </a:lnTo>
                  <a:close/>
                </a:path>
                <a:path w="2429509" h="560070">
                  <a:moveTo>
                    <a:pt x="2164206" y="88900"/>
                  </a:moveTo>
                  <a:lnTo>
                    <a:pt x="2108993" y="102266"/>
                  </a:lnTo>
                  <a:lnTo>
                    <a:pt x="2062733" y="142494"/>
                  </a:lnTo>
                  <a:lnTo>
                    <a:pt x="2031412" y="203136"/>
                  </a:lnTo>
                  <a:lnTo>
                    <a:pt x="2020951" y="277876"/>
                  </a:lnTo>
                  <a:lnTo>
                    <a:pt x="2023711" y="318474"/>
                  </a:lnTo>
                  <a:lnTo>
                    <a:pt x="2045757" y="387764"/>
                  </a:lnTo>
                  <a:lnTo>
                    <a:pt x="2088260" y="439842"/>
                  </a:lnTo>
                  <a:lnTo>
                    <a:pt x="2142172" y="466564"/>
                  </a:lnTo>
                  <a:lnTo>
                    <a:pt x="2172842" y="469900"/>
                  </a:lnTo>
                  <a:lnTo>
                    <a:pt x="2201610" y="466540"/>
                  </a:lnTo>
                  <a:lnTo>
                    <a:pt x="2252335" y="439628"/>
                  </a:lnTo>
                  <a:lnTo>
                    <a:pt x="2292578" y="387453"/>
                  </a:lnTo>
                  <a:lnTo>
                    <a:pt x="2313481" y="319825"/>
                  </a:lnTo>
                  <a:lnTo>
                    <a:pt x="2316098" y="280797"/>
                  </a:lnTo>
                  <a:lnTo>
                    <a:pt x="2313360" y="240053"/>
                  </a:lnTo>
                  <a:lnTo>
                    <a:pt x="2291453" y="170711"/>
                  </a:lnTo>
                  <a:lnTo>
                    <a:pt x="2249110" y="118796"/>
                  </a:lnTo>
                  <a:lnTo>
                    <a:pt x="2195095" y="92213"/>
                  </a:lnTo>
                  <a:lnTo>
                    <a:pt x="2164206" y="88900"/>
                  </a:lnTo>
                  <a:close/>
                </a:path>
                <a:path w="2429509" h="560070">
                  <a:moveTo>
                    <a:pt x="1176273" y="12319"/>
                  </a:moveTo>
                  <a:lnTo>
                    <a:pt x="1334642" y="12319"/>
                  </a:lnTo>
                  <a:lnTo>
                    <a:pt x="1337784" y="42160"/>
                  </a:lnTo>
                  <a:lnTo>
                    <a:pt x="1347200" y="85788"/>
                  </a:lnTo>
                  <a:lnTo>
                    <a:pt x="1362878" y="143228"/>
                  </a:lnTo>
                  <a:lnTo>
                    <a:pt x="1384807" y="214503"/>
                  </a:lnTo>
                  <a:lnTo>
                    <a:pt x="1406737" y="285656"/>
                  </a:lnTo>
                  <a:lnTo>
                    <a:pt x="1422415" y="342725"/>
                  </a:lnTo>
                  <a:lnTo>
                    <a:pt x="1431831" y="385720"/>
                  </a:lnTo>
                  <a:lnTo>
                    <a:pt x="1434972" y="414655"/>
                  </a:lnTo>
                  <a:lnTo>
                    <a:pt x="1441068" y="414655"/>
                  </a:lnTo>
                  <a:lnTo>
                    <a:pt x="1444640" y="385536"/>
                  </a:lnTo>
                  <a:lnTo>
                    <a:pt x="1455356" y="342392"/>
                  </a:lnTo>
                  <a:lnTo>
                    <a:pt x="1473215" y="285245"/>
                  </a:lnTo>
                  <a:lnTo>
                    <a:pt x="1498218" y="214122"/>
                  </a:lnTo>
                  <a:lnTo>
                    <a:pt x="1523148" y="142853"/>
                  </a:lnTo>
                  <a:lnTo>
                    <a:pt x="1540970" y="85455"/>
                  </a:lnTo>
                  <a:lnTo>
                    <a:pt x="1551672" y="41939"/>
                  </a:lnTo>
                  <a:lnTo>
                    <a:pt x="1555241" y="12319"/>
                  </a:lnTo>
                  <a:lnTo>
                    <a:pt x="1712467" y="12319"/>
                  </a:lnTo>
                  <a:lnTo>
                    <a:pt x="1714584" y="83570"/>
                  </a:lnTo>
                  <a:lnTo>
                    <a:pt x="1717230" y="130254"/>
                  </a:lnTo>
                  <a:lnTo>
                    <a:pt x="1720934" y="184314"/>
                  </a:lnTo>
                  <a:lnTo>
                    <a:pt x="1725697" y="245754"/>
                  </a:lnTo>
                  <a:lnTo>
                    <a:pt x="1731517" y="314579"/>
                  </a:lnTo>
                  <a:lnTo>
                    <a:pt x="1738362" y="393416"/>
                  </a:lnTo>
                  <a:lnTo>
                    <a:pt x="1743665" y="455892"/>
                  </a:lnTo>
                  <a:lnTo>
                    <a:pt x="1747437" y="502012"/>
                  </a:lnTo>
                  <a:lnTo>
                    <a:pt x="1749692" y="531783"/>
                  </a:lnTo>
                  <a:lnTo>
                    <a:pt x="1750440" y="545211"/>
                  </a:lnTo>
                  <a:lnTo>
                    <a:pt x="1631441" y="545211"/>
                  </a:lnTo>
                  <a:lnTo>
                    <a:pt x="1631092" y="513572"/>
                  </a:lnTo>
                  <a:lnTo>
                    <a:pt x="1630048" y="474284"/>
                  </a:lnTo>
                  <a:lnTo>
                    <a:pt x="1628314" y="427344"/>
                  </a:lnTo>
                  <a:lnTo>
                    <a:pt x="1625898" y="372755"/>
                  </a:lnTo>
                  <a:lnTo>
                    <a:pt x="1622805" y="310515"/>
                  </a:lnTo>
                  <a:lnTo>
                    <a:pt x="1619021" y="235696"/>
                  </a:lnTo>
                  <a:lnTo>
                    <a:pt x="1616249" y="176403"/>
                  </a:lnTo>
                  <a:lnTo>
                    <a:pt x="1614501" y="132635"/>
                  </a:lnTo>
                  <a:lnTo>
                    <a:pt x="1613788" y="104394"/>
                  </a:lnTo>
                  <a:lnTo>
                    <a:pt x="1607692" y="104394"/>
                  </a:lnTo>
                  <a:lnTo>
                    <a:pt x="1593905" y="164669"/>
                  </a:lnTo>
                  <a:lnTo>
                    <a:pt x="1575264" y="232328"/>
                  </a:lnTo>
                  <a:lnTo>
                    <a:pt x="1560671" y="277256"/>
                  </a:lnTo>
                  <a:lnTo>
                    <a:pt x="1542220" y="330019"/>
                  </a:lnTo>
                  <a:lnTo>
                    <a:pt x="1519935" y="390652"/>
                  </a:lnTo>
                  <a:lnTo>
                    <a:pt x="1498693" y="448752"/>
                  </a:lnTo>
                  <a:lnTo>
                    <a:pt x="1483534" y="493887"/>
                  </a:lnTo>
                  <a:lnTo>
                    <a:pt x="1474448" y="526043"/>
                  </a:lnTo>
                  <a:lnTo>
                    <a:pt x="1471421" y="545211"/>
                  </a:lnTo>
                  <a:lnTo>
                    <a:pt x="1380870" y="545211"/>
                  </a:lnTo>
                  <a:lnTo>
                    <a:pt x="1369266" y="493093"/>
                  </a:lnTo>
                  <a:lnTo>
                    <a:pt x="1354778" y="447645"/>
                  </a:lnTo>
                  <a:lnTo>
                    <a:pt x="1334515" y="389255"/>
                  </a:lnTo>
                  <a:lnTo>
                    <a:pt x="1313277" y="329247"/>
                  </a:lnTo>
                  <a:lnTo>
                    <a:pt x="1296050" y="278955"/>
                  </a:lnTo>
                  <a:lnTo>
                    <a:pt x="1282848" y="238379"/>
                  </a:lnTo>
                  <a:lnTo>
                    <a:pt x="1266896" y="181582"/>
                  </a:lnTo>
                  <a:lnTo>
                    <a:pt x="1255466" y="130044"/>
                  </a:lnTo>
                  <a:lnTo>
                    <a:pt x="1250822" y="104394"/>
                  </a:lnTo>
                  <a:lnTo>
                    <a:pt x="1244599" y="104394"/>
                  </a:lnTo>
                  <a:lnTo>
                    <a:pt x="1243836" y="137306"/>
                  </a:lnTo>
                  <a:lnTo>
                    <a:pt x="1241917" y="184816"/>
                  </a:lnTo>
                  <a:lnTo>
                    <a:pt x="1238831" y="246947"/>
                  </a:lnTo>
                  <a:lnTo>
                    <a:pt x="1234566" y="323723"/>
                  </a:lnTo>
                  <a:lnTo>
                    <a:pt x="1230399" y="400657"/>
                  </a:lnTo>
                  <a:lnTo>
                    <a:pt x="1227423" y="463232"/>
                  </a:lnTo>
                  <a:lnTo>
                    <a:pt x="1225637" y="511425"/>
                  </a:lnTo>
                  <a:lnTo>
                    <a:pt x="1225041" y="545211"/>
                  </a:lnTo>
                  <a:lnTo>
                    <a:pt x="1116964" y="545211"/>
                  </a:lnTo>
                  <a:lnTo>
                    <a:pt x="1121711" y="499931"/>
                  </a:lnTo>
                  <a:lnTo>
                    <a:pt x="1127636" y="450744"/>
                  </a:lnTo>
                  <a:lnTo>
                    <a:pt x="1135919" y="383841"/>
                  </a:lnTo>
                  <a:lnTo>
                    <a:pt x="1146555" y="299212"/>
                  </a:lnTo>
                  <a:lnTo>
                    <a:pt x="1155636" y="226314"/>
                  </a:lnTo>
                  <a:lnTo>
                    <a:pt x="1163065" y="163449"/>
                  </a:lnTo>
                  <a:lnTo>
                    <a:pt x="1168844" y="110617"/>
                  </a:lnTo>
                  <a:lnTo>
                    <a:pt x="1172971" y="67818"/>
                  </a:lnTo>
                  <a:lnTo>
                    <a:pt x="1175448" y="35052"/>
                  </a:lnTo>
                  <a:lnTo>
                    <a:pt x="1176273" y="12319"/>
                  </a:lnTo>
                  <a:close/>
                </a:path>
                <a:path w="2429509" h="560070">
                  <a:moveTo>
                    <a:pt x="617219" y="12319"/>
                  </a:moveTo>
                  <a:lnTo>
                    <a:pt x="949578" y="12319"/>
                  </a:lnTo>
                  <a:lnTo>
                    <a:pt x="945006" y="101981"/>
                  </a:lnTo>
                  <a:lnTo>
                    <a:pt x="885074" y="99073"/>
                  </a:lnTo>
                  <a:lnTo>
                    <a:pt x="827976" y="97012"/>
                  </a:lnTo>
                  <a:lnTo>
                    <a:pt x="773735" y="95783"/>
                  </a:lnTo>
                  <a:lnTo>
                    <a:pt x="722375" y="95377"/>
                  </a:lnTo>
                  <a:lnTo>
                    <a:pt x="724189" y="125120"/>
                  </a:lnTo>
                  <a:lnTo>
                    <a:pt x="725455" y="157400"/>
                  </a:lnTo>
                  <a:lnTo>
                    <a:pt x="726197" y="192228"/>
                  </a:lnTo>
                  <a:lnTo>
                    <a:pt x="726439" y="229616"/>
                  </a:lnTo>
                  <a:lnTo>
                    <a:pt x="769947" y="229332"/>
                  </a:lnTo>
                  <a:lnTo>
                    <a:pt x="814943" y="228488"/>
                  </a:lnTo>
                  <a:lnTo>
                    <a:pt x="861439" y="227097"/>
                  </a:lnTo>
                  <a:lnTo>
                    <a:pt x="909446" y="225171"/>
                  </a:lnTo>
                  <a:lnTo>
                    <a:pt x="909446" y="310642"/>
                  </a:lnTo>
                  <a:lnTo>
                    <a:pt x="862081" y="308881"/>
                  </a:lnTo>
                  <a:lnTo>
                    <a:pt x="815800" y="307609"/>
                  </a:lnTo>
                  <a:lnTo>
                    <a:pt x="770590" y="306837"/>
                  </a:lnTo>
                  <a:lnTo>
                    <a:pt x="726439" y="306578"/>
                  </a:lnTo>
                  <a:lnTo>
                    <a:pt x="726652" y="347442"/>
                  </a:lnTo>
                  <a:lnTo>
                    <a:pt x="727281" y="386984"/>
                  </a:lnTo>
                  <a:lnTo>
                    <a:pt x="728315" y="425217"/>
                  </a:lnTo>
                  <a:lnTo>
                    <a:pt x="729741" y="462153"/>
                  </a:lnTo>
                  <a:lnTo>
                    <a:pt x="775203" y="461865"/>
                  </a:lnTo>
                  <a:lnTo>
                    <a:pt x="821830" y="461011"/>
                  </a:lnTo>
                  <a:lnTo>
                    <a:pt x="869626" y="459601"/>
                  </a:lnTo>
                  <a:lnTo>
                    <a:pt x="918600" y="457650"/>
                  </a:lnTo>
                  <a:lnTo>
                    <a:pt x="968755" y="455168"/>
                  </a:lnTo>
                  <a:lnTo>
                    <a:pt x="965453" y="545211"/>
                  </a:lnTo>
                  <a:lnTo>
                    <a:pt x="617219" y="545211"/>
                  </a:lnTo>
                  <a:lnTo>
                    <a:pt x="619140" y="494493"/>
                  </a:lnTo>
                  <a:lnTo>
                    <a:pt x="620633" y="441251"/>
                  </a:lnTo>
                  <a:lnTo>
                    <a:pt x="621700" y="385492"/>
                  </a:lnTo>
                  <a:lnTo>
                    <a:pt x="622340" y="327222"/>
                  </a:lnTo>
                  <a:lnTo>
                    <a:pt x="622553" y="266446"/>
                  </a:lnTo>
                  <a:lnTo>
                    <a:pt x="622340" y="208610"/>
                  </a:lnTo>
                  <a:lnTo>
                    <a:pt x="621700" y="154279"/>
                  </a:lnTo>
                  <a:lnTo>
                    <a:pt x="620633" y="103454"/>
                  </a:lnTo>
                  <a:lnTo>
                    <a:pt x="619140" y="56134"/>
                  </a:lnTo>
                  <a:lnTo>
                    <a:pt x="617219" y="12319"/>
                  </a:lnTo>
                  <a:close/>
                </a:path>
                <a:path w="2429509" h="560070">
                  <a:moveTo>
                    <a:pt x="169417" y="9906"/>
                  </a:moveTo>
                  <a:lnTo>
                    <a:pt x="225288" y="12848"/>
                  </a:lnTo>
                  <a:lnTo>
                    <a:pt x="274643" y="21679"/>
                  </a:lnTo>
                  <a:lnTo>
                    <a:pt x="317486" y="36405"/>
                  </a:lnTo>
                  <a:lnTo>
                    <a:pt x="353826" y="57032"/>
                  </a:lnTo>
                  <a:lnTo>
                    <a:pt x="383666" y="83566"/>
                  </a:lnTo>
                  <a:lnTo>
                    <a:pt x="412763" y="122189"/>
                  </a:lnTo>
                  <a:lnTo>
                    <a:pt x="433562" y="164528"/>
                  </a:lnTo>
                  <a:lnTo>
                    <a:pt x="446049" y="210581"/>
                  </a:lnTo>
                  <a:lnTo>
                    <a:pt x="450214" y="260350"/>
                  </a:lnTo>
                  <a:lnTo>
                    <a:pt x="445549" y="316616"/>
                  </a:lnTo>
                  <a:lnTo>
                    <a:pt x="431561" y="369204"/>
                  </a:lnTo>
                  <a:lnTo>
                    <a:pt x="408263" y="418101"/>
                  </a:lnTo>
                  <a:lnTo>
                    <a:pt x="375665" y="463296"/>
                  </a:lnTo>
                  <a:lnTo>
                    <a:pt x="343480" y="494568"/>
                  </a:lnTo>
                  <a:lnTo>
                    <a:pt x="306515" y="518891"/>
                  </a:lnTo>
                  <a:lnTo>
                    <a:pt x="264776" y="536265"/>
                  </a:lnTo>
                  <a:lnTo>
                    <a:pt x="218271" y="546689"/>
                  </a:lnTo>
                  <a:lnTo>
                    <a:pt x="167004" y="550164"/>
                  </a:lnTo>
                  <a:lnTo>
                    <a:pt x="133838" y="549854"/>
                  </a:lnTo>
                  <a:lnTo>
                    <a:pt x="94932" y="548925"/>
                  </a:lnTo>
                  <a:lnTo>
                    <a:pt x="50311" y="547377"/>
                  </a:lnTo>
                  <a:lnTo>
                    <a:pt x="0" y="545211"/>
                  </a:lnTo>
                  <a:lnTo>
                    <a:pt x="1920" y="494493"/>
                  </a:lnTo>
                  <a:lnTo>
                    <a:pt x="3413" y="441251"/>
                  </a:lnTo>
                  <a:lnTo>
                    <a:pt x="4480" y="385492"/>
                  </a:lnTo>
                  <a:lnTo>
                    <a:pt x="5120" y="327222"/>
                  </a:lnTo>
                  <a:lnTo>
                    <a:pt x="5333" y="266446"/>
                  </a:lnTo>
                  <a:lnTo>
                    <a:pt x="5120" y="208610"/>
                  </a:lnTo>
                  <a:lnTo>
                    <a:pt x="4480" y="154279"/>
                  </a:lnTo>
                  <a:lnTo>
                    <a:pt x="3413" y="103454"/>
                  </a:lnTo>
                  <a:lnTo>
                    <a:pt x="1920" y="56134"/>
                  </a:lnTo>
                  <a:lnTo>
                    <a:pt x="0" y="12319"/>
                  </a:lnTo>
                  <a:lnTo>
                    <a:pt x="71627" y="12319"/>
                  </a:lnTo>
                  <a:lnTo>
                    <a:pt x="81482" y="12245"/>
                  </a:lnTo>
                  <a:lnTo>
                    <a:pt x="93503" y="12017"/>
                  </a:lnTo>
                  <a:lnTo>
                    <a:pt x="107668" y="11622"/>
                  </a:lnTo>
                  <a:lnTo>
                    <a:pt x="123951" y="11049"/>
                  </a:lnTo>
                  <a:lnTo>
                    <a:pt x="139860" y="10548"/>
                  </a:lnTo>
                  <a:lnTo>
                    <a:pt x="152733" y="10191"/>
                  </a:lnTo>
                  <a:lnTo>
                    <a:pt x="162581" y="9977"/>
                  </a:lnTo>
                  <a:lnTo>
                    <a:pt x="169417" y="9906"/>
                  </a:lnTo>
                  <a:close/>
                </a:path>
                <a:path w="2429509" h="560070">
                  <a:moveTo>
                    <a:pt x="2175255" y="0"/>
                  </a:moveTo>
                  <a:lnTo>
                    <a:pt x="2227072" y="4736"/>
                  </a:lnTo>
                  <a:lnTo>
                    <a:pt x="2274506" y="18938"/>
                  </a:lnTo>
                  <a:lnTo>
                    <a:pt x="2317559" y="42594"/>
                  </a:lnTo>
                  <a:lnTo>
                    <a:pt x="2356230" y="75692"/>
                  </a:lnTo>
                  <a:lnTo>
                    <a:pt x="2388068" y="116199"/>
                  </a:lnTo>
                  <a:lnTo>
                    <a:pt x="2410809" y="161909"/>
                  </a:lnTo>
                  <a:lnTo>
                    <a:pt x="2424453" y="212834"/>
                  </a:lnTo>
                  <a:lnTo>
                    <a:pt x="2429002" y="268986"/>
                  </a:lnTo>
                  <a:lnTo>
                    <a:pt x="2425923" y="317493"/>
                  </a:lnTo>
                  <a:lnTo>
                    <a:pt x="2416688" y="362581"/>
                  </a:lnTo>
                  <a:lnTo>
                    <a:pt x="2401295" y="404244"/>
                  </a:lnTo>
                  <a:lnTo>
                    <a:pt x="2379746" y="442474"/>
                  </a:lnTo>
                  <a:lnTo>
                    <a:pt x="2352040" y="477266"/>
                  </a:lnTo>
                  <a:lnTo>
                    <a:pt x="2311348" y="513437"/>
                  </a:lnTo>
                  <a:lnTo>
                    <a:pt x="2266061" y="539273"/>
                  </a:lnTo>
                  <a:lnTo>
                    <a:pt x="2216201" y="554775"/>
                  </a:lnTo>
                  <a:lnTo>
                    <a:pt x="2161793" y="559943"/>
                  </a:lnTo>
                  <a:lnTo>
                    <a:pt x="2109979" y="555202"/>
                  </a:lnTo>
                  <a:lnTo>
                    <a:pt x="2062559" y="540972"/>
                  </a:lnTo>
                  <a:lnTo>
                    <a:pt x="2019544" y="517241"/>
                  </a:lnTo>
                  <a:lnTo>
                    <a:pt x="1980945" y="483997"/>
                  </a:lnTo>
                  <a:lnTo>
                    <a:pt x="1949035" y="443495"/>
                  </a:lnTo>
                  <a:lnTo>
                    <a:pt x="1926256" y="397827"/>
                  </a:lnTo>
                  <a:lnTo>
                    <a:pt x="1912598" y="347015"/>
                  </a:lnTo>
                  <a:lnTo>
                    <a:pt x="1908047" y="291084"/>
                  </a:lnTo>
                  <a:lnTo>
                    <a:pt x="1911126" y="242514"/>
                  </a:lnTo>
                  <a:lnTo>
                    <a:pt x="1920361" y="197388"/>
                  </a:lnTo>
                  <a:lnTo>
                    <a:pt x="1935754" y="155707"/>
                  </a:lnTo>
                  <a:lnTo>
                    <a:pt x="1957303" y="117469"/>
                  </a:lnTo>
                  <a:lnTo>
                    <a:pt x="1985009" y="82677"/>
                  </a:lnTo>
                  <a:lnTo>
                    <a:pt x="2025755" y="46505"/>
                  </a:lnTo>
                  <a:lnTo>
                    <a:pt x="2071036" y="20669"/>
                  </a:lnTo>
                  <a:lnTo>
                    <a:pt x="2120866" y="5167"/>
                  </a:lnTo>
                  <a:lnTo>
                    <a:pt x="2175255" y="0"/>
                  </a:lnTo>
                  <a:close/>
                </a:path>
              </a:pathLst>
            </a:custGeom>
            <a:ln w="6096">
              <a:solidFill>
                <a:srgbClr val="4584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53335">
              <a:lnSpc>
                <a:spcPct val="100000"/>
              </a:lnSpc>
              <a:spcBef>
                <a:spcPts val="105"/>
              </a:spcBef>
            </a:pPr>
            <a:r>
              <a:rPr spc="-254" dirty="0"/>
              <a:t>Top </a:t>
            </a:r>
            <a:r>
              <a:rPr spc="-360" dirty="0"/>
              <a:t>Ten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2694432" y="5818632"/>
            <a:ext cx="396240" cy="201295"/>
            <a:chOff x="2694432" y="5818632"/>
            <a:chExt cx="396240" cy="201295"/>
          </a:xfrm>
        </p:grpSpPr>
        <p:sp>
          <p:nvSpPr>
            <p:cNvPr id="11" name="object 11"/>
            <p:cNvSpPr/>
            <p:nvPr/>
          </p:nvSpPr>
          <p:spPr>
            <a:xfrm>
              <a:off x="2702052" y="5826252"/>
              <a:ext cx="381000" cy="186055"/>
            </a:xfrm>
            <a:custGeom>
              <a:avLst/>
              <a:gdLst/>
              <a:ahLst/>
              <a:cxnLst/>
              <a:rect l="l" t="t" r="r" b="b"/>
              <a:pathLst>
                <a:path w="381000" h="186054">
                  <a:moveTo>
                    <a:pt x="288036" y="0"/>
                  </a:moveTo>
                  <a:lnTo>
                    <a:pt x="288036" y="46482"/>
                  </a:lnTo>
                  <a:lnTo>
                    <a:pt x="92964" y="46482"/>
                  </a:lnTo>
                  <a:lnTo>
                    <a:pt x="92964" y="0"/>
                  </a:lnTo>
                  <a:lnTo>
                    <a:pt x="0" y="92964"/>
                  </a:lnTo>
                  <a:lnTo>
                    <a:pt x="92964" y="185928"/>
                  </a:lnTo>
                  <a:lnTo>
                    <a:pt x="92964" y="139446"/>
                  </a:lnTo>
                  <a:lnTo>
                    <a:pt x="288036" y="139446"/>
                  </a:lnTo>
                  <a:lnTo>
                    <a:pt x="288036" y="185928"/>
                  </a:lnTo>
                  <a:lnTo>
                    <a:pt x="381000" y="92964"/>
                  </a:lnTo>
                  <a:lnTo>
                    <a:pt x="288036" y="0"/>
                  </a:lnTo>
                  <a:close/>
                </a:path>
              </a:pathLst>
            </a:custGeom>
            <a:solidFill>
              <a:srgbClr val="30B6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02052" y="5826252"/>
              <a:ext cx="381000" cy="186055"/>
            </a:xfrm>
            <a:custGeom>
              <a:avLst/>
              <a:gdLst/>
              <a:ahLst/>
              <a:cxnLst/>
              <a:rect l="l" t="t" r="r" b="b"/>
              <a:pathLst>
                <a:path w="381000" h="186054">
                  <a:moveTo>
                    <a:pt x="0" y="92964"/>
                  </a:moveTo>
                  <a:lnTo>
                    <a:pt x="92964" y="0"/>
                  </a:lnTo>
                  <a:lnTo>
                    <a:pt x="92964" y="46482"/>
                  </a:lnTo>
                  <a:lnTo>
                    <a:pt x="288036" y="46482"/>
                  </a:lnTo>
                  <a:lnTo>
                    <a:pt x="288036" y="0"/>
                  </a:lnTo>
                  <a:lnTo>
                    <a:pt x="381000" y="92964"/>
                  </a:lnTo>
                  <a:lnTo>
                    <a:pt x="288036" y="185928"/>
                  </a:lnTo>
                  <a:lnTo>
                    <a:pt x="288036" y="139446"/>
                  </a:lnTo>
                  <a:lnTo>
                    <a:pt x="92964" y="139446"/>
                  </a:lnTo>
                  <a:lnTo>
                    <a:pt x="92964" y="185928"/>
                  </a:lnTo>
                  <a:lnTo>
                    <a:pt x="0" y="92964"/>
                  </a:lnTo>
                  <a:close/>
                </a:path>
              </a:pathLst>
            </a:custGeom>
            <a:ln w="15240">
              <a:solidFill>
                <a:srgbClr val="155D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4" name="object 2">
            <a:extLst>
              <a:ext uri="{FF2B5EF4-FFF2-40B4-BE49-F238E27FC236}">
                <a16:creationId xmlns:a16="http://schemas.microsoft.com/office/drawing/2014/main" id="{46517F9E-CA31-AB23-BB3D-13A315A621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7948797"/>
              </p:ext>
            </p:extLst>
          </p:nvPr>
        </p:nvGraphicFramePr>
        <p:xfrm>
          <a:off x="1239201" y="1690688"/>
          <a:ext cx="10114599" cy="46588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553335"/>
            <a:r>
              <a:rPr lang="en-US" sz="4000" spc="-254"/>
              <a:t>Top </a:t>
            </a:r>
            <a:r>
              <a:rPr lang="en-US" sz="4000" spc="-360"/>
              <a:t>Ten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/>
          <p:nvPr/>
        </p:nvSpPr>
        <p:spPr>
          <a:xfrm>
            <a:off x="590719" y="2330505"/>
            <a:ext cx="4559425" cy="39795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indent="-228600">
              <a:lnSpc>
                <a:spcPct val="90000"/>
              </a:lnSpc>
              <a:spcBef>
                <a:spcPts val="894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1400" spc="-50"/>
              <a:t>∗</a:t>
            </a:r>
            <a:r>
              <a:rPr lang="en-US" sz="1400"/>
              <a:t>	</a:t>
            </a:r>
            <a:r>
              <a:rPr lang="en-US" sz="1400" spc="-110"/>
              <a:t>The</a:t>
            </a:r>
            <a:r>
              <a:rPr lang="en-US" sz="1400" spc="-120"/>
              <a:t> </a:t>
            </a:r>
            <a:r>
              <a:rPr lang="en-US" sz="1400" spc="-10"/>
              <a:t>mapper</a:t>
            </a:r>
            <a:endParaRPr lang="en-US" sz="1400"/>
          </a:p>
          <a:p>
            <a:pPr marL="588645" marR="5080" indent="-228600">
              <a:lnSpc>
                <a:spcPct val="90000"/>
              </a:lnSpc>
              <a:spcBef>
                <a:spcPts val="63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400" spc="-50"/>
              <a:t>∗</a:t>
            </a:r>
            <a:r>
              <a:rPr lang="en-US" sz="1400"/>
              <a:t>	</a:t>
            </a:r>
            <a:r>
              <a:rPr lang="en-US" sz="1400" spc="-120"/>
              <a:t>Each</a:t>
            </a:r>
            <a:r>
              <a:rPr lang="en-US" sz="1400" spc="-40"/>
              <a:t> mapper</a:t>
            </a:r>
            <a:r>
              <a:rPr lang="en-US" sz="1400" spc="-35"/>
              <a:t> determines </a:t>
            </a:r>
            <a:r>
              <a:rPr lang="en-US" sz="1400"/>
              <a:t>the</a:t>
            </a:r>
            <a:r>
              <a:rPr lang="en-US" sz="1400" spc="-45"/>
              <a:t> </a:t>
            </a:r>
            <a:r>
              <a:rPr lang="en-US" sz="1400"/>
              <a:t>top</a:t>
            </a:r>
            <a:r>
              <a:rPr lang="en-US" sz="1400" spc="-50"/>
              <a:t> </a:t>
            </a:r>
            <a:r>
              <a:rPr lang="en-US" sz="1400"/>
              <a:t>ten</a:t>
            </a:r>
            <a:r>
              <a:rPr lang="en-US" sz="1400" spc="-50"/>
              <a:t> </a:t>
            </a:r>
            <a:r>
              <a:rPr lang="en-US" sz="1400" spc="-45"/>
              <a:t>records</a:t>
            </a:r>
            <a:r>
              <a:rPr lang="en-US" sz="1400" spc="-35"/>
              <a:t> </a:t>
            </a:r>
            <a:r>
              <a:rPr lang="en-US" sz="1400"/>
              <a:t>of</a:t>
            </a:r>
            <a:r>
              <a:rPr lang="en-US" sz="1400" spc="-50"/>
              <a:t> </a:t>
            </a:r>
            <a:r>
              <a:rPr lang="en-US" sz="1400" spc="-25"/>
              <a:t>its </a:t>
            </a:r>
            <a:r>
              <a:rPr lang="en-US" sz="1400"/>
              <a:t>input</a:t>
            </a:r>
            <a:r>
              <a:rPr lang="en-US" sz="1400" spc="-75"/>
              <a:t> </a:t>
            </a:r>
            <a:r>
              <a:rPr lang="en-US" sz="1400"/>
              <a:t>split</a:t>
            </a:r>
            <a:r>
              <a:rPr lang="en-US" sz="1400" spc="-65"/>
              <a:t> and</a:t>
            </a:r>
            <a:r>
              <a:rPr lang="en-US" sz="1400" spc="-90"/>
              <a:t> </a:t>
            </a:r>
            <a:r>
              <a:rPr lang="en-US" sz="1400"/>
              <a:t>outputs</a:t>
            </a:r>
            <a:r>
              <a:rPr lang="en-US" sz="1400" spc="-40"/>
              <a:t> </a:t>
            </a:r>
            <a:r>
              <a:rPr lang="en-US" sz="1400"/>
              <a:t>them</a:t>
            </a:r>
            <a:r>
              <a:rPr lang="en-US" sz="1400" spc="-70"/>
              <a:t> </a:t>
            </a:r>
            <a:r>
              <a:rPr lang="en-US" sz="1400" spc="60"/>
              <a:t>to</a:t>
            </a:r>
            <a:r>
              <a:rPr lang="en-US" sz="1400" spc="-75"/>
              <a:t> </a:t>
            </a:r>
            <a:r>
              <a:rPr lang="en-US" sz="1400"/>
              <a:t>the</a:t>
            </a:r>
            <a:r>
              <a:rPr lang="en-US" sz="1400" spc="-70"/>
              <a:t> </a:t>
            </a:r>
            <a:r>
              <a:rPr lang="en-US" sz="1400" spc="-55"/>
              <a:t>reduce</a:t>
            </a:r>
            <a:r>
              <a:rPr lang="en-US" sz="1400" spc="-50"/>
              <a:t> </a:t>
            </a:r>
            <a:r>
              <a:rPr lang="en-US" sz="1400" spc="-10"/>
              <a:t>phase</a:t>
            </a:r>
            <a:endParaRPr lang="en-US" sz="1400"/>
          </a:p>
          <a:p>
            <a:pPr marL="588645" marR="290195" indent="-2286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400" spc="-50"/>
              <a:t>∗</a:t>
            </a:r>
            <a:r>
              <a:rPr lang="en-US" sz="1400"/>
              <a:t>	</a:t>
            </a:r>
            <a:r>
              <a:rPr lang="en-US" sz="1400" spc="-100"/>
              <a:t>The</a:t>
            </a:r>
            <a:r>
              <a:rPr lang="en-US" sz="1400" spc="-65"/>
              <a:t> </a:t>
            </a:r>
            <a:r>
              <a:rPr lang="en-US" sz="1400" spc="-55"/>
              <a:t>mappers</a:t>
            </a:r>
            <a:r>
              <a:rPr lang="en-US" sz="1400" spc="-35"/>
              <a:t> </a:t>
            </a:r>
            <a:r>
              <a:rPr lang="en-US" sz="1400" spc="-65"/>
              <a:t>are</a:t>
            </a:r>
            <a:r>
              <a:rPr lang="en-US" sz="1400" spc="-40"/>
              <a:t> </a:t>
            </a:r>
            <a:r>
              <a:rPr lang="en-US" sz="1400" spc="-50"/>
              <a:t>essentially</a:t>
            </a:r>
            <a:r>
              <a:rPr lang="en-US" sz="1400" spc="-5"/>
              <a:t> </a:t>
            </a:r>
            <a:r>
              <a:rPr lang="en-US" sz="1400"/>
              <a:t>filtering</a:t>
            </a:r>
            <a:r>
              <a:rPr lang="en-US" sz="1400" spc="-60"/>
              <a:t> </a:t>
            </a:r>
            <a:r>
              <a:rPr lang="en-US" sz="1400"/>
              <a:t>their</a:t>
            </a:r>
            <a:r>
              <a:rPr lang="en-US" sz="1400" spc="-55"/>
              <a:t> </a:t>
            </a:r>
            <a:r>
              <a:rPr lang="en-US" sz="1400" spc="-10"/>
              <a:t>input </a:t>
            </a:r>
            <a:r>
              <a:rPr lang="en-US" sz="1400"/>
              <a:t>split</a:t>
            </a:r>
            <a:r>
              <a:rPr lang="en-US" sz="1400" spc="-65"/>
              <a:t> </a:t>
            </a:r>
            <a:r>
              <a:rPr lang="en-US" sz="1400" spc="60"/>
              <a:t>to</a:t>
            </a:r>
            <a:r>
              <a:rPr lang="en-US" sz="1400" spc="-70"/>
              <a:t> </a:t>
            </a:r>
            <a:r>
              <a:rPr lang="en-US" sz="1400"/>
              <a:t>the</a:t>
            </a:r>
            <a:r>
              <a:rPr lang="en-US" sz="1400" spc="-80"/>
              <a:t> </a:t>
            </a:r>
            <a:r>
              <a:rPr lang="en-US" sz="1400"/>
              <a:t>top</a:t>
            </a:r>
            <a:r>
              <a:rPr lang="en-US" sz="1400" spc="-65"/>
              <a:t> </a:t>
            </a:r>
            <a:r>
              <a:rPr lang="en-US" sz="1400"/>
              <a:t>ten</a:t>
            </a:r>
            <a:r>
              <a:rPr lang="en-US" sz="1400" spc="-65"/>
              <a:t> </a:t>
            </a:r>
            <a:r>
              <a:rPr lang="en-US" sz="1400" spc="-40"/>
              <a:t>records,</a:t>
            </a:r>
            <a:r>
              <a:rPr lang="en-US" sz="1400" spc="-50"/>
              <a:t> </a:t>
            </a:r>
            <a:r>
              <a:rPr lang="en-US" sz="1400" spc="-65"/>
              <a:t>and</a:t>
            </a:r>
            <a:r>
              <a:rPr lang="en-US" sz="1400" spc="-90"/>
              <a:t> </a:t>
            </a:r>
            <a:r>
              <a:rPr lang="en-US" sz="1400"/>
              <a:t>the</a:t>
            </a:r>
            <a:r>
              <a:rPr lang="en-US" sz="1400" spc="-70"/>
              <a:t> </a:t>
            </a:r>
            <a:r>
              <a:rPr lang="en-US" sz="1400" spc="-35"/>
              <a:t>reducer</a:t>
            </a:r>
            <a:r>
              <a:rPr lang="en-US" sz="1400" spc="-45"/>
              <a:t> </a:t>
            </a:r>
            <a:r>
              <a:rPr lang="en-US" sz="1400" spc="-25"/>
              <a:t>is </a:t>
            </a:r>
            <a:r>
              <a:rPr lang="en-US" sz="1400" spc="-50"/>
              <a:t>responsible</a:t>
            </a:r>
            <a:r>
              <a:rPr lang="en-US" sz="1400" spc="-25"/>
              <a:t> </a:t>
            </a:r>
            <a:r>
              <a:rPr lang="en-US" sz="1400"/>
              <a:t>for</a:t>
            </a:r>
            <a:r>
              <a:rPr lang="en-US" sz="1400" spc="-45"/>
              <a:t> </a:t>
            </a:r>
            <a:r>
              <a:rPr lang="en-US" sz="1400"/>
              <a:t>the</a:t>
            </a:r>
            <a:r>
              <a:rPr lang="en-US" sz="1400" spc="-50"/>
              <a:t> </a:t>
            </a:r>
            <a:r>
              <a:rPr lang="en-US" sz="1400" spc="-10"/>
              <a:t>final</a:t>
            </a:r>
            <a:r>
              <a:rPr lang="en-US" sz="1400" spc="-50"/>
              <a:t> </a:t>
            </a:r>
            <a:r>
              <a:rPr lang="en-US" sz="1400" spc="-25"/>
              <a:t>ten</a:t>
            </a:r>
            <a:endParaRPr lang="en-US" sz="1400"/>
          </a:p>
          <a:p>
            <a:pPr marL="12700" indent="-228600">
              <a:lnSpc>
                <a:spcPct val="90000"/>
              </a:lnSpc>
              <a:spcBef>
                <a:spcPts val="1175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1400" spc="-50"/>
              <a:t>∗</a:t>
            </a:r>
            <a:r>
              <a:rPr lang="en-US" sz="1400"/>
              <a:t>	</a:t>
            </a:r>
            <a:r>
              <a:rPr lang="en-US" sz="1400" spc="-114"/>
              <a:t>The</a:t>
            </a:r>
            <a:r>
              <a:rPr lang="en-US" sz="1400" spc="-110"/>
              <a:t> </a:t>
            </a:r>
            <a:r>
              <a:rPr lang="en-US" sz="1400" spc="-10"/>
              <a:t>Reducer</a:t>
            </a:r>
            <a:endParaRPr lang="en-US" sz="1400"/>
          </a:p>
          <a:p>
            <a:pPr marL="588645" marR="539115" indent="-228600">
              <a:lnSpc>
                <a:spcPct val="90000"/>
              </a:lnSpc>
              <a:spcBef>
                <a:spcPts val="63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400" spc="-50"/>
              <a:t>∗</a:t>
            </a:r>
            <a:r>
              <a:rPr lang="en-US" sz="1400"/>
              <a:t>	</a:t>
            </a:r>
            <a:r>
              <a:rPr lang="en-US" sz="1400" spc="-90"/>
              <a:t>Use</a:t>
            </a:r>
            <a:r>
              <a:rPr lang="en-US" sz="1400" spc="-75"/>
              <a:t> </a:t>
            </a:r>
            <a:r>
              <a:rPr lang="en-US" sz="1400" spc="-80"/>
              <a:t>an </a:t>
            </a:r>
            <a:r>
              <a:rPr lang="en-US" sz="1400"/>
              <a:t>identity</a:t>
            </a:r>
            <a:r>
              <a:rPr lang="en-US" sz="1400" spc="-55"/>
              <a:t> </a:t>
            </a:r>
            <a:r>
              <a:rPr lang="en-US" sz="1400" spc="-40"/>
              <a:t>reducer</a:t>
            </a:r>
            <a:r>
              <a:rPr lang="en-US" sz="1400" spc="-60"/>
              <a:t> </a:t>
            </a:r>
            <a:r>
              <a:rPr lang="en-US" sz="1400" spc="60"/>
              <a:t>to</a:t>
            </a:r>
            <a:r>
              <a:rPr lang="en-US" sz="1400" spc="-60"/>
              <a:t> </a:t>
            </a:r>
            <a:r>
              <a:rPr lang="en-US" sz="1400" spc="-20"/>
              <a:t>collect</a:t>
            </a:r>
            <a:r>
              <a:rPr lang="en-US" sz="1400" spc="-45"/>
              <a:t> </a:t>
            </a:r>
            <a:r>
              <a:rPr lang="en-US" sz="1400"/>
              <a:t>the</a:t>
            </a:r>
            <a:r>
              <a:rPr lang="en-US" sz="1400" spc="-80"/>
              <a:t> </a:t>
            </a:r>
            <a:r>
              <a:rPr lang="en-US" sz="1400" spc="-25"/>
              <a:t>results </a:t>
            </a:r>
            <a:r>
              <a:rPr lang="en-US" sz="1400"/>
              <a:t>without</a:t>
            </a:r>
            <a:r>
              <a:rPr lang="en-US" sz="1400" spc="25"/>
              <a:t> </a:t>
            </a:r>
            <a:r>
              <a:rPr lang="en-US" sz="1400" spc="-20"/>
              <a:t>doing</a:t>
            </a:r>
            <a:r>
              <a:rPr lang="en-US" sz="1400" spc="20"/>
              <a:t> </a:t>
            </a:r>
            <a:r>
              <a:rPr lang="en-US" sz="1400" spc="-25"/>
              <a:t>anything</a:t>
            </a:r>
            <a:r>
              <a:rPr lang="en-US" sz="1400" spc="20"/>
              <a:t> </a:t>
            </a:r>
            <a:r>
              <a:rPr lang="en-US" sz="1400"/>
              <a:t>with</a:t>
            </a:r>
            <a:r>
              <a:rPr lang="en-US" sz="1400" spc="10"/>
              <a:t> </a:t>
            </a:r>
            <a:r>
              <a:rPr lang="en-US" sz="1400" spc="-20"/>
              <a:t>them</a:t>
            </a:r>
            <a:endParaRPr lang="en-US" sz="1400"/>
          </a:p>
          <a:p>
            <a:pPr marL="314325" indent="-2286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400" spc="-50"/>
              <a:t>∗</a:t>
            </a:r>
            <a:r>
              <a:rPr lang="en-US" sz="1400"/>
              <a:t>	</a:t>
            </a:r>
            <a:r>
              <a:rPr lang="en-US" sz="1400" spc="-55"/>
              <a:t>Just</a:t>
            </a:r>
            <a:r>
              <a:rPr lang="en-US" sz="1400" spc="-85"/>
              <a:t> </a:t>
            </a:r>
            <a:r>
              <a:rPr lang="en-US" sz="1400" spc="-30"/>
              <a:t>remember</a:t>
            </a:r>
            <a:r>
              <a:rPr lang="en-US" sz="1400" spc="-70"/>
              <a:t> </a:t>
            </a:r>
            <a:r>
              <a:rPr lang="en-US" sz="1400" spc="60"/>
              <a:t>to</a:t>
            </a:r>
            <a:r>
              <a:rPr lang="en-US" sz="1400" spc="-90"/>
              <a:t> </a:t>
            </a:r>
            <a:r>
              <a:rPr lang="en-US" sz="1400" spc="-20"/>
              <a:t>configure</a:t>
            </a:r>
            <a:r>
              <a:rPr lang="en-US" sz="1400" spc="-65"/>
              <a:t> </a:t>
            </a:r>
            <a:r>
              <a:rPr lang="en-US" sz="1400" spc="-20"/>
              <a:t>your</a:t>
            </a:r>
            <a:r>
              <a:rPr lang="en-US" sz="1400" spc="-65"/>
              <a:t> </a:t>
            </a:r>
            <a:r>
              <a:rPr lang="en-US" sz="1400"/>
              <a:t>job</a:t>
            </a:r>
            <a:r>
              <a:rPr lang="en-US" sz="1400" spc="-85"/>
              <a:t> </a:t>
            </a:r>
            <a:r>
              <a:rPr lang="en-US" sz="1400" spc="60"/>
              <a:t>to</a:t>
            </a:r>
            <a:r>
              <a:rPr lang="en-US" sz="1400" spc="-90"/>
              <a:t> </a:t>
            </a:r>
            <a:r>
              <a:rPr lang="en-US" sz="1400" spc="-20"/>
              <a:t>only</a:t>
            </a:r>
            <a:r>
              <a:rPr lang="en-US" sz="1400" spc="-75"/>
              <a:t> </a:t>
            </a:r>
            <a:r>
              <a:rPr lang="en-US" sz="1400" spc="-25"/>
              <a:t>use</a:t>
            </a:r>
            <a:endParaRPr lang="en-US" sz="1400"/>
          </a:p>
          <a:p>
            <a:pPr marL="588645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spc="-45"/>
              <a:t>one</a:t>
            </a:r>
            <a:r>
              <a:rPr lang="en-US" sz="1400" spc="-70"/>
              <a:t> </a:t>
            </a:r>
            <a:r>
              <a:rPr lang="en-US" sz="1400" spc="-10"/>
              <a:t>reducer!</a:t>
            </a:r>
            <a:endParaRPr lang="en-US" sz="1400"/>
          </a:p>
          <a:p>
            <a:pPr marL="588645" marR="12700" indent="-2286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400" spc="-50"/>
              <a:t>∗</a:t>
            </a:r>
            <a:r>
              <a:rPr lang="en-US" sz="1400"/>
              <a:t>	Multiple</a:t>
            </a:r>
            <a:r>
              <a:rPr lang="en-US" sz="1400" spc="-65"/>
              <a:t> </a:t>
            </a:r>
            <a:r>
              <a:rPr lang="en-US" sz="1400" spc="-50"/>
              <a:t>reducers</a:t>
            </a:r>
            <a:r>
              <a:rPr lang="en-US" sz="1400" spc="-40"/>
              <a:t> </a:t>
            </a:r>
            <a:r>
              <a:rPr lang="en-US" sz="1400"/>
              <a:t>would</a:t>
            </a:r>
            <a:r>
              <a:rPr lang="en-US" sz="1400" spc="-65"/>
              <a:t> </a:t>
            </a:r>
            <a:r>
              <a:rPr lang="en-US" sz="1400" spc="-55"/>
              <a:t>shard</a:t>
            </a:r>
            <a:r>
              <a:rPr lang="en-US" sz="1400" spc="-75"/>
              <a:t> </a:t>
            </a:r>
            <a:r>
              <a:rPr lang="en-US" sz="1400"/>
              <a:t>the</a:t>
            </a:r>
            <a:r>
              <a:rPr lang="en-US" sz="1400" spc="-85"/>
              <a:t> </a:t>
            </a:r>
            <a:r>
              <a:rPr lang="en-US" sz="1400" spc="-40"/>
              <a:t>data</a:t>
            </a:r>
            <a:r>
              <a:rPr lang="en-US" sz="1400" spc="-65"/>
              <a:t> and</a:t>
            </a:r>
            <a:r>
              <a:rPr lang="en-US" sz="1400" spc="-90"/>
              <a:t> </a:t>
            </a:r>
            <a:r>
              <a:rPr lang="en-US" sz="1400" spc="-10"/>
              <a:t>would </a:t>
            </a:r>
            <a:r>
              <a:rPr lang="en-US" sz="1400" spc="-20"/>
              <a:t>result</a:t>
            </a:r>
            <a:r>
              <a:rPr lang="en-US" sz="1400" spc="-80"/>
              <a:t> </a:t>
            </a:r>
            <a:r>
              <a:rPr lang="en-US" sz="1400" spc="-20"/>
              <a:t>in</a:t>
            </a:r>
            <a:r>
              <a:rPr lang="en-US" sz="1400" spc="-100"/>
              <a:t> </a:t>
            </a:r>
            <a:r>
              <a:rPr lang="en-US" sz="1400"/>
              <a:t>multiple</a:t>
            </a:r>
            <a:r>
              <a:rPr lang="en-US" sz="1400" spc="-70"/>
              <a:t> </a:t>
            </a:r>
            <a:r>
              <a:rPr lang="en-US" sz="1400" spc="95"/>
              <a:t>“top</a:t>
            </a:r>
            <a:r>
              <a:rPr lang="en-US" sz="1400" spc="-75"/>
              <a:t> </a:t>
            </a:r>
            <a:r>
              <a:rPr lang="en-US" sz="1400" spc="65"/>
              <a:t>ten”</a:t>
            </a:r>
            <a:r>
              <a:rPr lang="en-US" sz="1400" spc="-90"/>
              <a:t> </a:t>
            </a:r>
            <a:r>
              <a:rPr lang="en-US" sz="1400" spc="-20"/>
              <a:t>lists</a:t>
            </a:r>
            <a:endParaRPr lang="en-US" sz="14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rcRect r="22374" b="1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553335"/>
            <a:r>
              <a:rPr lang="en-US" sz="4000" kern="1200" spc="-254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Top </a:t>
            </a:r>
            <a:r>
              <a:rPr lang="en-US" sz="4000" kern="1200" spc="-36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5568" y="2481943"/>
            <a:ext cx="10168128" cy="36950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12700" indent="-228600">
              <a:lnSpc>
                <a:spcPct val="90000"/>
              </a:lnSpc>
              <a:spcBef>
                <a:spcPts val="625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200" spc="-50" dirty="0"/>
              <a:t>∗</a:t>
            </a:r>
            <a:r>
              <a:rPr lang="en-US" sz="2200" dirty="0"/>
              <a:t>	</a:t>
            </a:r>
            <a:r>
              <a:rPr lang="en-US" sz="2200" spc="-25" dirty="0"/>
              <a:t>Consequences</a:t>
            </a:r>
            <a:endParaRPr lang="en-US" sz="2200" dirty="0"/>
          </a:p>
          <a:p>
            <a:pPr marL="314325" indent="-228600">
              <a:lnSpc>
                <a:spcPct val="90000"/>
              </a:lnSpc>
              <a:spcBef>
                <a:spcPts val="409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200" spc="-50" dirty="0"/>
              <a:t>∗</a:t>
            </a:r>
            <a:r>
              <a:rPr lang="en-US" sz="2200" dirty="0"/>
              <a:t>	</a:t>
            </a:r>
            <a:r>
              <a:rPr lang="en-US" sz="2200" spc="-100" dirty="0"/>
              <a:t>The</a:t>
            </a:r>
            <a:r>
              <a:rPr lang="en-US" sz="2200" spc="-65" dirty="0"/>
              <a:t> </a:t>
            </a:r>
            <a:r>
              <a:rPr lang="en-US" sz="2200" dirty="0"/>
              <a:t>top</a:t>
            </a:r>
            <a:r>
              <a:rPr lang="en-US" sz="2200" spc="-35" dirty="0"/>
              <a:t> </a:t>
            </a:r>
            <a:r>
              <a:rPr lang="en-US" sz="2200" spc="-135" dirty="0"/>
              <a:t>K</a:t>
            </a:r>
            <a:r>
              <a:rPr lang="en-US" sz="2200" spc="-55" dirty="0"/>
              <a:t> </a:t>
            </a:r>
            <a:r>
              <a:rPr lang="en-US" sz="2200" spc="-45" dirty="0"/>
              <a:t>records</a:t>
            </a:r>
            <a:r>
              <a:rPr lang="en-US" sz="2200" spc="-40" dirty="0"/>
              <a:t> </a:t>
            </a:r>
            <a:r>
              <a:rPr lang="en-US" sz="2200" spc="-65" dirty="0"/>
              <a:t>are</a:t>
            </a:r>
            <a:r>
              <a:rPr lang="en-US" sz="2200" spc="-40" dirty="0"/>
              <a:t> </a:t>
            </a:r>
            <a:r>
              <a:rPr lang="en-US" sz="2200" spc="-10" dirty="0"/>
              <a:t>returned</a:t>
            </a:r>
            <a:endParaRPr lang="en-US" sz="2200" dirty="0"/>
          </a:p>
          <a:p>
            <a:pPr marL="12700" indent="-228600">
              <a:lnSpc>
                <a:spcPct val="90000"/>
              </a:lnSpc>
              <a:spcBef>
                <a:spcPts val="1175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200" spc="-50" dirty="0"/>
              <a:t>∗</a:t>
            </a:r>
            <a:r>
              <a:rPr lang="en-US" sz="2200" dirty="0"/>
              <a:t>	</a:t>
            </a:r>
            <a:r>
              <a:rPr lang="en-US" sz="2200" spc="-30" dirty="0"/>
              <a:t>Known</a:t>
            </a:r>
            <a:r>
              <a:rPr lang="en-US" sz="2200" spc="-110" dirty="0"/>
              <a:t> </a:t>
            </a:r>
            <a:r>
              <a:rPr lang="en-US" sz="2200" spc="-20" dirty="0"/>
              <a:t>uses</a:t>
            </a:r>
            <a:endParaRPr lang="en-US" sz="2200" dirty="0"/>
          </a:p>
          <a:p>
            <a:pPr marL="314325" indent="-228600">
              <a:lnSpc>
                <a:spcPct val="90000"/>
              </a:lnSpc>
              <a:spcBef>
                <a:spcPts val="409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200" spc="-50" dirty="0"/>
              <a:t>∗</a:t>
            </a:r>
            <a:r>
              <a:rPr lang="en-US" sz="2200" dirty="0"/>
              <a:t>	</a:t>
            </a:r>
            <a:r>
              <a:rPr lang="en-US" sz="2200" spc="-20" dirty="0"/>
              <a:t>Outlier</a:t>
            </a:r>
            <a:r>
              <a:rPr lang="en-US" sz="2200" spc="-65" dirty="0"/>
              <a:t> </a:t>
            </a:r>
            <a:r>
              <a:rPr lang="en-US" sz="2200" spc="-10" dirty="0"/>
              <a:t>analysis</a:t>
            </a:r>
            <a:endParaRPr lang="en-US" sz="2200" dirty="0"/>
          </a:p>
          <a:p>
            <a:pPr marL="314325" indent="-228600">
              <a:lnSpc>
                <a:spcPct val="90000"/>
              </a:lnSpc>
              <a:spcBef>
                <a:spcPts val="38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200" spc="-50" dirty="0"/>
              <a:t>∗</a:t>
            </a:r>
            <a:r>
              <a:rPr lang="en-US" sz="2200" dirty="0"/>
              <a:t>	</a:t>
            </a:r>
            <a:r>
              <a:rPr lang="en-US" sz="2200" spc="-65" dirty="0"/>
              <a:t>Select</a:t>
            </a:r>
            <a:r>
              <a:rPr lang="en-US" sz="2200" spc="-55" dirty="0"/>
              <a:t> </a:t>
            </a:r>
            <a:r>
              <a:rPr lang="en-US" sz="2200" spc="-20" dirty="0"/>
              <a:t>interesting</a:t>
            </a:r>
            <a:r>
              <a:rPr lang="en-US" sz="2200" spc="-60" dirty="0"/>
              <a:t> </a:t>
            </a:r>
            <a:r>
              <a:rPr lang="en-US" sz="2200" spc="-35" dirty="0"/>
              <a:t>data</a:t>
            </a:r>
            <a:r>
              <a:rPr lang="en-US" sz="2200" spc="-45" dirty="0"/>
              <a:t> </a:t>
            </a:r>
            <a:r>
              <a:rPr lang="en-US" sz="2200" spc="-10" dirty="0"/>
              <a:t>(most</a:t>
            </a:r>
            <a:r>
              <a:rPr lang="en-US" sz="2200" spc="-60" dirty="0"/>
              <a:t> </a:t>
            </a:r>
            <a:r>
              <a:rPr lang="en-US" sz="2200" spc="-45" dirty="0"/>
              <a:t>valuable</a:t>
            </a:r>
            <a:r>
              <a:rPr lang="en-US" sz="2200" spc="-25" dirty="0"/>
              <a:t> </a:t>
            </a:r>
            <a:r>
              <a:rPr lang="en-US" sz="2200" spc="-10" dirty="0"/>
              <a:t>data)</a:t>
            </a:r>
            <a:endParaRPr lang="en-US" sz="2200" dirty="0"/>
          </a:p>
          <a:p>
            <a:pPr marL="314325" indent="-228600">
              <a:lnSpc>
                <a:spcPct val="90000"/>
              </a:lnSpc>
              <a:spcBef>
                <a:spcPts val="38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200" spc="-50" dirty="0"/>
              <a:t>∗</a:t>
            </a:r>
            <a:r>
              <a:rPr lang="en-US" sz="2200" dirty="0"/>
              <a:t>	</a:t>
            </a:r>
            <a:r>
              <a:rPr lang="en-US" sz="2200" spc="-80" dirty="0"/>
              <a:t>Catchy</a:t>
            </a:r>
            <a:r>
              <a:rPr lang="en-US" sz="2200" spc="-60" dirty="0"/>
              <a:t> </a:t>
            </a:r>
            <a:r>
              <a:rPr lang="en-US" sz="2200" spc="-10" dirty="0"/>
              <a:t>dashboards</a:t>
            </a:r>
            <a:endParaRPr lang="en-US" sz="2200" dirty="0"/>
          </a:p>
          <a:p>
            <a:pPr marL="12700" indent="-228600">
              <a:lnSpc>
                <a:spcPct val="90000"/>
              </a:lnSpc>
              <a:spcBef>
                <a:spcPts val="1175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200" spc="-50" dirty="0"/>
              <a:t>∗</a:t>
            </a:r>
            <a:r>
              <a:rPr lang="en-US" sz="2200" dirty="0"/>
              <a:t>	</a:t>
            </a:r>
            <a:r>
              <a:rPr lang="en-US" sz="2200" spc="-20" dirty="0"/>
              <a:t>Resemblances</a:t>
            </a:r>
            <a:endParaRPr lang="en-US" sz="2200" dirty="0"/>
          </a:p>
          <a:p>
            <a:pPr marL="317500" indent="-228600">
              <a:lnSpc>
                <a:spcPct val="90000"/>
              </a:lnSpc>
              <a:spcBef>
                <a:spcPts val="965"/>
              </a:spcBef>
              <a:buFont typeface="Arial" panose="020B0604020202020204" pitchFamily="34" charset="0"/>
              <a:buChar char="•"/>
            </a:pPr>
            <a:r>
              <a:rPr lang="en-US" sz="2200" b="1" spc="-254" dirty="0"/>
              <a:t>SELECT</a:t>
            </a:r>
            <a:r>
              <a:rPr lang="en-US" sz="2200" b="1" spc="-90" dirty="0"/>
              <a:t> </a:t>
            </a:r>
            <a:r>
              <a:rPr lang="en-US" sz="2200" b="1" spc="200" dirty="0"/>
              <a:t>*</a:t>
            </a:r>
            <a:r>
              <a:rPr lang="en-US" sz="2200" b="1" spc="-100" dirty="0"/>
              <a:t> </a:t>
            </a:r>
            <a:r>
              <a:rPr lang="en-US" sz="2200" b="1" spc="-150" dirty="0"/>
              <a:t>FROM</a:t>
            </a:r>
            <a:r>
              <a:rPr lang="en-US" sz="2200" b="1" spc="-95" dirty="0"/>
              <a:t> </a:t>
            </a:r>
            <a:r>
              <a:rPr lang="en-US" sz="2200" b="1" spc="-65" dirty="0"/>
              <a:t>table</a:t>
            </a:r>
            <a:r>
              <a:rPr lang="en-US" sz="2200" b="1" spc="-95" dirty="0"/>
              <a:t> </a:t>
            </a:r>
            <a:r>
              <a:rPr lang="en-US" sz="2200" b="1" spc="-200" dirty="0"/>
              <a:t>WHERE</a:t>
            </a:r>
            <a:r>
              <a:rPr lang="en-US" sz="2200" b="1" spc="-85" dirty="0"/>
              <a:t> </a:t>
            </a:r>
            <a:r>
              <a:rPr lang="en-US" sz="2200" b="1" spc="-100" dirty="0"/>
              <a:t>col4 = 3 </a:t>
            </a:r>
            <a:br>
              <a:rPr lang="en-US" sz="2200" b="1" spc="-100" dirty="0"/>
            </a:br>
            <a:r>
              <a:rPr lang="en-US" sz="2200" b="1" spc="-100" dirty="0"/>
              <a:t>ORDER by col4 </a:t>
            </a:r>
            <a:r>
              <a:rPr lang="en-US" sz="2200" b="1" spc="-254" dirty="0"/>
              <a:t>DESC</a:t>
            </a:r>
            <a:r>
              <a:rPr lang="en-US" sz="2200" b="1" spc="-95" dirty="0"/>
              <a:t> </a:t>
            </a:r>
          </a:p>
          <a:p>
            <a:pPr marL="317500" indent="-228600">
              <a:lnSpc>
                <a:spcPct val="90000"/>
              </a:lnSpc>
              <a:spcBef>
                <a:spcPts val="965"/>
              </a:spcBef>
              <a:buFont typeface="Arial" panose="020B0604020202020204" pitchFamily="34" charset="0"/>
              <a:buChar char="•"/>
            </a:pPr>
            <a:r>
              <a:rPr lang="en-US" sz="2200" b="1" spc="-75" dirty="0"/>
              <a:t>LIMIT</a:t>
            </a:r>
            <a:r>
              <a:rPr lang="en-US" sz="2200" b="1" spc="-125" dirty="0"/>
              <a:t> </a:t>
            </a:r>
            <a:r>
              <a:rPr lang="en-US" sz="2200" b="1" spc="-25" dirty="0"/>
              <a:t>10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1A70727C-9A38-DE19-91FD-BA71D51BA3E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553335"/>
            <a:r>
              <a:rPr lang="en-US" spc="-254"/>
              <a:t>Top </a:t>
            </a:r>
            <a:r>
              <a:rPr lang="en-US" spc="-360"/>
              <a:t>Ten</a:t>
            </a:r>
          </a:p>
        </p:txBody>
      </p:sp>
      <p:graphicFrame>
        <p:nvGraphicFramePr>
          <p:cNvPr id="16" name="object 2">
            <a:extLst>
              <a:ext uri="{FF2B5EF4-FFF2-40B4-BE49-F238E27FC236}">
                <a16:creationId xmlns:a16="http://schemas.microsoft.com/office/drawing/2014/main" id="{15ED79A0-85C9-38F0-DFF2-B4B8D53AC4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2584160"/>
              </p:ext>
            </p:extLst>
          </p:nvPr>
        </p:nvGraphicFramePr>
        <p:xfrm>
          <a:off x="838200" y="1295400"/>
          <a:ext cx="10896600" cy="4881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2553335"/>
            <a:r>
              <a:rPr lang="en-US" sz="4800" kern="1200" spc="-254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Top </a:t>
            </a:r>
            <a:r>
              <a:rPr lang="en-US" sz="4800" kern="1200" spc="-36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object 10"/>
          <p:cNvGrpSpPr/>
          <p:nvPr/>
        </p:nvGrpSpPr>
        <p:grpSpPr>
          <a:xfrm>
            <a:off x="5917911" y="3727732"/>
            <a:ext cx="5143631" cy="1233409"/>
            <a:chOff x="4857750" y="3252724"/>
            <a:chExt cx="2457450" cy="58928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6800" y="3272028"/>
              <a:ext cx="2438400" cy="56997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857750" y="3252724"/>
              <a:ext cx="2429510" cy="560070"/>
            </a:xfrm>
            <a:custGeom>
              <a:avLst/>
              <a:gdLst/>
              <a:ahLst/>
              <a:cxnLst/>
              <a:rect l="l" t="t" r="r" b="b"/>
              <a:pathLst>
                <a:path w="2429509" h="560070">
                  <a:moveTo>
                    <a:pt x="170774" y="9977"/>
                  </a:moveTo>
                  <a:lnTo>
                    <a:pt x="162581" y="9977"/>
                  </a:lnTo>
                  <a:lnTo>
                    <a:pt x="107668" y="11622"/>
                  </a:lnTo>
                  <a:lnTo>
                    <a:pt x="77614" y="12319"/>
                  </a:lnTo>
                  <a:lnTo>
                    <a:pt x="0" y="12319"/>
                  </a:lnTo>
                  <a:lnTo>
                    <a:pt x="1920" y="56134"/>
                  </a:lnTo>
                  <a:lnTo>
                    <a:pt x="3413" y="103454"/>
                  </a:lnTo>
                  <a:lnTo>
                    <a:pt x="4480" y="154279"/>
                  </a:lnTo>
                  <a:lnTo>
                    <a:pt x="5084" y="205517"/>
                  </a:lnTo>
                  <a:lnTo>
                    <a:pt x="5171" y="222321"/>
                  </a:lnTo>
                  <a:lnTo>
                    <a:pt x="5293" y="277876"/>
                  </a:lnTo>
                  <a:lnTo>
                    <a:pt x="5162" y="315287"/>
                  </a:lnTo>
                  <a:lnTo>
                    <a:pt x="5120" y="327222"/>
                  </a:lnTo>
                  <a:lnTo>
                    <a:pt x="4515" y="382335"/>
                  </a:lnTo>
                  <a:lnTo>
                    <a:pt x="4480" y="385492"/>
                  </a:lnTo>
                  <a:lnTo>
                    <a:pt x="3532" y="435028"/>
                  </a:lnTo>
                  <a:lnTo>
                    <a:pt x="3413" y="441251"/>
                  </a:lnTo>
                  <a:lnTo>
                    <a:pt x="1917" y="494568"/>
                  </a:lnTo>
                  <a:lnTo>
                    <a:pt x="0" y="545211"/>
                  </a:lnTo>
                  <a:lnTo>
                    <a:pt x="94932" y="548925"/>
                  </a:lnTo>
                  <a:lnTo>
                    <a:pt x="133838" y="549854"/>
                  </a:lnTo>
                  <a:lnTo>
                    <a:pt x="167004" y="550164"/>
                  </a:lnTo>
                  <a:lnTo>
                    <a:pt x="218271" y="546689"/>
                  </a:lnTo>
                  <a:lnTo>
                    <a:pt x="264776" y="536265"/>
                  </a:lnTo>
                  <a:lnTo>
                    <a:pt x="306515" y="518891"/>
                  </a:lnTo>
                  <a:lnTo>
                    <a:pt x="343480" y="494568"/>
                  </a:lnTo>
                  <a:lnTo>
                    <a:pt x="373051" y="465836"/>
                  </a:lnTo>
                  <a:lnTo>
                    <a:pt x="165734" y="465836"/>
                  </a:lnTo>
                  <a:lnTo>
                    <a:pt x="152419" y="465502"/>
                  </a:lnTo>
                  <a:lnTo>
                    <a:pt x="112521" y="460502"/>
                  </a:lnTo>
                  <a:lnTo>
                    <a:pt x="110761" y="412303"/>
                  </a:lnTo>
                  <a:lnTo>
                    <a:pt x="109489" y="363902"/>
                  </a:lnTo>
                  <a:lnTo>
                    <a:pt x="108739" y="316616"/>
                  </a:lnTo>
                  <a:lnTo>
                    <a:pt x="108518" y="277876"/>
                  </a:lnTo>
                  <a:lnTo>
                    <a:pt x="108422" y="260350"/>
                  </a:lnTo>
                  <a:lnTo>
                    <a:pt x="108303" y="240160"/>
                  </a:lnTo>
                  <a:lnTo>
                    <a:pt x="108198" y="222321"/>
                  </a:lnTo>
                  <a:lnTo>
                    <a:pt x="107426" y="179101"/>
                  </a:lnTo>
                  <a:lnTo>
                    <a:pt x="106154" y="136786"/>
                  </a:lnTo>
                  <a:lnTo>
                    <a:pt x="104393" y="95377"/>
                  </a:lnTo>
                  <a:lnTo>
                    <a:pt x="118899" y="93783"/>
                  </a:lnTo>
                  <a:lnTo>
                    <a:pt x="131762" y="92630"/>
                  </a:lnTo>
                  <a:lnTo>
                    <a:pt x="143005" y="91930"/>
                  </a:lnTo>
                  <a:lnTo>
                    <a:pt x="152653" y="91694"/>
                  </a:lnTo>
                  <a:lnTo>
                    <a:pt x="389790" y="91694"/>
                  </a:lnTo>
                  <a:lnTo>
                    <a:pt x="383666" y="83566"/>
                  </a:lnTo>
                  <a:lnTo>
                    <a:pt x="353826" y="57032"/>
                  </a:lnTo>
                  <a:lnTo>
                    <a:pt x="317486" y="36405"/>
                  </a:lnTo>
                  <a:lnTo>
                    <a:pt x="274643" y="21679"/>
                  </a:lnTo>
                  <a:lnTo>
                    <a:pt x="225288" y="12848"/>
                  </a:lnTo>
                  <a:lnTo>
                    <a:pt x="170774" y="9977"/>
                  </a:lnTo>
                  <a:close/>
                </a:path>
                <a:path w="2429509" h="560070">
                  <a:moveTo>
                    <a:pt x="389790" y="91694"/>
                  </a:moveTo>
                  <a:lnTo>
                    <a:pt x="152653" y="91694"/>
                  </a:lnTo>
                  <a:lnTo>
                    <a:pt x="196685" y="95053"/>
                  </a:lnTo>
                  <a:lnTo>
                    <a:pt x="234680" y="105140"/>
                  </a:lnTo>
                  <a:lnTo>
                    <a:pt x="292607" y="145542"/>
                  </a:lnTo>
                  <a:lnTo>
                    <a:pt x="327009" y="205517"/>
                  </a:lnTo>
                  <a:lnTo>
                    <a:pt x="338454" y="277876"/>
                  </a:lnTo>
                  <a:lnTo>
                    <a:pt x="335839" y="315287"/>
                  </a:lnTo>
                  <a:lnTo>
                    <a:pt x="314612" y="382335"/>
                  </a:lnTo>
                  <a:lnTo>
                    <a:pt x="272033" y="435028"/>
                  </a:lnTo>
                  <a:lnTo>
                    <a:pt x="206882" y="462408"/>
                  </a:lnTo>
                  <a:lnTo>
                    <a:pt x="165734" y="465836"/>
                  </a:lnTo>
                  <a:lnTo>
                    <a:pt x="373051" y="465836"/>
                  </a:lnTo>
                  <a:lnTo>
                    <a:pt x="408263" y="418101"/>
                  </a:lnTo>
                  <a:lnTo>
                    <a:pt x="431561" y="369204"/>
                  </a:lnTo>
                  <a:lnTo>
                    <a:pt x="445549" y="316616"/>
                  </a:lnTo>
                  <a:lnTo>
                    <a:pt x="450214" y="260350"/>
                  </a:lnTo>
                  <a:lnTo>
                    <a:pt x="446049" y="210581"/>
                  </a:lnTo>
                  <a:lnTo>
                    <a:pt x="433562" y="164528"/>
                  </a:lnTo>
                  <a:lnTo>
                    <a:pt x="412763" y="122189"/>
                  </a:lnTo>
                  <a:lnTo>
                    <a:pt x="389790" y="91694"/>
                  </a:lnTo>
                  <a:close/>
                </a:path>
                <a:path w="2429509" h="560070">
                  <a:moveTo>
                    <a:pt x="2175255" y="0"/>
                  </a:moveTo>
                  <a:lnTo>
                    <a:pt x="2120866" y="5167"/>
                  </a:lnTo>
                  <a:lnTo>
                    <a:pt x="2071036" y="20669"/>
                  </a:lnTo>
                  <a:lnTo>
                    <a:pt x="2025755" y="46505"/>
                  </a:lnTo>
                  <a:lnTo>
                    <a:pt x="1985009" y="82677"/>
                  </a:lnTo>
                  <a:lnTo>
                    <a:pt x="1957303" y="117469"/>
                  </a:lnTo>
                  <a:lnTo>
                    <a:pt x="1935754" y="155707"/>
                  </a:lnTo>
                  <a:lnTo>
                    <a:pt x="1920361" y="197388"/>
                  </a:lnTo>
                  <a:lnTo>
                    <a:pt x="1911126" y="242514"/>
                  </a:lnTo>
                  <a:lnTo>
                    <a:pt x="1908047" y="291084"/>
                  </a:lnTo>
                  <a:lnTo>
                    <a:pt x="1912598" y="347015"/>
                  </a:lnTo>
                  <a:lnTo>
                    <a:pt x="1926256" y="397827"/>
                  </a:lnTo>
                  <a:lnTo>
                    <a:pt x="1949035" y="443495"/>
                  </a:lnTo>
                  <a:lnTo>
                    <a:pt x="1980945" y="483997"/>
                  </a:lnTo>
                  <a:lnTo>
                    <a:pt x="2019544" y="517241"/>
                  </a:lnTo>
                  <a:lnTo>
                    <a:pt x="2062559" y="540972"/>
                  </a:lnTo>
                  <a:lnTo>
                    <a:pt x="2109979" y="555202"/>
                  </a:lnTo>
                  <a:lnTo>
                    <a:pt x="2161793" y="559943"/>
                  </a:lnTo>
                  <a:lnTo>
                    <a:pt x="2216201" y="554775"/>
                  </a:lnTo>
                  <a:lnTo>
                    <a:pt x="2266061" y="539273"/>
                  </a:lnTo>
                  <a:lnTo>
                    <a:pt x="2311348" y="513437"/>
                  </a:lnTo>
                  <a:lnTo>
                    <a:pt x="2352040" y="477266"/>
                  </a:lnTo>
                  <a:lnTo>
                    <a:pt x="2357905" y="469900"/>
                  </a:lnTo>
                  <a:lnTo>
                    <a:pt x="2172842" y="469900"/>
                  </a:lnTo>
                  <a:lnTo>
                    <a:pt x="2142172" y="466564"/>
                  </a:lnTo>
                  <a:lnTo>
                    <a:pt x="2088260" y="439842"/>
                  </a:lnTo>
                  <a:lnTo>
                    <a:pt x="2045757" y="387764"/>
                  </a:lnTo>
                  <a:lnTo>
                    <a:pt x="2032097" y="355377"/>
                  </a:lnTo>
                  <a:lnTo>
                    <a:pt x="2031984" y="355107"/>
                  </a:lnTo>
                  <a:lnTo>
                    <a:pt x="2023711" y="318474"/>
                  </a:lnTo>
                  <a:lnTo>
                    <a:pt x="2020951" y="277876"/>
                  </a:lnTo>
                  <a:lnTo>
                    <a:pt x="2023481" y="240053"/>
                  </a:lnTo>
                  <a:lnTo>
                    <a:pt x="2023568" y="238756"/>
                  </a:lnTo>
                  <a:lnTo>
                    <a:pt x="2031363" y="203358"/>
                  </a:lnTo>
                  <a:lnTo>
                    <a:pt x="2031412" y="203136"/>
                  </a:lnTo>
                  <a:lnTo>
                    <a:pt x="2062733" y="142494"/>
                  </a:lnTo>
                  <a:lnTo>
                    <a:pt x="2108993" y="102266"/>
                  </a:lnTo>
                  <a:lnTo>
                    <a:pt x="2164206" y="88900"/>
                  </a:lnTo>
                  <a:lnTo>
                    <a:pt x="2366612" y="88900"/>
                  </a:lnTo>
                  <a:lnTo>
                    <a:pt x="2356230" y="75692"/>
                  </a:lnTo>
                  <a:lnTo>
                    <a:pt x="2317559" y="42594"/>
                  </a:lnTo>
                  <a:lnTo>
                    <a:pt x="2274506" y="18938"/>
                  </a:lnTo>
                  <a:lnTo>
                    <a:pt x="2227072" y="4736"/>
                  </a:lnTo>
                  <a:lnTo>
                    <a:pt x="2175255" y="0"/>
                  </a:lnTo>
                  <a:close/>
                </a:path>
                <a:path w="2429509" h="560070">
                  <a:moveTo>
                    <a:pt x="2366612" y="88900"/>
                  </a:moveTo>
                  <a:lnTo>
                    <a:pt x="2164206" y="88900"/>
                  </a:lnTo>
                  <a:lnTo>
                    <a:pt x="2195317" y="92237"/>
                  </a:lnTo>
                  <a:lnTo>
                    <a:pt x="2195163" y="92237"/>
                  </a:lnTo>
                  <a:lnTo>
                    <a:pt x="2249110" y="118796"/>
                  </a:lnTo>
                  <a:lnTo>
                    <a:pt x="2291453" y="170711"/>
                  </a:lnTo>
                  <a:lnTo>
                    <a:pt x="2305052" y="203136"/>
                  </a:lnTo>
                  <a:lnTo>
                    <a:pt x="2305145" y="203358"/>
                  </a:lnTo>
                  <a:lnTo>
                    <a:pt x="2313360" y="240053"/>
                  </a:lnTo>
                  <a:lnTo>
                    <a:pt x="2316098" y="280797"/>
                  </a:lnTo>
                  <a:lnTo>
                    <a:pt x="2313637" y="317493"/>
                  </a:lnTo>
                  <a:lnTo>
                    <a:pt x="2313572" y="318474"/>
                  </a:lnTo>
                  <a:lnTo>
                    <a:pt x="2313481" y="319825"/>
                  </a:lnTo>
                  <a:lnTo>
                    <a:pt x="2305696" y="355107"/>
                  </a:lnTo>
                  <a:lnTo>
                    <a:pt x="2305637" y="355377"/>
                  </a:lnTo>
                  <a:lnTo>
                    <a:pt x="2292578" y="387453"/>
                  </a:lnTo>
                  <a:lnTo>
                    <a:pt x="2274316" y="416052"/>
                  </a:lnTo>
                  <a:lnTo>
                    <a:pt x="2252335" y="439628"/>
                  </a:lnTo>
                  <a:lnTo>
                    <a:pt x="2227853" y="456549"/>
                  </a:lnTo>
                  <a:lnTo>
                    <a:pt x="2201547" y="466564"/>
                  </a:lnTo>
                  <a:lnTo>
                    <a:pt x="2201406" y="466564"/>
                  </a:lnTo>
                  <a:lnTo>
                    <a:pt x="2172842" y="469900"/>
                  </a:lnTo>
                  <a:lnTo>
                    <a:pt x="2357905" y="469900"/>
                  </a:lnTo>
                  <a:lnTo>
                    <a:pt x="2379746" y="442474"/>
                  </a:lnTo>
                  <a:lnTo>
                    <a:pt x="2401295" y="404244"/>
                  </a:lnTo>
                  <a:lnTo>
                    <a:pt x="2416688" y="362581"/>
                  </a:lnTo>
                  <a:lnTo>
                    <a:pt x="2425923" y="317493"/>
                  </a:lnTo>
                  <a:lnTo>
                    <a:pt x="2429002" y="268986"/>
                  </a:lnTo>
                  <a:lnTo>
                    <a:pt x="2424453" y="212834"/>
                  </a:lnTo>
                  <a:lnTo>
                    <a:pt x="2410809" y="161909"/>
                  </a:lnTo>
                  <a:lnTo>
                    <a:pt x="2388068" y="116199"/>
                  </a:lnTo>
                  <a:lnTo>
                    <a:pt x="2366612" y="88900"/>
                  </a:lnTo>
                  <a:close/>
                </a:path>
                <a:path w="2429509" h="560070">
                  <a:moveTo>
                    <a:pt x="1334642" y="12319"/>
                  </a:moveTo>
                  <a:lnTo>
                    <a:pt x="1176273" y="12319"/>
                  </a:lnTo>
                  <a:lnTo>
                    <a:pt x="1175448" y="35052"/>
                  </a:lnTo>
                  <a:lnTo>
                    <a:pt x="1172971" y="67818"/>
                  </a:lnTo>
                  <a:lnTo>
                    <a:pt x="1168844" y="110617"/>
                  </a:lnTo>
                  <a:lnTo>
                    <a:pt x="1163065" y="163449"/>
                  </a:lnTo>
                  <a:lnTo>
                    <a:pt x="1155636" y="226314"/>
                  </a:lnTo>
                  <a:lnTo>
                    <a:pt x="1146555" y="299212"/>
                  </a:lnTo>
                  <a:lnTo>
                    <a:pt x="1135709" y="385536"/>
                  </a:lnTo>
                  <a:lnTo>
                    <a:pt x="1127636" y="450744"/>
                  </a:lnTo>
                  <a:lnTo>
                    <a:pt x="1121711" y="499931"/>
                  </a:lnTo>
                  <a:lnTo>
                    <a:pt x="1118152" y="531416"/>
                  </a:lnTo>
                  <a:lnTo>
                    <a:pt x="1116964" y="545211"/>
                  </a:lnTo>
                  <a:lnTo>
                    <a:pt x="1225041" y="545211"/>
                  </a:lnTo>
                  <a:lnTo>
                    <a:pt x="1225599" y="513572"/>
                  </a:lnTo>
                  <a:lnTo>
                    <a:pt x="1225637" y="511425"/>
                  </a:lnTo>
                  <a:lnTo>
                    <a:pt x="1227423" y="463232"/>
                  </a:lnTo>
                  <a:lnTo>
                    <a:pt x="1230399" y="400657"/>
                  </a:lnTo>
                  <a:lnTo>
                    <a:pt x="1234566" y="323723"/>
                  </a:lnTo>
                  <a:lnTo>
                    <a:pt x="1238831" y="246947"/>
                  </a:lnTo>
                  <a:lnTo>
                    <a:pt x="1241917" y="184816"/>
                  </a:lnTo>
                  <a:lnTo>
                    <a:pt x="1243752" y="139366"/>
                  </a:lnTo>
                  <a:lnTo>
                    <a:pt x="1243836" y="137306"/>
                  </a:lnTo>
                  <a:lnTo>
                    <a:pt x="1244599" y="104394"/>
                  </a:lnTo>
                  <a:lnTo>
                    <a:pt x="1352278" y="104394"/>
                  </a:lnTo>
                  <a:lnTo>
                    <a:pt x="1347200" y="85788"/>
                  </a:lnTo>
                  <a:lnTo>
                    <a:pt x="1337784" y="42160"/>
                  </a:lnTo>
                  <a:lnTo>
                    <a:pt x="1334642" y="12319"/>
                  </a:lnTo>
                  <a:close/>
                </a:path>
                <a:path w="2429509" h="560070">
                  <a:moveTo>
                    <a:pt x="1352278" y="104394"/>
                  </a:moveTo>
                  <a:lnTo>
                    <a:pt x="1250822" y="104394"/>
                  </a:lnTo>
                  <a:lnTo>
                    <a:pt x="1255466" y="130044"/>
                  </a:lnTo>
                  <a:lnTo>
                    <a:pt x="1266896" y="181582"/>
                  </a:lnTo>
                  <a:lnTo>
                    <a:pt x="1282848" y="238379"/>
                  </a:lnTo>
                  <a:lnTo>
                    <a:pt x="1296050" y="278955"/>
                  </a:lnTo>
                  <a:lnTo>
                    <a:pt x="1313277" y="329247"/>
                  </a:lnTo>
                  <a:lnTo>
                    <a:pt x="1334515" y="389255"/>
                  </a:lnTo>
                  <a:lnTo>
                    <a:pt x="1354778" y="447645"/>
                  </a:lnTo>
                  <a:lnTo>
                    <a:pt x="1369266" y="493093"/>
                  </a:lnTo>
                  <a:lnTo>
                    <a:pt x="1377967" y="525611"/>
                  </a:lnTo>
                  <a:lnTo>
                    <a:pt x="1380870" y="545211"/>
                  </a:lnTo>
                  <a:lnTo>
                    <a:pt x="1471421" y="545211"/>
                  </a:lnTo>
                  <a:lnTo>
                    <a:pt x="1474448" y="526043"/>
                  </a:lnTo>
                  <a:lnTo>
                    <a:pt x="1483534" y="493887"/>
                  </a:lnTo>
                  <a:lnTo>
                    <a:pt x="1498693" y="448752"/>
                  </a:lnTo>
                  <a:lnTo>
                    <a:pt x="1511160" y="414655"/>
                  </a:lnTo>
                  <a:lnTo>
                    <a:pt x="1434972" y="414655"/>
                  </a:lnTo>
                  <a:lnTo>
                    <a:pt x="1431831" y="385720"/>
                  </a:lnTo>
                  <a:lnTo>
                    <a:pt x="1422415" y="342725"/>
                  </a:lnTo>
                  <a:lnTo>
                    <a:pt x="1406737" y="285656"/>
                  </a:lnTo>
                  <a:lnTo>
                    <a:pt x="1384807" y="214503"/>
                  </a:lnTo>
                  <a:lnTo>
                    <a:pt x="1362878" y="143228"/>
                  </a:lnTo>
                  <a:lnTo>
                    <a:pt x="1352278" y="104394"/>
                  </a:lnTo>
                  <a:close/>
                </a:path>
                <a:path w="2429509" h="560070">
                  <a:moveTo>
                    <a:pt x="1715764" y="104394"/>
                  </a:moveTo>
                  <a:lnTo>
                    <a:pt x="1613788" y="104394"/>
                  </a:lnTo>
                  <a:lnTo>
                    <a:pt x="1614436" y="130044"/>
                  </a:lnTo>
                  <a:lnTo>
                    <a:pt x="1614501" y="132635"/>
                  </a:lnTo>
                  <a:lnTo>
                    <a:pt x="1616249" y="176403"/>
                  </a:lnTo>
                  <a:lnTo>
                    <a:pt x="1619021" y="235696"/>
                  </a:lnTo>
                  <a:lnTo>
                    <a:pt x="1622805" y="310515"/>
                  </a:lnTo>
                  <a:lnTo>
                    <a:pt x="1625898" y="372755"/>
                  </a:lnTo>
                  <a:lnTo>
                    <a:pt x="1628314" y="427344"/>
                  </a:lnTo>
                  <a:lnTo>
                    <a:pt x="1630048" y="474284"/>
                  </a:lnTo>
                  <a:lnTo>
                    <a:pt x="1631035" y="511425"/>
                  </a:lnTo>
                  <a:lnTo>
                    <a:pt x="1631092" y="513572"/>
                  </a:lnTo>
                  <a:lnTo>
                    <a:pt x="1631441" y="545211"/>
                  </a:lnTo>
                  <a:lnTo>
                    <a:pt x="1750440" y="545211"/>
                  </a:lnTo>
                  <a:lnTo>
                    <a:pt x="1747437" y="502012"/>
                  </a:lnTo>
                  <a:lnTo>
                    <a:pt x="1743665" y="455892"/>
                  </a:lnTo>
                  <a:lnTo>
                    <a:pt x="1737694" y="385720"/>
                  </a:lnTo>
                  <a:lnTo>
                    <a:pt x="1731517" y="314579"/>
                  </a:lnTo>
                  <a:lnTo>
                    <a:pt x="1725798" y="246947"/>
                  </a:lnTo>
                  <a:lnTo>
                    <a:pt x="1720973" y="184816"/>
                  </a:lnTo>
                  <a:lnTo>
                    <a:pt x="1717230" y="130254"/>
                  </a:lnTo>
                  <a:lnTo>
                    <a:pt x="1715764" y="104394"/>
                  </a:lnTo>
                  <a:close/>
                </a:path>
                <a:path w="2429509" h="560070">
                  <a:moveTo>
                    <a:pt x="1712467" y="12319"/>
                  </a:moveTo>
                  <a:lnTo>
                    <a:pt x="1555241" y="12319"/>
                  </a:lnTo>
                  <a:lnTo>
                    <a:pt x="1551672" y="41939"/>
                  </a:lnTo>
                  <a:lnTo>
                    <a:pt x="1540970" y="85455"/>
                  </a:lnTo>
                  <a:lnTo>
                    <a:pt x="1523148" y="142853"/>
                  </a:lnTo>
                  <a:lnTo>
                    <a:pt x="1498218" y="214122"/>
                  </a:lnTo>
                  <a:lnTo>
                    <a:pt x="1473215" y="285245"/>
                  </a:lnTo>
                  <a:lnTo>
                    <a:pt x="1455356" y="342392"/>
                  </a:lnTo>
                  <a:lnTo>
                    <a:pt x="1444640" y="385536"/>
                  </a:lnTo>
                  <a:lnTo>
                    <a:pt x="1441068" y="414655"/>
                  </a:lnTo>
                  <a:lnTo>
                    <a:pt x="1511160" y="414655"/>
                  </a:lnTo>
                  <a:lnTo>
                    <a:pt x="1521748" y="385720"/>
                  </a:lnTo>
                  <a:lnTo>
                    <a:pt x="1542220" y="330019"/>
                  </a:lnTo>
                  <a:lnTo>
                    <a:pt x="1560671" y="277256"/>
                  </a:lnTo>
                  <a:lnTo>
                    <a:pt x="1575264" y="232328"/>
                  </a:lnTo>
                  <a:lnTo>
                    <a:pt x="1585975" y="195199"/>
                  </a:lnTo>
                  <a:lnTo>
                    <a:pt x="1600168" y="139366"/>
                  </a:lnTo>
                  <a:lnTo>
                    <a:pt x="1607692" y="104394"/>
                  </a:lnTo>
                  <a:lnTo>
                    <a:pt x="1715764" y="104394"/>
                  </a:lnTo>
                  <a:lnTo>
                    <a:pt x="1714710" y="85788"/>
                  </a:lnTo>
                  <a:lnTo>
                    <a:pt x="1714584" y="83570"/>
                  </a:lnTo>
                  <a:lnTo>
                    <a:pt x="1712997" y="44260"/>
                  </a:lnTo>
                  <a:lnTo>
                    <a:pt x="1712467" y="12319"/>
                  </a:lnTo>
                  <a:close/>
                </a:path>
                <a:path w="2429509" h="560070">
                  <a:moveTo>
                    <a:pt x="949578" y="12319"/>
                  </a:moveTo>
                  <a:lnTo>
                    <a:pt x="617219" y="12319"/>
                  </a:lnTo>
                  <a:lnTo>
                    <a:pt x="619140" y="56134"/>
                  </a:lnTo>
                  <a:lnTo>
                    <a:pt x="620378" y="95377"/>
                  </a:lnTo>
                  <a:lnTo>
                    <a:pt x="620495" y="99073"/>
                  </a:lnTo>
                  <a:lnTo>
                    <a:pt x="620587" y="101981"/>
                  </a:lnTo>
                  <a:lnTo>
                    <a:pt x="620633" y="103454"/>
                  </a:lnTo>
                  <a:lnTo>
                    <a:pt x="621700" y="154279"/>
                  </a:lnTo>
                  <a:lnTo>
                    <a:pt x="622340" y="208610"/>
                  </a:lnTo>
                  <a:lnTo>
                    <a:pt x="622553" y="266446"/>
                  </a:lnTo>
                  <a:lnTo>
                    <a:pt x="622413" y="306578"/>
                  </a:lnTo>
                  <a:lnTo>
                    <a:pt x="621700" y="385492"/>
                  </a:lnTo>
                  <a:lnTo>
                    <a:pt x="620633" y="441251"/>
                  </a:lnTo>
                  <a:lnTo>
                    <a:pt x="619140" y="494493"/>
                  </a:lnTo>
                  <a:lnTo>
                    <a:pt x="617219" y="545211"/>
                  </a:lnTo>
                  <a:lnTo>
                    <a:pt x="965453" y="545211"/>
                  </a:lnTo>
                  <a:lnTo>
                    <a:pt x="968499" y="462153"/>
                  </a:lnTo>
                  <a:lnTo>
                    <a:pt x="729741" y="462153"/>
                  </a:lnTo>
                  <a:lnTo>
                    <a:pt x="728315" y="425217"/>
                  </a:lnTo>
                  <a:lnTo>
                    <a:pt x="727281" y="386984"/>
                  </a:lnTo>
                  <a:lnTo>
                    <a:pt x="726652" y="347442"/>
                  </a:lnTo>
                  <a:lnTo>
                    <a:pt x="726547" y="327222"/>
                  </a:lnTo>
                  <a:lnTo>
                    <a:pt x="726439" y="306578"/>
                  </a:lnTo>
                  <a:lnTo>
                    <a:pt x="909446" y="306578"/>
                  </a:lnTo>
                  <a:lnTo>
                    <a:pt x="909446" y="229616"/>
                  </a:lnTo>
                  <a:lnTo>
                    <a:pt x="726439" y="229616"/>
                  </a:lnTo>
                  <a:lnTo>
                    <a:pt x="726411" y="225171"/>
                  </a:lnTo>
                  <a:lnTo>
                    <a:pt x="726303" y="208610"/>
                  </a:lnTo>
                  <a:lnTo>
                    <a:pt x="726197" y="192228"/>
                  </a:lnTo>
                  <a:lnTo>
                    <a:pt x="725455" y="157400"/>
                  </a:lnTo>
                  <a:lnTo>
                    <a:pt x="724189" y="125120"/>
                  </a:lnTo>
                  <a:lnTo>
                    <a:pt x="722601" y="99073"/>
                  </a:lnTo>
                  <a:lnTo>
                    <a:pt x="722475" y="97012"/>
                  </a:lnTo>
                  <a:lnTo>
                    <a:pt x="722375" y="95377"/>
                  </a:lnTo>
                  <a:lnTo>
                    <a:pt x="945343" y="95377"/>
                  </a:lnTo>
                  <a:lnTo>
                    <a:pt x="949578" y="12319"/>
                  </a:lnTo>
                  <a:close/>
                </a:path>
                <a:path w="2429509" h="560070">
                  <a:moveTo>
                    <a:pt x="968755" y="455168"/>
                  </a:moveTo>
                  <a:lnTo>
                    <a:pt x="869626" y="459601"/>
                  </a:lnTo>
                  <a:lnTo>
                    <a:pt x="821830" y="461011"/>
                  </a:lnTo>
                  <a:lnTo>
                    <a:pt x="775203" y="461865"/>
                  </a:lnTo>
                  <a:lnTo>
                    <a:pt x="729741" y="462153"/>
                  </a:lnTo>
                  <a:lnTo>
                    <a:pt x="968499" y="462153"/>
                  </a:lnTo>
                  <a:lnTo>
                    <a:pt x="968593" y="459601"/>
                  </a:lnTo>
                  <a:lnTo>
                    <a:pt x="968664" y="457650"/>
                  </a:lnTo>
                  <a:lnTo>
                    <a:pt x="968755" y="455168"/>
                  </a:lnTo>
                  <a:close/>
                </a:path>
                <a:path w="2429509" h="560070">
                  <a:moveTo>
                    <a:pt x="909446" y="306578"/>
                  </a:moveTo>
                  <a:lnTo>
                    <a:pt x="726439" y="306578"/>
                  </a:lnTo>
                  <a:lnTo>
                    <a:pt x="770590" y="306837"/>
                  </a:lnTo>
                  <a:lnTo>
                    <a:pt x="815800" y="307609"/>
                  </a:lnTo>
                  <a:lnTo>
                    <a:pt x="909446" y="310642"/>
                  </a:lnTo>
                  <a:lnTo>
                    <a:pt x="909446" y="306578"/>
                  </a:lnTo>
                  <a:close/>
                </a:path>
                <a:path w="2429509" h="560070">
                  <a:moveTo>
                    <a:pt x="909446" y="225171"/>
                  </a:moveTo>
                  <a:lnTo>
                    <a:pt x="861439" y="227097"/>
                  </a:lnTo>
                  <a:lnTo>
                    <a:pt x="814943" y="228488"/>
                  </a:lnTo>
                  <a:lnTo>
                    <a:pt x="769947" y="229332"/>
                  </a:lnTo>
                  <a:lnTo>
                    <a:pt x="726439" y="229616"/>
                  </a:lnTo>
                  <a:lnTo>
                    <a:pt x="909446" y="229616"/>
                  </a:lnTo>
                  <a:lnTo>
                    <a:pt x="909446" y="225171"/>
                  </a:lnTo>
                  <a:close/>
                </a:path>
                <a:path w="2429509" h="560070">
                  <a:moveTo>
                    <a:pt x="945343" y="95377"/>
                  </a:moveTo>
                  <a:lnTo>
                    <a:pt x="722375" y="95377"/>
                  </a:lnTo>
                  <a:lnTo>
                    <a:pt x="773735" y="95783"/>
                  </a:lnTo>
                  <a:lnTo>
                    <a:pt x="827976" y="97012"/>
                  </a:lnTo>
                  <a:lnTo>
                    <a:pt x="885074" y="99073"/>
                  </a:lnTo>
                  <a:lnTo>
                    <a:pt x="945006" y="101981"/>
                  </a:lnTo>
                  <a:lnTo>
                    <a:pt x="945155" y="99073"/>
                  </a:lnTo>
                  <a:lnTo>
                    <a:pt x="945260" y="97012"/>
                  </a:lnTo>
                  <a:lnTo>
                    <a:pt x="945343" y="953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57750" y="3252724"/>
              <a:ext cx="2429510" cy="560070"/>
            </a:xfrm>
            <a:custGeom>
              <a:avLst/>
              <a:gdLst/>
              <a:ahLst/>
              <a:cxnLst/>
              <a:rect l="l" t="t" r="r" b="b"/>
              <a:pathLst>
                <a:path w="2429509" h="560070">
                  <a:moveTo>
                    <a:pt x="152653" y="91694"/>
                  </a:moveTo>
                  <a:lnTo>
                    <a:pt x="143005" y="91930"/>
                  </a:lnTo>
                  <a:lnTo>
                    <a:pt x="131762" y="92630"/>
                  </a:lnTo>
                  <a:lnTo>
                    <a:pt x="118899" y="93783"/>
                  </a:lnTo>
                  <a:lnTo>
                    <a:pt x="104393" y="95377"/>
                  </a:lnTo>
                  <a:lnTo>
                    <a:pt x="106154" y="136786"/>
                  </a:lnTo>
                  <a:lnTo>
                    <a:pt x="107426" y="179101"/>
                  </a:lnTo>
                  <a:lnTo>
                    <a:pt x="108198" y="222321"/>
                  </a:lnTo>
                  <a:lnTo>
                    <a:pt x="108457" y="266446"/>
                  </a:lnTo>
                  <a:lnTo>
                    <a:pt x="108717" y="315287"/>
                  </a:lnTo>
                  <a:lnTo>
                    <a:pt x="109489" y="363902"/>
                  </a:lnTo>
                  <a:lnTo>
                    <a:pt x="110761" y="412303"/>
                  </a:lnTo>
                  <a:lnTo>
                    <a:pt x="112521" y="460502"/>
                  </a:lnTo>
                  <a:lnTo>
                    <a:pt x="152419" y="465502"/>
                  </a:lnTo>
                  <a:lnTo>
                    <a:pt x="165734" y="465836"/>
                  </a:lnTo>
                  <a:lnTo>
                    <a:pt x="206882" y="462408"/>
                  </a:lnTo>
                  <a:lnTo>
                    <a:pt x="272033" y="435028"/>
                  </a:lnTo>
                  <a:lnTo>
                    <a:pt x="314612" y="382335"/>
                  </a:lnTo>
                  <a:lnTo>
                    <a:pt x="335809" y="315712"/>
                  </a:lnTo>
                  <a:lnTo>
                    <a:pt x="338454" y="277876"/>
                  </a:lnTo>
                  <a:lnTo>
                    <a:pt x="335595" y="240160"/>
                  </a:lnTo>
                  <a:lnTo>
                    <a:pt x="312683" y="173970"/>
                  </a:lnTo>
                  <a:lnTo>
                    <a:pt x="266650" y="121965"/>
                  </a:lnTo>
                  <a:lnTo>
                    <a:pt x="196685" y="95053"/>
                  </a:lnTo>
                  <a:lnTo>
                    <a:pt x="152653" y="91694"/>
                  </a:lnTo>
                  <a:close/>
                </a:path>
                <a:path w="2429509" h="560070">
                  <a:moveTo>
                    <a:pt x="2164206" y="88900"/>
                  </a:moveTo>
                  <a:lnTo>
                    <a:pt x="2108993" y="102266"/>
                  </a:lnTo>
                  <a:lnTo>
                    <a:pt x="2062733" y="142494"/>
                  </a:lnTo>
                  <a:lnTo>
                    <a:pt x="2031412" y="203136"/>
                  </a:lnTo>
                  <a:lnTo>
                    <a:pt x="2020951" y="277876"/>
                  </a:lnTo>
                  <a:lnTo>
                    <a:pt x="2023711" y="318474"/>
                  </a:lnTo>
                  <a:lnTo>
                    <a:pt x="2045757" y="387764"/>
                  </a:lnTo>
                  <a:lnTo>
                    <a:pt x="2088260" y="439842"/>
                  </a:lnTo>
                  <a:lnTo>
                    <a:pt x="2142172" y="466564"/>
                  </a:lnTo>
                  <a:lnTo>
                    <a:pt x="2172842" y="469900"/>
                  </a:lnTo>
                  <a:lnTo>
                    <a:pt x="2201610" y="466540"/>
                  </a:lnTo>
                  <a:lnTo>
                    <a:pt x="2252335" y="439628"/>
                  </a:lnTo>
                  <a:lnTo>
                    <a:pt x="2292578" y="387453"/>
                  </a:lnTo>
                  <a:lnTo>
                    <a:pt x="2313481" y="319825"/>
                  </a:lnTo>
                  <a:lnTo>
                    <a:pt x="2316098" y="280797"/>
                  </a:lnTo>
                  <a:lnTo>
                    <a:pt x="2313360" y="240053"/>
                  </a:lnTo>
                  <a:lnTo>
                    <a:pt x="2291453" y="170711"/>
                  </a:lnTo>
                  <a:lnTo>
                    <a:pt x="2249110" y="118796"/>
                  </a:lnTo>
                  <a:lnTo>
                    <a:pt x="2195095" y="92213"/>
                  </a:lnTo>
                  <a:lnTo>
                    <a:pt x="2164206" y="88900"/>
                  </a:lnTo>
                  <a:close/>
                </a:path>
                <a:path w="2429509" h="560070">
                  <a:moveTo>
                    <a:pt x="1176273" y="12319"/>
                  </a:moveTo>
                  <a:lnTo>
                    <a:pt x="1334642" y="12319"/>
                  </a:lnTo>
                  <a:lnTo>
                    <a:pt x="1337784" y="42160"/>
                  </a:lnTo>
                  <a:lnTo>
                    <a:pt x="1347200" y="85788"/>
                  </a:lnTo>
                  <a:lnTo>
                    <a:pt x="1362878" y="143228"/>
                  </a:lnTo>
                  <a:lnTo>
                    <a:pt x="1384807" y="214503"/>
                  </a:lnTo>
                  <a:lnTo>
                    <a:pt x="1406737" y="285656"/>
                  </a:lnTo>
                  <a:lnTo>
                    <a:pt x="1422415" y="342725"/>
                  </a:lnTo>
                  <a:lnTo>
                    <a:pt x="1431831" y="385720"/>
                  </a:lnTo>
                  <a:lnTo>
                    <a:pt x="1434972" y="414655"/>
                  </a:lnTo>
                  <a:lnTo>
                    <a:pt x="1441068" y="414655"/>
                  </a:lnTo>
                  <a:lnTo>
                    <a:pt x="1444640" y="385536"/>
                  </a:lnTo>
                  <a:lnTo>
                    <a:pt x="1455356" y="342392"/>
                  </a:lnTo>
                  <a:lnTo>
                    <a:pt x="1473215" y="285245"/>
                  </a:lnTo>
                  <a:lnTo>
                    <a:pt x="1498218" y="214122"/>
                  </a:lnTo>
                  <a:lnTo>
                    <a:pt x="1523148" y="142853"/>
                  </a:lnTo>
                  <a:lnTo>
                    <a:pt x="1540970" y="85455"/>
                  </a:lnTo>
                  <a:lnTo>
                    <a:pt x="1551672" y="41939"/>
                  </a:lnTo>
                  <a:lnTo>
                    <a:pt x="1555241" y="12319"/>
                  </a:lnTo>
                  <a:lnTo>
                    <a:pt x="1712467" y="12319"/>
                  </a:lnTo>
                  <a:lnTo>
                    <a:pt x="1714584" y="83570"/>
                  </a:lnTo>
                  <a:lnTo>
                    <a:pt x="1717230" y="130254"/>
                  </a:lnTo>
                  <a:lnTo>
                    <a:pt x="1720934" y="184314"/>
                  </a:lnTo>
                  <a:lnTo>
                    <a:pt x="1725697" y="245754"/>
                  </a:lnTo>
                  <a:lnTo>
                    <a:pt x="1731517" y="314579"/>
                  </a:lnTo>
                  <a:lnTo>
                    <a:pt x="1738362" y="393416"/>
                  </a:lnTo>
                  <a:lnTo>
                    <a:pt x="1743665" y="455892"/>
                  </a:lnTo>
                  <a:lnTo>
                    <a:pt x="1747437" y="502012"/>
                  </a:lnTo>
                  <a:lnTo>
                    <a:pt x="1749692" y="531783"/>
                  </a:lnTo>
                  <a:lnTo>
                    <a:pt x="1750440" y="545211"/>
                  </a:lnTo>
                  <a:lnTo>
                    <a:pt x="1631441" y="545211"/>
                  </a:lnTo>
                  <a:lnTo>
                    <a:pt x="1631092" y="513572"/>
                  </a:lnTo>
                  <a:lnTo>
                    <a:pt x="1630048" y="474284"/>
                  </a:lnTo>
                  <a:lnTo>
                    <a:pt x="1628314" y="427344"/>
                  </a:lnTo>
                  <a:lnTo>
                    <a:pt x="1625898" y="372755"/>
                  </a:lnTo>
                  <a:lnTo>
                    <a:pt x="1622805" y="310515"/>
                  </a:lnTo>
                  <a:lnTo>
                    <a:pt x="1619021" y="235696"/>
                  </a:lnTo>
                  <a:lnTo>
                    <a:pt x="1616249" y="176403"/>
                  </a:lnTo>
                  <a:lnTo>
                    <a:pt x="1614501" y="132635"/>
                  </a:lnTo>
                  <a:lnTo>
                    <a:pt x="1613788" y="104394"/>
                  </a:lnTo>
                  <a:lnTo>
                    <a:pt x="1607692" y="104394"/>
                  </a:lnTo>
                  <a:lnTo>
                    <a:pt x="1593905" y="164669"/>
                  </a:lnTo>
                  <a:lnTo>
                    <a:pt x="1575264" y="232328"/>
                  </a:lnTo>
                  <a:lnTo>
                    <a:pt x="1560671" y="277256"/>
                  </a:lnTo>
                  <a:lnTo>
                    <a:pt x="1542220" y="330019"/>
                  </a:lnTo>
                  <a:lnTo>
                    <a:pt x="1519935" y="390652"/>
                  </a:lnTo>
                  <a:lnTo>
                    <a:pt x="1498693" y="448752"/>
                  </a:lnTo>
                  <a:lnTo>
                    <a:pt x="1483534" y="493887"/>
                  </a:lnTo>
                  <a:lnTo>
                    <a:pt x="1474448" y="526043"/>
                  </a:lnTo>
                  <a:lnTo>
                    <a:pt x="1471421" y="545211"/>
                  </a:lnTo>
                  <a:lnTo>
                    <a:pt x="1380870" y="545211"/>
                  </a:lnTo>
                  <a:lnTo>
                    <a:pt x="1369266" y="493093"/>
                  </a:lnTo>
                  <a:lnTo>
                    <a:pt x="1354778" y="447645"/>
                  </a:lnTo>
                  <a:lnTo>
                    <a:pt x="1334515" y="389255"/>
                  </a:lnTo>
                  <a:lnTo>
                    <a:pt x="1313277" y="329247"/>
                  </a:lnTo>
                  <a:lnTo>
                    <a:pt x="1296050" y="278955"/>
                  </a:lnTo>
                  <a:lnTo>
                    <a:pt x="1282848" y="238379"/>
                  </a:lnTo>
                  <a:lnTo>
                    <a:pt x="1266896" y="181582"/>
                  </a:lnTo>
                  <a:lnTo>
                    <a:pt x="1255466" y="130044"/>
                  </a:lnTo>
                  <a:lnTo>
                    <a:pt x="1250822" y="104394"/>
                  </a:lnTo>
                  <a:lnTo>
                    <a:pt x="1244599" y="104394"/>
                  </a:lnTo>
                  <a:lnTo>
                    <a:pt x="1243836" y="137306"/>
                  </a:lnTo>
                  <a:lnTo>
                    <a:pt x="1241917" y="184816"/>
                  </a:lnTo>
                  <a:lnTo>
                    <a:pt x="1238831" y="246947"/>
                  </a:lnTo>
                  <a:lnTo>
                    <a:pt x="1234566" y="323723"/>
                  </a:lnTo>
                  <a:lnTo>
                    <a:pt x="1230399" y="400657"/>
                  </a:lnTo>
                  <a:lnTo>
                    <a:pt x="1227423" y="463232"/>
                  </a:lnTo>
                  <a:lnTo>
                    <a:pt x="1225637" y="511425"/>
                  </a:lnTo>
                  <a:lnTo>
                    <a:pt x="1225041" y="545211"/>
                  </a:lnTo>
                  <a:lnTo>
                    <a:pt x="1116964" y="545211"/>
                  </a:lnTo>
                  <a:lnTo>
                    <a:pt x="1121711" y="499931"/>
                  </a:lnTo>
                  <a:lnTo>
                    <a:pt x="1127636" y="450744"/>
                  </a:lnTo>
                  <a:lnTo>
                    <a:pt x="1135919" y="383841"/>
                  </a:lnTo>
                  <a:lnTo>
                    <a:pt x="1146555" y="299212"/>
                  </a:lnTo>
                  <a:lnTo>
                    <a:pt x="1155636" y="226314"/>
                  </a:lnTo>
                  <a:lnTo>
                    <a:pt x="1163065" y="163449"/>
                  </a:lnTo>
                  <a:lnTo>
                    <a:pt x="1168844" y="110617"/>
                  </a:lnTo>
                  <a:lnTo>
                    <a:pt x="1172971" y="67818"/>
                  </a:lnTo>
                  <a:lnTo>
                    <a:pt x="1175448" y="35052"/>
                  </a:lnTo>
                  <a:lnTo>
                    <a:pt x="1176273" y="12319"/>
                  </a:lnTo>
                  <a:close/>
                </a:path>
                <a:path w="2429509" h="560070">
                  <a:moveTo>
                    <a:pt x="617219" y="12319"/>
                  </a:moveTo>
                  <a:lnTo>
                    <a:pt x="949578" y="12319"/>
                  </a:lnTo>
                  <a:lnTo>
                    <a:pt x="945006" y="101981"/>
                  </a:lnTo>
                  <a:lnTo>
                    <a:pt x="885074" y="99073"/>
                  </a:lnTo>
                  <a:lnTo>
                    <a:pt x="827976" y="97012"/>
                  </a:lnTo>
                  <a:lnTo>
                    <a:pt x="773735" y="95783"/>
                  </a:lnTo>
                  <a:lnTo>
                    <a:pt x="722375" y="95377"/>
                  </a:lnTo>
                  <a:lnTo>
                    <a:pt x="724189" y="125120"/>
                  </a:lnTo>
                  <a:lnTo>
                    <a:pt x="725455" y="157400"/>
                  </a:lnTo>
                  <a:lnTo>
                    <a:pt x="726197" y="192228"/>
                  </a:lnTo>
                  <a:lnTo>
                    <a:pt x="726439" y="229616"/>
                  </a:lnTo>
                  <a:lnTo>
                    <a:pt x="769947" y="229332"/>
                  </a:lnTo>
                  <a:lnTo>
                    <a:pt x="814943" y="228488"/>
                  </a:lnTo>
                  <a:lnTo>
                    <a:pt x="861439" y="227097"/>
                  </a:lnTo>
                  <a:lnTo>
                    <a:pt x="909446" y="225171"/>
                  </a:lnTo>
                  <a:lnTo>
                    <a:pt x="909446" y="310642"/>
                  </a:lnTo>
                  <a:lnTo>
                    <a:pt x="862081" y="308881"/>
                  </a:lnTo>
                  <a:lnTo>
                    <a:pt x="815800" y="307609"/>
                  </a:lnTo>
                  <a:lnTo>
                    <a:pt x="770590" y="306837"/>
                  </a:lnTo>
                  <a:lnTo>
                    <a:pt x="726439" y="306578"/>
                  </a:lnTo>
                  <a:lnTo>
                    <a:pt x="726652" y="347442"/>
                  </a:lnTo>
                  <a:lnTo>
                    <a:pt x="727281" y="386984"/>
                  </a:lnTo>
                  <a:lnTo>
                    <a:pt x="728315" y="425217"/>
                  </a:lnTo>
                  <a:lnTo>
                    <a:pt x="729741" y="462153"/>
                  </a:lnTo>
                  <a:lnTo>
                    <a:pt x="775203" y="461865"/>
                  </a:lnTo>
                  <a:lnTo>
                    <a:pt x="821830" y="461011"/>
                  </a:lnTo>
                  <a:lnTo>
                    <a:pt x="869626" y="459601"/>
                  </a:lnTo>
                  <a:lnTo>
                    <a:pt x="918600" y="457650"/>
                  </a:lnTo>
                  <a:lnTo>
                    <a:pt x="968755" y="455168"/>
                  </a:lnTo>
                  <a:lnTo>
                    <a:pt x="965453" y="545211"/>
                  </a:lnTo>
                  <a:lnTo>
                    <a:pt x="617219" y="545211"/>
                  </a:lnTo>
                  <a:lnTo>
                    <a:pt x="619140" y="494493"/>
                  </a:lnTo>
                  <a:lnTo>
                    <a:pt x="620633" y="441251"/>
                  </a:lnTo>
                  <a:lnTo>
                    <a:pt x="621700" y="385492"/>
                  </a:lnTo>
                  <a:lnTo>
                    <a:pt x="622340" y="327222"/>
                  </a:lnTo>
                  <a:lnTo>
                    <a:pt x="622553" y="266446"/>
                  </a:lnTo>
                  <a:lnTo>
                    <a:pt x="622340" y="208610"/>
                  </a:lnTo>
                  <a:lnTo>
                    <a:pt x="621700" y="154279"/>
                  </a:lnTo>
                  <a:lnTo>
                    <a:pt x="620633" y="103454"/>
                  </a:lnTo>
                  <a:lnTo>
                    <a:pt x="619140" y="56134"/>
                  </a:lnTo>
                  <a:lnTo>
                    <a:pt x="617219" y="12319"/>
                  </a:lnTo>
                  <a:close/>
                </a:path>
                <a:path w="2429509" h="560070">
                  <a:moveTo>
                    <a:pt x="169417" y="9906"/>
                  </a:moveTo>
                  <a:lnTo>
                    <a:pt x="225288" y="12848"/>
                  </a:lnTo>
                  <a:lnTo>
                    <a:pt x="274643" y="21679"/>
                  </a:lnTo>
                  <a:lnTo>
                    <a:pt x="317486" y="36405"/>
                  </a:lnTo>
                  <a:lnTo>
                    <a:pt x="353826" y="57032"/>
                  </a:lnTo>
                  <a:lnTo>
                    <a:pt x="383666" y="83566"/>
                  </a:lnTo>
                  <a:lnTo>
                    <a:pt x="412763" y="122189"/>
                  </a:lnTo>
                  <a:lnTo>
                    <a:pt x="433562" y="164528"/>
                  </a:lnTo>
                  <a:lnTo>
                    <a:pt x="446049" y="210581"/>
                  </a:lnTo>
                  <a:lnTo>
                    <a:pt x="450214" y="260350"/>
                  </a:lnTo>
                  <a:lnTo>
                    <a:pt x="445549" y="316616"/>
                  </a:lnTo>
                  <a:lnTo>
                    <a:pt x="431561" y="369204"/>
                  </a:lnTo>
                  <a:lnTo>
                    <a:pt x="408263" y="418101"/>
                  </a:lnTo>
                  <a:lnTo>
                    <a:pt x="375665" y="463296"/>
                  </a:lnTo>
                  <a:lnTo>
                    <a:pt x="343480" y="494568"/>
                  </a:lnTo>
                  <a:lnTo>
                    <a:pt x="306515" y="518891"/>
                  </a:lnTo>
                  <a:lnTo>
                    <a:pt x="264776" y="536265"/>
                  </a:lnTo>
                  <a:lnTo>
                    <a:pt x="218271" y="546689"/>
                  </a:lnTo>
                  <a:lnTo>
                    <a:pt x="167004" y="550164"/>
                  </a:lnTo>
                  <a:lnTo>
                    <a:pt x="133838" y="549854"/>
                  </a:lnTo>
                  <a:lnTo>
                    <a:pt x="94932" y="548925"/>
                  </a:lnTo>
                  <a:lnTo>
                    <a:pt x="50311" y="547377"/>
                  </a:lnTo>
                  <a:lnTo>
                    <a:pt x="0" y="545211"/>
                  </a:lnTo>
                  <a:lnTo>
                    <a:pt x="1920" y="494493"/>
                  </a:lnTo>
                  <a:lnTo>
                    <a:pt x="3413" y="441251"/>
                  </a:lnTo>
                  <a:lnTo>
                    <a:pt x="4480" y="385492"/>
                  </a:lnTo>
                  <a:lnTo>
                    <a:pt x="5120" y="327222"/>
                  </a:lnTo>
                  <a:lnTo>
                    <a:pt x="5333" y="266446"/>
                  </a:lnTo>
                  <a:lnTo>
                    <a:pt x="5120" y="208610"/>
                  </a:lnTo>
                  <a:lnTo>
                    <a:pt x="4480" y="154279"/>
                  </a:lnTo>
                  <a:lnTo>
                    <a:pt x="3413" y="103454"/>
                  </a:lnTo>
                  <a:lnTo>
                    <a:pt x="1920" y="56134"/>
                  </a:lnTo>
                  <a:lnTo>
                    <a:pt x="0" y="12319"/>
                  </a:lnTo>
                  <a:lnTo>
                    <a:pt x="71627" y="12319"/>
                  </a:lnTo>
                  <a:lnTo>
                    <a:pt x="81482" y="12245"/>
                  </a:lnTo>
                  <a:lnTo>
                    <a:pt x="93503" y="12017"/>
                  </a:lnTo>
                  <a:lnTo>
                    <a:pt x="107668" y="11622"/>
                  </a:lnTo>
                  <a:lnTo>
                    <a:pt x="123951" y="11049"/>
                  </a:lnTo>
                  <a:lnTo>
                    <a:pt x="139860" y="10548"/>
                  </a:lnTo>
                  <a:lnTo>
                    <a:pt x="152733" y="10191"/>
                  </a:lnTo>
                  <a:lnTo>
                    <a:pt x="162581" y="9977"/>
                  </a:lnTo>
                  <a:lnTo>
                    <a:pt x="169417" y="9906"/>
                  </a:lnTo>
                  <a:close/>
                </a:path>
                <a:path w="2429509" h="560070">
                  <a:moveTo>
                    <a:pt x="2175255" y="0"/>
                  </a:moveTo>
                  <a:lnTo>
                    <a:pt x="2227072" y="4736"/>
                  </a:lnTo>
                  <a:lnTo>
                    <a:pt x="2274506" y="18938"/>
                  </a:lnTo>
                  <a:lnTo>
                    <a:pt x="2317559" y="42594"/>
                  </a:lnTo>
                  <a:lnTo>
                    <a:pt x="2356230" y="75692"/>
                  </a:lnTo>
                  <a:lnTo>
                    <a:pt x="2388068" y="116199"/>
                  </a:lnTo>
                  <a:lnTo>
                    <a:pt x="2410809" y="161909"/>
                  </a:lnTo>
                  <a:lnTo>
                    <a:pt x="2424453" y="212834"/>
                  </a:lnTo>
                  <a:lnTo>
                    <a:pt x="2429002" y="268986"/>
                  </a:lnTo>
                  <a:lnTo>
                    <a:pt x="2425923" y="317493"/>
                  </a:lnTo>
                  <a:lnTo>
                    <a:pt x="2416688" y="362581"/>
                  </a:lnTo>
                  <a:lnTo>
                    <a:pt x="2401295" y="404244"/>
                  </a:lnTo>
                  <a:lnTo>
                    <a:pt x="2379746" y="442474"/>
                  </a:lnTo>
                  <a:lnTo>
                    <a:pt x="2352040" y="477266"/>
                  </a:lnTo>
                  <a:lnTo>
                    <a:pt x="2311348" y="513437"/>
                  </a:lnTo>
                  <a:lnTo>
                    <a:pt x="2266061" y="539273"/>
                  </a:lnTo>
                  <a:lnTo>
                    <a:pt x="2216201" y="554775"/>
                  </a:lnTo>
                  <a:lnTo>
                    <a:pt x="2161793" y="559943"/>
                  </a:lnTo>
                  <a:lnTo>
                    <a:pt x="2109979" y="555202"/>
                  </a:lnTo>
                  <a:lnTo>
                    <a:pt x="2062559" y="540972"/>
                  </a:lnTo>
                  <a:lnTo>
                    <a:pt x="2019544" y="517241"/>
                  </a:lnTo>
                  <a:lnTo>
                    <a:pt x="1980945" y="483997"/>
                  </a:lnTo>
                  <a:lnTo>
                    <a:pt x="1949035" y="443495"/>
                  </a:lnTo>
                  <a:lnTo>
                    <a:pt x="1926256" y="397827"/>
                  </a:lnTo>
                  <a:lnTo>
                    <a:pt x="1912598" y="347015"/>
                  </a:lnTo>
                  <a:lnTo>
                    <a:pt x="1908047" y="291084"/>
                  </a:lnTo>
                  <a:lnTo>
                    <a:pt x="1911126" y="242514"/>
                  </a:lnTo>
                  <a:lnTo>
                    <a:pt x="1920361" y="197388"/>
                  </a:lnTo>
                  <a:lnTo>
                    <a:pt x="1935754" y="155707"/>
                  </a:lnTo>
                  <a:lnTo>
                    <a:pt x="1957303" y="117469"/>
                  </a:lnTo>
                  <a:lnTo>
                    <a:pt x="1985009" y="82677"/>
                  </a:lnTo>
                  <a:lnTo>
                    <a:pt x="2025755" y="46505"/>
                  </a:lnTo>
                  <a:lnTo>
                    <a:pt x="2071036" y="20669"/>
                  </a:lnTo>
                  <a:lnTo>
                    <a:pt x="2120866" y="5167"/>
                  </a:lnTo>
                  <a:lnTo>
                    <a:pt x="2175255" y="0"/>
                  </a:lnTo>
                  <a:close/>
                </a:path>
              </a:pathLst>
            </a:custGeom>
            <a:ln w="6096">
              <a:solidFill>
                <a:srgbClr val="4584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185409" y="580389"/>
            <a:ext cx="18205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Distinct</a:t>
            </a:r>
          </a:p>
        </p:txBody>
      </p:sp>
      <p:graphicFrame>
        <p:nvGraphicFramePr>
          <p:cNvPr id="11" name="object 2">
            <a:extLst>
              <a:ext uri="{FF2B5EF4-FFF2-40B4-BE49-F238E27FC236}">
                <a16:creationId xmlns:a16="http://schemas.microsoft.com/office/drawing/2014/main" id="{34F50A17-4BF6-699D-E698-4859BE8223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0057949"/>
              </p:ext>
            </p:extLst>
          </p:nvPr>
        </p:nvGraphicFramePr>
        <p:xfrm>
          <a:off x="1219200" y="1600200"/>
          <a:ext cx="9848595" cy="30847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  <a:prstGeom prst="rect">
            <a:avLst/>
          </a:prstGeom>
        </p:spPr>
        <p:txBody>
          <a:bodyPr vert="horz" lIns="0" tIns="13335" rIns="0" bIns="0" rtlCol="0">
            <a:normAutofit/>
          </a:bodyPr>
          <a:lstStyle/>
          <a:p>
            <a:pPr marL="12700">
              <a:spcBef>
                <a:spcPts val="105"/>
              </a:spcBef>
            </a:pPr>
            <a:r>
              <a:rPr spc="-30" dirty="0"/>
              <a:t>Distinct</a:t>
            </a:r>
            <a:endParaRPr lang="en-US" spc="-30"/>
          </a:p>
        </p:txBody>
      </p:sp>
      <p:sp>
        <p:nvSpPr>
          <p:cNvPr id="2" name="object 2"/>
          <p:cNvSpPr txBox="1"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  <a:prstGeom prst="rect">
            <a:avLst/>
          </a:prstGeom>
        </p:spPr>
        <p:txBody>
          <a:bodyPr vert="horz" lIns="0" tIns="113664" rIns="0" bIns="0" rtlCol="0">
            <a:normAutofit/>
          </a:bodyPr>
          <a:lstStyle/>
          <a:p>
            <a:pPr marL="12700">
              <a:spcBef>
                <a:spcPts val="894"/>
              </a:spcBef>
              <a:tabLst>
                <a:tab pos="286385" algn="l"/>
              </a:tabLst>
            </a:pPr>
            <a:r>
              <a:rPr lang="en-US" sz="1600" spc="-50">
                <a:latin typeface="Geneva"/>
                <a:cs typeface="Geneva"/>
              </a:rPr>
              <a:t>∗</a:t>
            </a:r>
            <a:r>
              <a:rPr lang="en-US" sz="1600">
                <a:latin typeface="Geneva"/>
                <a:cs typeface="Geneva"/>
              </a:rPr>
              <a:t>	</a:t>
            </a:r>
            <a:r>
              <a:rPr lang="en-US" sz="1600" spc="-10"/>
              <a:t>Structure</a:t>
            </a:r>
          </a:p>
          <a:p>
            <a:pPr marL="314325">
              <a:spcBef>
                <a:spcPts val="630"/>
              </a:spcBef>
              <a:tabLst>
                <a:tab pos="588645" algn="l"/>
              </a:tabLst>
            </a:pPr>
            <a:r>
              <a:rPr lang="en-US" sz="1600" spc="-50">
                <a:latin typeface="Geneva"/>
                <a:cs typeface="Geneva"/>
              </a:rPr>
              <a:t>∗</a:t>
            </a:r>
            <a:r>
              <a:rPr lang="en-US" sz="1600">
                <a:latin typeface="Geneva"/>
                <a:cs typeface="Geneva"/>
              </a:rPr>
              <a:t>	</a:t>
            </a:r>
            <a:r>
              <a:rPr lang="en-US" sz="1600" spc="50"/>
              <a:t>It</a:t>
            </a:r>
            <a:r>
              <a:rPr lang="en-US" sz="1600" spc="-85"/>
              <a:t> </a:t>
            </a:r>
            <a:r>
              <a:rPr lang="en-US" sz="1600" spc="-10"/>
              <a:t>exploits</a:t>
            </a:r>
            <a:r>
              <a:rPr lang="en-US" sz="1600" spc="-45"/>
              <a:t> </a:t>
            </a:r>
            <a:r>
              <a:rPr lang="en-US" sz="1600" spc="-65"/>
              <a:t>MapReduce’s</a:t>
            </a:r>
            <a:r>
              <a:rPr lang="en-US" sz="1600" spc="-45"/>
              <a:t> </a:t>
            </a:r>
            <a:r>
              <a:rPr lang="en-US" sz="1600" spc="-10"/>
              <a:t>ability</a:t>
            </a:r>
            <a:r>
              <a:rPr lang="en-US" sz="1600" spc="-70"/>
              <a:t> </a:t>
            </a:r>
            <a:r>
              <a:rPr lang="en-US" sz="1600" spc="60"/>
              <a:t>to</a:t>
            </a:r>
            <a:r>
              <a:rPr lang="en-US" sz="1600" spc="-75"/>
              <a:t> </a:t>
            </a:r>
            <a:r>
              <a:rPr lang="en-US" sz="1600" spc="-10"/>
              <a:t>group</a:t>
            </a:r>
            <a:r>
              <a:rPr lang="en-US" sz="1600" spc="-65"/>
              <a:t> </a:t>
            </a:r>
            <a:r>
              <a:rPr lang="en-US" sz="1600" spc="-80"/>
              <a:t>keys</a:t>
            </a:r>
            <a:r>
              <a:rPr lang="en-US" sz="1600" spc="-60"/>
              <a:t> </a:t>
            </a:r>
            <a:r>
              <a:rPr lang="en-US" sz="1600"/>
              <a:t>together</a:t>
            </a:r>
            <a:r>
              <a:rPr lang="en-US" sz="1600" spc="-65"/>
              <a:t> </a:t>
            </a:r>
            <a:r>
              <a:rPr lang="en-US" sz="1600" spc="60"/>
              <a:t>to</a:t>
            </a:r>
            <a:r>
              <a:rPr lang="en-US" sz="1600" spc="-65"/>
              <a:t> </a:t>
            </a:r>
            <a:r>
              <a:rPr lang="en-US" sz="1600" spc="-40"/>
              <a:t>remove</a:t>
            </a:r>
            <a:r>
              <a:rPr lang="en-US" sz="1600" spc="-55"/>
              <a:t> </a:t>
            </a:r>
            <a:r>
              <a:rPr lang="en-US" sz="1600" spc="-10"/>
              <a:t>duplicates</a:t>
            </a:r>
            <a:endParaRPr lang="en-US" sz="1600">
              <a:latin typeface="Geneva"/>
              <a:cs typeface="Geneva"/>
            </a:endParaRPr>
          </a:p>
          <a:p>
            <a:pPr marL="314325">
              <a:spcBef>
                <a:spcPts val="600"/>
              </a:spcBef>
              <a:tabLst>
                <a:tab pos="588645" algn="l"/>
              </a:tabLst>
            </a:pPr>
            <a:r>
              <a:rPr lang="en-US" sz="1600" spc="-50">
                <a:latin typeface="Geneva"/>
                <a:cs typeface="Geneva"/>
              </a:rPr>
              <a:t>∗</a:t>
            </a:r>
            <a:r>
              <a:rPr lang="en-US" sz="1600">
                <a:latin typeface="Geneva"/>
                <a:cs typeface="Geneva"/>
              </a:rPr>
              <a:t>	</a:t>
            </a:r>
            <a:r>
              <a:rPr lang="en-US" sz="1600" spc="-30"/>
              <a:t>Mapper</a:t>
            </a:r>
            <a:r>
              <a:rPr lang="en-US" sz="1600" spc="-80"/>
              <a:t> </a:t>
            </a:r>
            <a:r>
              <a:rPr lang="en-US" sz="1600" spc="-25"/>
              <a:t>transforms</a:t>
            </a:r>
            <a:r>
              <a:rPr lang="en-US" sz="1600" spc="-65"/>
              <a:t> </a:t>
            </a:r>
            <a:r>
              <a:rPr lang="en-US" sz="1600"/>
              <a:t>the</a:t>
            </a:r>
            <a:r>
              <a:rPr lang="en-US" sz="1600" spc="-80"/>
              <a:t> </a:t>
            </a:r>
            <a:r>
              <a:rPr lang="en-US" sz="1600" spc="-30"/>
              <a:t>data</a:t>
            </a:r>
            <a:r>
              <a:rPr lang="en-US" sz="1600" spc="-75"/>
              <a:t> </a:t>
            </a:r>
            <a:r>
              <a:rPr lang="en-US" sz="1600" spc="-65"/>
              <a:t>and</a:t>
            </a:r>
            <a:r>
              <a:rPr lang="en-US" sz="1600" spc="-100"/>
              <a:t> </a:t>
            </a:r>
            <a:r>
              <a:rPr lang="en-US" sz="1600" spc="-10"/>
              <a:t>doesn’t</a:t>
            </a:r>
            <a:r>
              <a:rPr lang="en-US" sz="1600" spc="-65"/>
              <a:t> </a:t>
            </a:r>
            <a:r>
              <a:rPr lang="en-US" sz="1600" spc="-10"/>
              <a:t>do</a:t>
            </a:r>
            <a:r>
              <a:rPr lang="en-US" sz="1600" spc="-85"/>
              <a:t> </a:t>
            </a:r>
            <a:r>
              <a:rPr lang="en-US" sz="1600" spc="-50"/>
              <a:t>much</a:t>
            </a:r>
            <a:r>
              <a:rPr lang="en-US" sz="1600" spc="-75"/>
              <a:t> </a:t>
            </a:r>
            <a:r>
              <a:rPr lang="en-US" sz="1600" spc="-20"/>
              <a:t>in</a:t>
            </a:r>
            <a:r>
              <a:rPr lang="en-US" sz="1600" spc="-80"/>
              <a:t> </a:t>
            </a:r>
            <a:r>
              <a:rPr lang="en-US" sz="1600"/>
              <a:t>the</a:t>
            </a:r>
            <a:r>
              <a:rPr lang="en-US" sz="1600" spc="-90"/>
              <a:t> </a:t>
            </a:r>
            <a:r>
              <a:rPr lang="en-US" sz="1600" spc="-10"/>
              <a:t>reducer</a:t>
            </a:r>
            <a:endParaRPr lang="en-US" sz="1600">
              <a:latin typeface="Geneva"/>
              <a:cs typeface="Geneva"/>
            </a:endParaRPr>
          </a:p>
          <a:p>
            <a:pPr marL="588645" marR="99060" indent="-274955">
              <a:spcBef>
                <a:spcPts val="600"/>
              </a:spcBef>
              <a:tabLst>
                <a:tab pos="588645" algn="l"/>
              </a:tabLst>
            </a:pPr>
            <a:r>
              <a:rPr lang="en-US" sz="1600" spc="-50">
                <a:latin typeface="Geneva"/>
                <a:cs typeface="Geneva"/>
              </a:rPr>
              <a:t>∗</a:t>
            </a:r>
            <a:r>
              <a:rPr lang="en-US" sz="1600">
                <a:latin typeface="Geneva"/>
                <a:cs typeface="Geneva"/>
              </a:rPr>
              <a:t>	</a:t>
            </a:r>
            <a:r>
              <a:rPr lang="en-US" sz="1600" spc="-100"/>
              <a:t>The</a:t>
            </a:r>
            <a:r>
              <a:rPr lang="en-US" sz="1600" spc="-70"/>
              <a:t> </a:t>
            </a:r>
            <a:r>
              <a:rPr lang="en-US" sz="1600" spc="-30"/>
              <a:t>Mapper</a:t>
            </a:r>
            <a:r>
              <a:rPr lang="en-US" sz="1600" spc="-55"/>
              <a:t> </a:t>
            </a:r>
            <a:r>
              <a:rPr lang="en-US" sz="1600"/>
              <a:t>will</a:t>
            </a:r>
            <a:r>
              <a:rPr lang="en-US" sz="1600" spc="-60"/>
              <a:t> </a:t>
            </a:r>
            <a:r>
              <a:rPr lang="en-US" sz="1600"/>
              <a:t>get</a:t>
            </a:r>
            <a:r>
              <a:rPr lang="en-US" sz="1600" spc="-50"/>
              <a:t> </a:t>
            </a:r>
            <a:r>
              <a:rPr lang="en-US" sz="1600"/>
              <a:t>the</a:t>
            </a:r>
            <a:r>
              <a:rPr lang="en-US" sz="1600" spc="-55"/>
              <a:t> user</a:t>
            </a:r>
            <a:r>
              <a:rPr lang="en-US" sz="1600" spc="-40"/>
              <a:t> </a:t>
            </a:r>
            <a:r>
              <a:rPr lang="en-US" sz="1600" spc="-75"/>
              <a:t>ID</a:t>
            </a:r>
            <a:r>
              <a:rPr lang="en-US" sz="1600" spc="-70"/>
              <a:t> </a:t>
            </a:r>
            <a:r>
              <a:rPr lang="en-US" sz="1600"/>
              <a:t>from</a:t>
            </a:r>
            <a:r>
              <a:rPr lang="en-US" sz="1600" spc="-55"/>
              <a:t> </a:t>
            </a:r>
            <a:r>
              <a:rPr lang="en-US" sz="1600" spc="-85"/>
              <a:t>each</a:t>
            </a:r>
            <a:r>
              <a:rPr lang="en-US" sz="1600" spc="-40"/>
              <a:t> </a:t>
            </a:r>
            <a:r>
              <a:rPr lang="en-US" sz="1600"/>
              <a:t>input</a:t>
            </a:r>
            <a:r>
              <a:rPr lang="en-US" sz="1600" spc="-55"/>
              <a:t> </a:t>
            </a:r>
            <a:r>
              <a:rPr lang="en-US" sz="1600" spc="-30"/>
              <a:t>record.</a:t>
            </a:r>
            <a:r>
              <a:rPr lang="en-US" sz="1600" spc="-55"/>
              <a:t> </a:t>
            </a:r>
            <a:r>
              <a:rPr lang="en-US" sz="1600" spc="-85"/>
              <a:t>This</a:t>
            </a:r>
            <a:r>
              <a:rPr lang="en-US" sz="1600" spc="-60"/>
              <a:t> </a:t>
            </a:r>
            <a:r>
              <a:rPr lang="en-US" sz="1600" spc="-55"/>
              <a:t>user</a:t>
            </a:r>
            <a:r>
              <a:rPr lang="en-US" sz="1600" spc="-45"/>
              <a:t> </a:t>
            </a:r>
            <a:r>
              <a:rPr lang="en-US" sz="1600" spc="-75"/>
              <a:t>ID</a:t>
            </a:r>
            <a:r>
              <a:rPr lang="en-US" sz="1600" spc="-65"/>
              <a:t> </a:t>
            </a:r>
            <a:r>
              <a:rPr lang="en-US" sz="1600"/>
              <a:t>will</a:t>
            </a:r>
            <a:r>
              <a:rPr lang="en-US" sz="1600" spc="-65"/>
              <a:t> </a:t>
            </a:r>
            <a:r>
              <a:rPr lang="en-US" sz="1600" spc="-45"/>
              <a:t>be</a:t>
            </a:r>
            <a:r>
              <a:rPr lang="en-US" sz="1600" spc="-55"/>
              <a:t> </a:t>
            </a:r>
            <a:r>
              <a:rPr lang="en-US" sz="1600"/>
              <a:t>output</a:t>
            </a:r>
            <a:r>
              <a:rPr lang="en-US" sz="1600" spc="-35"/>
              <a:t> </a:t>
            </a:r>
            <a:r>
              <a:rPr lang="en-US" sz="1600" spc="-125"/>
              <a:t>as</a:t>
            </a:r>
            <a:r>
              <a:rPr lang="en-US" sz="1600" spc="-40"/>
              <a:t> </a:t>
            </a:r>
            <a:r>
              <a:rPr lang="en-US" sz="1600"/>
              <a:t>the</a:t>
            </a:r>
            <a:r>
              <a:rPr lang="en-US" sz="1600" spc="-65"/>
              <a:t> </a:t>
            </a:r>
            <a:r>
              <a:rPr lang="en-US" sz="1600" spc="-55"/>
              <a:t>key</a:t>
            </a:r>
            <a:r>
              <a:rPr lang="en-US" sz="1600" spc="-40"/>
              <a:t> </a:t>
            </a:r>
            <a:r>
              <a:rPr lang="en-US" sz="1600"/>
              <a:t>with</a:t>
            </a:r>
            <a:r>
              <a:rPr lang="en-US" sz="1600" spc="-60"/>
              <a:t> </a:t>
            </a:r>
            <a:r>
              <a:rPr lang="en-US" sz="1600" spc="-114"/>
              <a:t>a</a:t>
            </a:r>
            <a:r>
              <a:rPr lang="en-US" sz="1600" spc="-55"/>
              <a:t> </a:t>
            </a:r>
            <a:r>
              <a:rPr lang="en-US" sz="1600" spc="-20"/>
              <a:t>null value</a:t>
            </a:r>
            <a:endParaRPr lang="en-US" sz="1600">
              <a:latin typeface="Geneva"/>
              <a:cs typeface="Geneva"/>
            </a:endParaRPr>
          </a:p>
          <a:p>
            <a:pPr marL="314325">
              <a:spcBef>
                <a:spcPts val="600"/>
              </a:spcBef>
              <a:tabLst>
                <a:tab pos="588645" algn="l"/>
              </a:tabLst>
            </a:pPr>
            <a:r>
              <a:rPr lang="en-US" sz="1600" spc="-50">
                <a:latin typeface="Geneva"/>
                <a:cs typeface="Geneva"/>
              </a:rPr>
              <a:t>∗</a:t>
            </a:r>
            <a:r>
              <a:rPr lang="en-US" sz="1600">
                <a:latin typeface="Geneva"/>
                <a:cs typeface="Geneva"/>
              </a:rPr>
              <a:t>	</a:t>
            </a:r>
            <a:r>
              <a:rPr lang="en-US" sz="1600" spc="-40"/>
              <a:t>Duplicate</a:t>
            </a:r>
            <a:r>
              <a:rPr lang="en-US" sz="1600" spc="-50"/>
              <a:t> </a:t>
            </a:r>
            <a:r>
              <a:rPr lang="en-US" sz="1600" spc="-40"/>
              <a:t>records</a:t>
            </a:r>
            <a:r>
              <a:rPr lang="en-US" sz="1600" spc="-45"/>
              <a:t> </a:t>
            </a:r>
            <a:r>
              <a:rPr lang="en-US" sz="1600" spc="-65"/>
              <a:t>are</a:t>
            </a:r>
            <a:r>
              <a:rPr lang="en-US" sz="1600" spc="-70"/>
              <a:t> </a:t>
            </a:r>
            <a:r>
              <a:rPr lang="en-US" sz="1600"/>
              <a:t>often</a:t>
            </a:r>
            <a:r>
              <a:rPr lang="en-US" sz="1600" spc="-55"/>
              <a:t> </a:t>
            </a:r>
            <a:r>
              <a:rPr lang="en-US" sz="1600" spc="-25"/>
              <a:t>located</a:t>
            </a:r>
            <a:r>
              <a:rPr lang="en-US" sz="1600" spc="-50"/>
              <a:t> </a:t>
            </a:r>
            <a:r>
              <a:rPr lang="en-US" sz="1600" spc="-60"/>
              <a:t>close</a:t>
            </a:r>
            <a:r>
              <a:rPr lang="en-US" sz="1600" spc="-65"/>
              <a:t> </a:t>
            </a:r>
            <a:r>
              <a:rPr lang="en-US" sz="1600" spc="60"/>
              <a:t>to</a:t>
            </a:r>
            <a:r>
              <a:rPr lang="en-US" sz="1600" spc="-60"/>
              <a:t> </a:t>
            </a:r>
            <a:r>
              <a:rPr lang="en-US" sz="1600" spc="-10"/>
              <a:t>another</a:t>
            </a:r>
            <a:r>
              <a:rPr lang="en-US" sz="1600" spc="-60"/>
              <a:t> </a:t>
            </a:r>
            <a:r>
              <a:rPr lang="en-US" sz="1600" spc="-20"/>
              <a:t>in</a:t>
            </a:r>
            <a:r>
              <a:rPr lang="en-US" sz="1600" spc="-85"/>
              <a:t> </a:t>
            </a:r>
            <a:r>
              <a:rPr lang="en-US" sz="1600" spc="-114"/>
              <a:t>a</a:t>
            </a:r>
            <a:r>
              <a:rPr lang="en-US" sz="1600" spc="-70"/>
              <a:t> </a:t>
            </a:r>
            <a:r>
              <a:rPr lang="en-US" sz="1600" spc="-30"/>
              <a:t>data</a:t>
            </a:r>
            <a:r>
              <a:rPr lang="en-US" sz="1600" spc="-70"/>
              <a:t> </a:t>
            </a:r>
            <a:r>
              <a:rPr lang="en-US" sz="1600" spc="-35"/>
              <a:t>set,</a:t>
            </a:r>
            <a:r>
              <a:rPr lang="en-US" sz="1600" spc="-80"/>
              <a:t> </a:t>
            </a:r>
            <a:r>
              <a:rPr lang="en-US" sz="1600" spc="-75"/>
              <a:t>so</a:t>
            </a:r>
            <a:r>
              <a:rPr lang="en-US" sz="1600" spc="-60"/>
              <a:t> </a:t>
            </a:r>
            <a:r>
              <a:rPr lang="en-US" sz="1600" spc="-114"/>
              <a:t>a</a:t>
            </a:r>
            <a:r>
              <a:rPr lang="en-US" sz="1600" spc="-70"/>
              <a:t> </a:t>
            </a:r>
            <a:r>
              <a:rPr lang="en-US" sz="1600" spc="-25"/>
              <a:t>combiner</a:t>
            </a:r>
            <a:r>
              <a:rPr lang="en-US" sz="1600" spc="-65"/>
              <a:t> </a:t>
            </a:r>
            <a:r>
              <a:rPr lang="en-US" sz="1600"/>
              <a:t>will</a:t>
            </a:r>
            <a:r>
              <a:rPr lang="en-US" sz="1600" spc="-55"/>
              <a:t> </a:t>
            </a:r>
            <a:r>
              <a:rPr lang="en-US" sz="1600" spc="-30"/>
              <a:t>deduplicate</a:t>
            </a:r>
            <a:r>
              <a:rPr lang="en-US" sz="1600" spc="-25"/>
              <a:t> </a:t>
            </a:r>
            <a:r>
              <a:rPr lang="en-US" sz="1600"/>
              <a:t>them</a:t>
            </a:r>
            <a:r>
              <a:rPr lang="en-US" sz="1600" spc="-70"/>
              <a:t> </a:t>
            </a:r>
            <a:r>
              <a:rPr lang="en-US" sz="1600" spc="-25"/>
              <a:t>in</a:t>
            </a:r>
            <a:endParaRPr lang="en-US" sz="1600">
              <a:latin typeface="Geneva"/>
              <a:cs typeface="Geneva"/>
            </a:endParaRPr>
          </a:p>
          <a:p>
            <a:pPr marL="588645"/>
            <a:r>
              <a:rPr lang="en-US" sz="1600"/>
              <a:t>the</a:t>
            </a:r>
            <a:r>
              <a:rPr lang="en-US" sz="1600" spc="-85"/>
              <a:t> </a:t>
            </a:r>
            <a:r>
              <a:rPr lang="en-US" sz="1600" spc="-50"/>
              <a:t>map</a:t>
            </a:r>
            <a:r>
              <a:rPr lang="en-US" sz="1600" spc="-80"/>
              <a:t> </a:t>
            </a:r>
            <a:r>
              <a:rPr lang="en-US" sz="1600" spc="-10"/>
              <a:t>phase.</a:t>
            </a:r>
            <a:endParaRPr lang="en-US" sz="1600"/>
          </a:p>
          <a:p>
            <a:pPr marL="588645" marR="104775" indent="-274955">
              <a:spcBef>
                <a:spcPts val="605"/>
              </a:spcBef>
              <a:tabLst>
                <a:tab pos="588645" algn="l"/>
              </a:tabLst>
            </a:pPr>
            <a:r>
              <a:rPr lang="en-US" sz="1600" spc="-50">
                <a:latin typeface="Geneva"/>
                <a:cs typeface="Geneva"/>
              </a:rPr>
              <a:t>∗</a:t>
            </a:r>
            <a:r>
              <a:rPr lang="en-US" sz="1600">
                <a:latin typeface="Geneva"/>
                <a:cs typeface="Geneva"/>
              </a:rPr>
              <a:t>	</a:t>
            </a:r>
            <a:r>
              <a:rPr lang="en-US" sz="1600" spc="-120"/>
              <a:t>Each</a:t>
            </a:r>
            <a:r>
              <a:rPr lang="en-US" sz="1600" spc="-60"/>
              <a:t> </a:t>
            </a:r>
            <a:r>
              <a:rPr lang="en-US" sz="1600" spc="-40"/>
              <a:t>reducer</a:t>
            </a:r>
            <a:r>
              <a:rPr lang="en-US" sz="1600" spc="-60"/>
              <a:t> </a:t>
            </a:r>
            <a:r>
              <a:rPr lang="en-US" sz="1600" spc="-75"/>
              <a:t>is</a:t>
            </a:r>
            <a:r>
              <a:rPr lang="en-US" sz="1600" spc="-65"/>
              <a:t> </a:t>
            </a:r>
            <a:r>
              <a:rPr lang="en-US" sz="1600" spc="-40"/>
              <a:t>given</a:t>
            </a:r>
            <a:r>
              <a:rPr lang="en-US" sz="1600" spc="-55"/>
              <a:t> </a:t>
            </a:r>
            <a:r>
              <a:rPr lang="en-US" sz="1600" spc="-114"/>
              <a:t>a</a:t>
            </a:r>
            <a:r>
              <a:rPr lang="en-US" sz="1600" spc="-80"/>
              <a:t> </a:t>
            </a:r>
            <a:r>
              <a:rPr lang="en-US" sz="1600" spc="-35"/>
              <a:t>unique</a:t>
            </a:r>
            <a:r>
              <a:rPr lang="en-US" sz="1600" spc="-50"/>
              <a:t> </a:t>
            </a:r>
            <a:r>
              <a:rPr lang="en-US" sz="1600" spc="-55"/>
              <a:t>key </a:t>
            </a:r>
            <a:r>
              <a:rPr lang="en-US" sz="1600" spc="-60"/>
              <a:t>and</a:t>
            </a:r>
            <a:r>
              <a:rPr lang="en-US" sz="1600" spc="-75"/>
              <a:t> </a:t>
            </a:r>
            <a:r>
              <a:rPr lang="en-US" sz="1600" spc="-114"/>
              <a:t>a</a:t>
            </a:r>
            <a:r>
              <a:rPr lang="en-US" sz="1600" spc="-80"/>
              <a:t> </a:t>
            </a:r>
            <a:r>
              <a:rPr lang="en-US" sz="1600" spc="-35"/>
              <a:t>set</a:t>
            </a:r>
            <a:r>
              <a:rPr lang="en-US" sz="1600" spc="-65"/>
              <a:t> </a:t>
            </a:r>
            <a:r>
              <a:rPr lang="en-US" sz="1600"/>
              <a:t>of</a:t>
            </a:r>
            <a:r>
              <a:rPr lang="en-US" sz="1600" spc="-75"/>
              <a:t> </a:t>
            </a:r>
            <a:r>
              <a:rPr lang="en-US" sz="1600" spc="-10"/>
              <a:t>null</a:t>
            </a:r>
            <a:r>
              <a:rPr lang="en-US" sz="1600" spc="-55"/>
              <a:t> </a:t>
            </a:r>
            <a:r>
              <a:rPr lang="en-US" sz="1600" spc="-70"/>
              <a:t>values.</a:t>
            </a:r>
            <a:r>
              <a:rPr lang="en-US" sz="1600" spc="-35"/>
              <a:t> </a:t>
            </a:r>
            <a:r>
              <a:rPr lang="en-US" sz="1600" spc="-105"/>
              <a:t>These</a:t>
            </a:r>
            <a:r>
              <a:rPr lang="en-US" sz="1600" spc="-70"/>
              <a:t> values</a:t>
            </a:r>
            <a:r>
              <a:rPr lang="en-US" sz="1600" spc="-30"/>
              <a:t> </a:t>
            </a:r>
            <a:r>
              <a:rPr lang="en-US" sz="1600" spc="-65"/>
              <a:t>are</a:t>
            </a:r>
            <a:r>
              <a:rPr lang="en-US" sz="1600" spc="-70"/>
              <a:t> </a:t>
            </a:r>
            <a:r>
              <a:rPr lang="en-US" sz="1600" spc="-20"/>
              <a:t>ignored</a:t>
            </a:r>
            <a:r>
              <a:rPr lang="en-US" sz="1600" spc="-60"/>
              <a:t> </a:t>
            </a:r>
            <a:r>
              <a:rPr lang="en-US" sz="1600" spc="-65"/>
              <a:t>and</a:t>
            </a:r>
            <a:r>
              <a:rPr lang="en-US" sz="1600" spc="-90"/>
              <a:t> </a:t>
            </a:r>
            <a:r>
              <a:rPr lang="en-US" sz="1600"/>
              <a:t>the</a:t>
            </a:r>
            <a:r>
              <a:rPr lang="en-US" sz="1600" spc="-70"/>
              <a:t> </a:t>
            </a:r>
            <a:r>
              <a:rPr lang="en-US" sz="1600"/>
              <a:t>input</a:t>
            </a:r>
            <a:r>
              <a:rPr lang="en-US" sz="1600" spc="-70"/>
              <a:t> </a:t>
            </a:r>
            <a:r>
              <a:rPr lang="en-US" sz="1600" spc="-55"/>
              <a:t>key </a:t>
            </a:r>
            <a:r>
              <a:rPr lang="en-US" sz="1600" spc="-25"/>
              <a:t>is </a:t>
            </a:r>
            <a:r>
              <a:rPr lang="en-US" sz="1600"/>
              <a:t>written</a:t>
            </a:r>
            <a:r>
              <a:rPr lang="en-US" sz="1600" spc="-40"/>
              <a:t> </a:t>
            </a:r>
            <a:r>
              <a:rPr lang="en-US" sz="1600" spc="60"/>
              <a:t>to</a:t>
            </a:r>
            <a:r>
              <a:rPr lang="en-US" sz="1600" spc="-35"/>
              <a:t> </a:t>
            </a:r>
            <a:r>
              <a:rPr lang="en-US" sz="1600"/>
              <a:t>the</a:t>
            </a:r>
            <a:r>
              <a:rPr lang="en-US" sz="1600" spc="-40"/>
              <a:t> </a:t>
            </a:r>
            <a:r>
              <a:rPr lang="en-US" sz="1600"/>
              <a:t>file</a:t>
            </a:r>
            <a:r>
              <a:rPr lang="en-US" sz="1600" spc="-35"/>
              <a:t> </a:t>
            </a:r>
            <a:r>
              <a:rPr lang="en-US" sz="1600" spc="-55"/>
              <a:t>system</a:t>
            </a:r>
            <a:r>
              <a:rPr lang="en-US" sz="1600" spc="-25"/>
              <a:t> </a:t>
            </a:r>
            <a:r>
              <a:rPr lang="en-US" sz="1600"/>
              <a:t>with</a:t>
            </a:r>
            <a:r>
              <a:rPr lang="en-US" sz="1600" spc="-45"/>
              <a:t> </a:t>
            </a:r>
            <a:r>
              <a:rPr lang="en-US" sz="1600" spc="-114"/>
              <a:t>a</a:t>
            </a:r>
            <a:r>
              <a:rPr lang="en-US" sz="1600" spc="-35"/>
              <a:t> </a:t>
            </a:r>
            <a:r>
              <a:rPr lang="en-US" sz="1600" spc="-10"/>
              <a:t>null</a:t>
            </a:r>
            <a:r>
              <a:rPr lang="en-US" sz="1600" spc="-45"/>
              <a:t> </a:t>
            </a:r>
            <a:r>
              <a:rPr lang="en-US" sz="1600" spc="-10"/>
              <a:t>value</a:t>
            </a:r>
            <a:endParaRPr lang="en-US" sz="1600">
              <a:latin typeface="Geneva"/>
              <a:cs typeface="Genev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19367" y="2918951"/>
            <a:ext cx="4788505" cy="2287841"/>
          </a:xfrm>
          <a:prstGeom prst="rect">
            <a:avLst/>
          </a:prstGeom>
        </p:spPr>
      </p:pic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/>
            <a:r>
              <a:rPr lang="en-US" sz="5400" kern="1200" spc="-3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Distinct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bject 8"/>
          <p:cNvSpPr txBox="1"/>
          <p:nvPr/>
        </p:nvSpPr>
        <p:spPr>
          <a:xfrm>
            <a:off x="793660" y="2599509"/>
            <a:ext cx="10143668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indent="-228600">
              <a:lnSpc>
                <a:spcPct val="90000"/>
              </a:lnSpc>
              <a:spcBef>
                <a:spcPts val="894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200" spc="-50"/>
              <a:t>∗</a:t>
            </a:r>
            <a:r>
              <a:rPr lang="en-US" sz="2200"/>
              <a:t>	</a:t>
            </a:r>
            <a:r>
              <a:rPr lang="en-US" sz="2200" spc="-25"/>
              <a:t>Consequences</a:t>
            </a:r>
            <a:endParaRPr lang="en-US" sz="2200"/>
          </a:p>
          <a:p>
            <a:pPr marL="588645" marR="5080" indent="-228600">
              <a:lnSpc>
                <a:spcPct val="90000"/>
              </a:lnSpc>
              <a:spcBef>
                <a:spcPts val="63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200" spc="-50"/>
              <a:t>∗</a:t>
            </a:r>
            <a:r>
              <a:rPr lang="en-US" sz="2200"/>
              <a:t>	</a:t>
            </a:r>
            <a:r>
              <a:rPr lang="en-US" sz="2200" spc="-100"/>
              <a:t>The</a:t>
            </a:r>
            <a:r>
              <a:rPr lang="en-US" sz="2200" spc="-75"/>
              <a:t> </a:t>
            </a:r>
            <a:r>
              <a:rPr lang="en-US" sz="2200"/>
              <a:t>output</a:t>
            </a:r>
            <a:r>
              <a:rPr lang="en-US" sz="2200" spc="-30"/>
              <a:t> </a:t>
            </a:r>
            <a:r>
              <a:rPr lang="en-US" sz="2200" spc="-45"/>
              <a:t>records</a:t>
            </a:r>
            <a:r>
              <a:rPr lang="en-US" sz="2200" spc="-50"/>
              <a:t> </a:t>
            </a:r>
            <a:r>
              <a:rPr lang="en-US" sz="2200" spc="-65"/>
              <a:t>are</a:t>
            </a:r>
            <a:r>
              <a:rPr lang="en-US" sz="2200" spc="-50"/>
              <a:t> </a:t>
            </a:r>
            <a:r>
              <a:rPr lang="en-US" sz="2200" spc="-40"/>
              <a:t>guaranteed </a:t>
            </a:r>
            <a:r>
              <a:rPr lang="en-US" sz="2200" spc="60"/>
              <a:t>to</a:t>
            </a:r>
            <a:r>
              <a:rPr lang="en-US" sz="2200" spc="-60"/>
              <a:t> </a:t>
            </a:r>
            <a:r>
              <a:rPr lang="en-US" sz="2200" spc="-45"/>
              <a:t>be</a:t>
            </a:r>
            <a:r>
              <a:rPr lang="en-US" sz="2200" spc="-60"/>
              <a:t> </a:t>
            </a:r>
            <a:r>
              <a:rPr lang="en-US" sz="2200" spc="-40"/>
              <a:t>unique,</a:t>
            </a:r>
            <a:r>
              <a:rPr lang="en-US" sz="2200" spc="-45"/>
              <a:t> </a:t>
            </a:r>
            <a:r>
              <a:rPr lang="en-US" sz="2200"/>
              <a:t>but</a:t>
            </a:r>
            <a:r>
              <a:rPr lang="en-US" sz="2200" spc="-60"/>
              <a:t> </a:t>
            </a:r>
            <a:r>
              <a:rPr lang="en-US" sz="2200" spc="-70"/>
              <a:t>any</a:t>
            </a:r>
            <a:r>
              <a:rPr lang="en-US" sz="2200" spc="-60"/>
              <a:t> </a:t>
            </a:r>
            <a:r>
              <a:rPr lang="en-US" sz="2200" spc="-10"/>
              <a:t>order</a:t>
            </a:r>
            <a:r>
              <a:rPr lang="en-US" sz="2200" spc="-50"/>
              <a:t> </a:t>
            </a:r>
            <a:r>
              <a:rPr lang="en-US" sz="2200" spc="-95"/>
              <a:t>has</a:t>
            </a:r>
            <a:r>
              <a:rPr lang="en-US" sz="2200" spc="-65"/>
              <a:t> </a:t>
            </a:r>
            <a:r>
              <a:rPr lang="en-US" sz="2200"/>
              <a:t>not</a:t>
            </a:r>
            <a:r>
              <a:rPr lang="en-US" sz="2200" spc="-55"/>
              <a:t> been</a:t>
            </a:r>
            <a:r>
              <a:rPr lang="en-US" sz="2200" spc="-60"/>
              <a:t> </a:t>
            </a:r>
            <a:r>
              <a:rPr lang="en-US" sz="2200" spc="-45"/>
              <a:t>preserved</a:t>
            </a:r>
            <a:r>
              <a:rPr lang="en-US" sz="2200" spc="-40"/>
              <a:t> </a:t>
            </a:r>
            <a:r>
              <a:rPr lang="en-US" sz="2200" spc="-50"/>
              <a:t>due </a:t>
            </a:r>
            <a:r>
              <a:rPr lang="en-US" sz="2200" spc="60"/>
              <a:t>to</a:t>
            </a:r>
            <a:r>
              <a:rPr lang="en-US" sz="2200" spc="-60"/>
              <a:t> </a:t>
            </a:r>
            <a:r>
              <a:rPr lang="en-US" sz="2200"/>
              <a:t>the</a:t>
            </a:r>
            <a:r>
              <a:rPr lang="en-US" sz="2200" spc="-60"/>
              <a:t> </a:t>
            </a:r>
            <a:r>
              <a:rPr lang="en-US" sz="2200" spc="-10"/>
              <a:t>random </a:t>
            </a:r>
            <a:r>
              <a:rPr lang="en-US" sz="2200"/>
              <a:t>partitioning</a:t>
            </a:r>
            <a:r>
              <a:rPr lang="en-US" sz="2200" spc="-30"/>
              <a:t> </a:t>
            </a:r>
            <a:r>
              <a:rPr lang="en-US" sz="2200"/>
              <a:t>of</a:t>
            </a:r>
            <a:r>
              <a:rPr lang="en-US" sz="2200" spc="-45"/>
              <a:t> </a:t>
            </a:r>
            <a:r>
              <a:rPr lang="en-US" sz="2200"/>
              <a:t>the</a:t>
            </a:r>
            <a:r>
              <a:rPr lang="en-US" sz="2200" spc="-60"/>
              <a:t> </a:t>
            </a:r>
            <a:r>
              <a:rPr lang="en-US" sz="2200" spc="-10"/>
              <a:t>records</a:t>
            </a:r>
            <a:endParaRPr lang="en-US" sz="2200"/>
          </a:p>
          <a:p>
            <a:pPr marL="12700" indent="-228600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200" spc="-50"/>
              <a:t>∗</a:t>
            </a:r>
            <a:r>
              <a:rPr lang="en-US" sz="2200"/>
              <a:t>	</a:t>
            </a:r>
            <a:r>
              <a:rPr lang="en-US" sz="2200" spc="-30"/>
              <a:t>Known</a:t>
            </a:r>
            <a:r>
              <a:rPr lang="en-US" sz="2200" spc="-110"/>
              <a:t> </a:t>
            </a:r>
            <a:r>
              <a:rPr lang="en-US" sz="2200" spc="-20"/>
              <a:t>uses</a:t>
            </a:r>
            <a:endParaRPr lang="en-US" sz="2200"/>
          </a:p>
          <a:p>
            <a:pPr marL="314325" indent="-228600">
              <a:lnSpc>
                <a:spcPct val="90000"/>
              </a:lnSpc>
              <a:spcBef>
                <a:spcPts val="63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200" spc="-50"/>
              <a:t>∗</a:t>
            </a:r>
            <a:r>
              <a:rPr lang="en-US" sz="2200"/>
              <a:t>	</a:t>
            </a:r>
            <a:r>
              <a:rPr lang="en-US" sz="2200" spc="-40"/>
              <a:t>Deduplicate</a:t>
            </a:r>
            <a:r>
              <a:rPr lang="en-US" sz="2200" spc="-45"/>
              <a:t> </a:t>
            </a:r>
            <a:r>
              <a:rPr lang="en-US" sz="2200" spc="-20"/>
              <a:t>data</a:t>
            </a:r>
            <a:endParaRPr lang="en-US" sz="2200"/>
          </a:p>
          <a:p>
            <a:pPr marL="314325" indent="-2286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200" spc="-50"/>
              <a:t>∗</a:t>
            </a:r>
            <a:r>
              <a:rPr lang="en-US" sz="2200"/>
              <a:t>	</a:t>
            </a:r>
            <a:r>
              <a:rPr lang="en-US" sz="2200" spc="-25"/>
              <a:t>Getting</a:t>
            </a:r>
            <a:r>
              <a:rPr lang="en-US" sz="2200" spc="-70"/>
              <a:t> </a:t>
            </a:r>
            <a:r>
              <a:rPr lang="en-US" sz="2200" spc="-10"/>
              <a:t>distinct</a:t>
            </a:r>
            <a:r>
              <a:rPr lang="en-US" sz="2200" spc="-50"/>
              <a:t> </a:t>
            </a:r>
            <a:r>
              <a:rPr lang="en-US" sz="2200" spc="-10"/>
              <a:t>values</a:t>
            </a:r>
            <a:endParaRPr lang="en-US" sz="2200"/>
          </a:p>
          <a:p>
            <a:pPr marL="314325" indent="-228600">
              <a:lnSpc>
                <a:spcPct val="90000"/>
              </a:lnSpc>
              <a:spcBef>
                <a:spcPts val="60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200" spc="-50"/>
              <a:t>∗</a:t>
            </a:r>
            <a:r>
              <a:rPr lang="en-US" sz="2200"/>
              <a:t>	</a:t>
            </a:r>
            <a:r>
              <a:rPr lang="en-US" sz="2200" spc="-20"/>
              <a:t>Protecting</a:t>
            </a:r>
            <a:r>
              <a:rPr lang="en-US" sz="2200" spc="-45"/>
              <a:t> </a:t>
            </a:r>
            <a:r>
              <a:rPr lang="en-US" sz="2200"/>
              <a:t>from</a:t>
            </a:r>
            <a:r>
              <a:rPr lang="en-US" sz="2200" spc="-60"/>
              <a:t> </a:t>
            </a:r>
            <a:r>
              <a:rPr lang="en-US" sz="2200" spc="-80"/>
              <a:t>an</a:t>
            </a:r>
            <a:r>
              <a:rPr lang="en-US" sz="2200" spc="-60"/>
              <a:t> </a:t>
            </a:r>
            <a:r>
              <a:rPr lang="en-US" sz="2200" spc="-25"/>
              <a:t>inner</a:t>
            </a:r>
            <a:r>
              <a:rPr lang="en-US" sz="2200" spc="-65"/>
              <a:t> </a:t>
            </a:r>
            <a:r>
              <a:rPr lang="en-US" sz="2200" spc="-10"/>
              <a:t>join</a:t>
            </a:r>
            <a:r>
              <a:rPr lang="en-US" sz="2200" spc="-60"/>
              <a:t> </a:t>
            </a:r>
            <a:r>
              <a:rPr lang="en-US" sz="2200" spc="-10"/>
              <a:t>explosion</a:t>
            </a:r>
            <a:endParaRPr lang="en-US" sz="2200"/>
          </a:p>
          <a:p>
            <a:pPr marL="12700" indent="-228600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200" spc="-50"/>
              <a:t>∗</a:t>
            </a:r>
            <a:r>
              <a:rPr lang="en-US" sz="2200"/>
              <a:t>	</a:t>
            </a:r>
            <a:r>
              <a:rPr lang="en-US" sz="2200" spc="-20"/>
              <a:t>Resemblances</a:t>
            </a:r>
            <a:endParaRPr lang="en-US" sz="2200"/>
          </a:p>
          <a:p>
            <a:pPr marL="414020" indent="-228600">
              <a:lnSpc>
                <a:spcPct val="9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2200" b="1" spc="-254"/>
              <a:t>SELECT</a:t>
            </a:r>
            <a:r>
              <a:rPr lang="en-US" sz="2200" b="1" spc="-85"/>
              <a:t> </a:t>
            </a:r>
            <a:r>
              <a:rPr lang="en-US" sz="2200" b="1" spc="-155"/>
              <a:t>DISTINCT</a:t>
            </a:r>
            <a:r>
              <a:rPr lang="en-US" sz="2200" b="1" spc="-90"/>
              <a:t> </a:t>
            </a:r>
            <a:r>
              <a:rPr lang="en-US" sz="2200" b="1" spc="200"/>
              <a:t>*</a:t>
            </a:r>
            <a:r>
              <a:rPr lang="en-US" sz="2200" b="1" spc="-80"/>
              <a:t> </a:t>
            </a:r>
            <a:r>
              <a:rPr lang="en-US" sz="2200" b="1" spc="-150"/>
              <a:t>FROM</a:t>
            </a:r>
            <a:r>
              <a:rPr lang="en-US" sz="2200" b="1" spc="-100"/>
              <a:t> </a:t>
            </a:r>
            <a:r>
              <a:rPr lang="en-US" sz="2200" b="1" spc="-10"/>
              <a:t>table;</a:t>
            </a:r>
            <a:endParaRPr lang="en-US" sz="22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79576" y="1261423"/>
            <a:ext cx="9829800" cy="13258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 algn="ctr"/>
            <a:r>
              <a:rPr lang="en-US" sz="3600" kern="1200" spc="-3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Distinct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23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Freeform: Shape 25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6435515" y="3856030"/>
            <a:ext cx="4948300" cy="1186568"/>
            <a:chOff x="4857750" y="3252724"/>
            <a:chExt cx="2457450" cy="58928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6800" y="3272028"/>
              <a:ext cx="2438400" cy="56997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857750" y="3252724"/>
              <a:ext cx="2429510" cy="560070"/>
            </a:xfrm>
            <a:custGeom>
              <a:avLst/>
              <a:gdLst/>
              <a:ahLst/>
              <a:cxnLst/>
              <a:rect l="l" t="t" r="r" b="b"/>
              <a:pathLst>
                <a:path w="2429509" h="560070">
                  <a:moveTo>
                    <a:pt x="170774" y="9977"/>
                  </a:moveTo>
                  <a:lnTo>
                    <a:pt x="162581" y="9977"/>
                  </a:lnTo>
                  <a:lnTo>
                    <a:pt x="107668" y="11622"/>
                  </a:lnTo>
                  <a:lnTo>
                    <a:pt x="77614" y="12319"/>
                  </a:lnTo>
                  <a:lnTo>
                    <a:pt x="0" y="12319"/>
                  </a:lnTo>
                  <a:lnTo>
                    <a:pt x="1920" y="56134"/>
                  </a:lnTo>
                  <a:lnTo>
                    <a:pt x="3413" y="103454"/>
                  </a:lnTo>
                  <a:lnTo>
                    <a:pt x="4480" y="154279"/>
                  </a:lnTo>
                  <a:lnTo>
                    <a:pt x="5084" y="205517"/>
                  </a:lnTo>
                  <a:lnTo>
                    <a:pt x="5171" y="222321"/>
                  </a:lnTo>
                  <a:lnTo>
                    <a:pt x="5293" y="277876"/>
                  </a:lnTo>
                  <a:lnTo>
                    <a:pt x="5162" y="315287"/>
                  </a:lnTo>
                  <a:lnTo>
                    <a:pt x="5120" y="327222"/>
                  </a:lnTo>
                  <a:lnTo>
                    <a:pt x="4515" y="382335"/>
                  </a:lnTo>
                  <a:lnTo>
                    <a:pt x="4480" y="385492"/>
                  </a:lnTo>
                  <a:lnTo>
                    <a:pt x="3532" y="435028"/>
                  </a:lnTo>
                  <a:lnTo>
                    <a:pt x="3413" y="441251"/>
                  </a:lnTo>
                  <a:lnTo>
                    <a:pt x="1917" y="494568"/>
                  </a:lnTo>
                  <a:lnTo>
                    <a:pt x="0" y="545211"/>
                  </a:lnTo>
                  <a:lnTo>
                    <a:pt x="94932" y="548925"/>
                  </a:lnTo>
                  <a:lnTo>
                    <a:pt x="133838" y="549854"/>
                  </a:lnTo>
                  <a:lnTo>
                    <a:pt x="167004" y="550164"/>
                  </a:lnTo>
                  <a:lnTo>
                    <a:pt x="218271" y="546689"/>
                  </a:lnTo>
                  <a:lnTo>
                    <a:pt x="264776" y="536265"/>
                  </a:lnTo>
                  <a:lnTo>
                    <a:pt x="306515" y="518891"/>
                  </a:lnTo>
                  <a:lnTo>
                    <a:pt x="343480" y="494568"/>
                  </a:lnTo>
                  <a:lnTo>
                    <a:pt x="373051" y="465836"/>
                  </a:lnTo>
                  <a:lnTo>
                    <a:pt x="165734" y="465836"/>
                  </a:lnTo>
                  <a:lnTo>
                    <a:pt x="152419" y="465502"/>
                  </a:lnTo>
                  <a:lnTo>
                    <a:pt x="112521" y="460502"/>
                  </a:lnTo>
                  <a:lnTo>
                    <a:pt x="110761" y="412303"/>
                  </a:lnTo>
                  <a:lnTo>
                    <a:pt x="109489" y="363902"/>
                  </a:lnTo>
                  <a:lnTo>
                    <a:pt x="108739" y="316616"/>
                  </a:lnTo>
                  <a:lnTo>
                    <a:pt x="108518" y="277876"/>
                  </a:lnTo>
                  <a:lnTo>
                    <a:pt x="108422" y="260350"/>
                  </a:lnTo>
                  <a:lnTo>
                    <a:pt x="108303" y="240160"/>
                  </a:lnTo>
                  <a:lnTo>
                    <a:pt x="108198" y="222321"/>
                  </a:lnTo>
                  <a:lnTo>
                    <a:pt x="107426" y="179101"/>
                  </a:lnTo>
                  <a:lnTo>
                    <a:pt x="106154" y="136786"/>
                  </a:lnTo>
                  <a:lnTo>
                    <a:pt x="104393" y="95377"/>
                  </a:lnTo>
                  <a:lnTo>
                    <a:pt x="118899" y="93783"/>
                  </a:lnTo>
                  <a:lnTo>
                    <a:pt x="131762" y="92630"/>
                  </a:lnTo>
                  <a:lnTo>
                    <a:pt x="143005" y="91930"/>
                  </a:lnTo>
                  <a:lnTo>
                    <a:pt x="152653" y="91694"/>
                  </a:lnTo>
                  <a:lnTo>
                    <a:pt x="389790" y="91694"/>
                  </a:lnTo>
                  <a:lnTo>
                    <a:pt x="383666" y="83566"/>
                  </a:lnTo>
                  <a:lnTo>
                    <a:pt x="353826" y="57032"/>
                  </a:lnTo>
                  <a:lnTo>
                    <a:pt x="317486" y="36405"/>
                  </a:lnTo>
                  <a:lnTo>
                    <a:pt x="274643" y="21679"/>
                  </a:lnTo>
                  <a:lnTo>
                    <a:pt x="225288" y="12848"/>
                  </a:lnTo>
                  <a:lnTo>
                    <a:pt x="170774" y="9977"/>
                  </a:lnTo>
                  <a:close/>
                </a:path>
                <a:path w="2429509" h="560070">
                  <a:moveTo>
                    <a:pt x="389790" y="91694"/>
                  </a:moveTo>
                  <a:lnTo>
                    <a:pt x="152653" y="91694"/>
                  </a:lnTo>
                  <a:lnTo>
                    <a:pt x="196685" y="95053"/>
                  </a:lnTo>
                  <a:lnTo>
                    <a:pt x="234680" y="105140"/>
                  </a:lnTo>
                  <a:lnTo>
                    <a:pt x="292607" y="145542"/>
                  </a:lnTo>
                  <a:lnTo>
                    <a:pt x="327009" y="205517"/>
                  </a:lnTo>
                  <a:lnTo>
                    <a:pt x="338454" y="277876"/>
                  </a:lnTo>
                  <a:lnTo>
                    <a:pt x="335839" y="315287"/>
                  </a:lnTo>
                  <a:lnTo>
                    <a:pt x="314612" y="382335"/>
                  </a:lnTo>
                  <a:lnTo>
                    <a:pt x="272033" y="435028"/>
                  </a:lnTo>
                  <a:lnTo>
                    <a:pt x="206882" y="462408"/>
                  </a:lnTo>
                  <a:lnTo>
                    <a:pt x="165734" y="465836"/>
                  </a:lnTo>
                  <a:lnTo>
                    <a:pt x="373051" y="465836"/>
                  </a:lnTo>
                  <a:lnTo>
                    <a:pt x="408263" y="418101"/>
                  </a:lnTo>
                  <a:lnTo>
                    <a:pt x="431561" y="369204"/>
                  </a:lnTo>
                  <a:lnTo>
                    <a:pt x="445549" y="316616"/>
                  </a:lnTo>
                  <a:lnTo>
                    <a:pt x="450214" y="260350"/>
                  </a:lnTo>
                  <a:lnTo>
                    <a:pt x="446049" y="210581"/>
                  </a:lnTo>
                  <a:lnTo>
                    <a:pt x="433562" y="164528"/>
                  </a:lnTo>
                  <a:lnTo>
                    <a:pt x="412763" y="122189"/>
                  </a:lnTo>
                  <a:lnTo>
                    <a:pt x="389790" y="91694"/>
                  </a:lnTo>
                  <a:close/>
                </a:path>
                <a:path w="2429509" h="560070">
                  <a:moveTo>
                    <a:pt x="2175255" y="0"/>
                  </a:moveTo>
                  <a:lnTo>
                    <a:pt x="2120866" y="5167"/>
                  </a:lnTo>
                  <a:lnTo>
                    <a:pt x="2071036" y="20669"/>
                  </a:lnTo>
                  <a:lnTo>
                    <a:pt x="2025755" y="46505"/>
                  </a:lnTo>
                  <a:lnTo>
                    <a:pt x="1985009" y="82677"/>
                  </a:lnTo>
                  <a:lnTo>
                    <a:pt x="1957303" y="117469"/>
                  </a:lnTo>
                  <a:lnTo>
                    <a:pt x="1935754" y="155707"/>
                  </a:lnTo>
                  <a:lnTo>
                    <a:pt x="1920361" y="197388"/>
                  </a:lnTo>
                  <a:lnTo>
                    <a:pt x="1911126" y="242514"/>
                  </a:lnTo>
                  <a:lnTo>
                    <a:pt x="1908047" y="291084"/>
                  </a:lnTo>
                  <a:lnTo>
                    <a:pt x="1912598" y="347015"/>
                  </a:lnTo>
                  <a:lnTo>
                    <a:pt x="1926256" y="397827"/>
                  </a:lnTo>
                  <a:lnTo>
                    <a:pt x="1949035" y="443495"/>
                  </a:lnTo>
                  <a:lnTo>
                    <a:pt x="1980945" y="483997"/>
                  </a:lnTo>
                  <a:lnTo>
                    <a:pt x="2019544" y="517241"/>
                  </a:lnTo>
                  <a:lnTo>
                    <a:pt x="2062559" y="540972"/>
                  </a:lnTo>
                  <a:lnTo>
                    <a:pt x="2109979" y="555202"/>
                  </a:lnTo>
                  <a:lnTo>
                    <a:pt x="2161793" y="559943"/>
                  </a:lnTo>
                  <a:lnTo>
                    <a:pt x="2216201" y="554775"/>
                  </a:lnTo>
                  <a:lnTo>
                    <a:pt x="2266061" y="539273"/>
                  </a:lnTo>
                  <a:lnTo>
                    <a:pt x="2311348" y="513437"/>
                  </a:lnTo>
                  <a:lnTo>
                    <a:pt x="2352040" y="477266"/>
                  </a:lnTo>
                  <a:lnTo>
                    <a:pt x="2357905" y="469900"/>
                  </a:lnTo>
                  <a:lnTo>
                    <a:pt x="2172842" y="469900"/>
                  </a:lnTo>
                  <a:lnTo>
                    <a:pt x="2142172" y="466564"/>
                  </a:lnTo>
                  <a:lnTo>
                    <a:pt x="2088260" y="439842"/>
                  </a:lnTo>
                  <a:lnTo>
                    <a:pt x="2045757" y="387764"/>
                  </a:lnTo>
                  <a:lnTo>
                    <a:pt x="2032097" y="355377"/>
                  </a:lnTo>
                  <a:lnTo>
                    <a:pt x="2031984" y="355107"/>
                  </a:lnTo>
                  <a:lnTo>
                    <a:pt x="2023711" y="318474"/>
                  </a:lnTo>
                  <a:lnTo>
                    <a:pt x="2020951" y="277876"/>
                  </a:lnTo>
                  <a:lnTo>
                    <a:pt x="2023481" y="240053"/>
                  </a:lnTo>
                  <a:lnTo>
                    <a:pt x="2023568" y="238756"/>
                  </a:lnTo>
                  <a:lnTo>
                    <a:pt x="2031363" y="203358"/>
                  </a:lnTo>
                  <a:lnTo>
                    <a:pt x="2031412" y="203136"/>
                  </a:lnTo>
                  <a:lnTo>
                    <a:pt x="2062733" y="142494"/>
                  </a:lnTo>
                  <a:lnTo>
                    <a:pt x="2108993" y="102266"/>
                  </a:lnTo>
                  <a:lnTo>
                    <a:pt x="2164206" y="88900"/>
                  </a:lnTo>
                  <a:lnTo>
                    <a:pt x="2366612" y="88900"/>
                  </a:lnTo>
                  <a:lnTo>
                    <a:pt x="2356230" y="75692"/>
                  </a:lnTo>
                  <a:lnTo>
                    <a:pt x="2317559" y="42594"/>
                  </a:lnTo>
                  <a:lnTo>
                    <a:pt x="2274506" y="18938"/>
                  </a:lnTo>
                  <a:lnTo>
                    <a:pt x="2227072" y="4736"/>
                  </a:lnTo>
                  <a:lnTo>
                    <a:pt x="2175255" y="0"/>
                  </a:lnTo>
                  <a:close/>
                </a:path>
                <a:path w="2429509" h="560070">
                  <a:moveTo>
                    <a:pt x="2366612" y="88900"/>
                  </a:moveTo>
                  <a:lnTo>
                    <a:pt x="2164206" y="88900"/>
                  </a:lnTo>
                  <a:lnTo>
                    <a:pt x="2195317" y="92237"/>
                  </a:lnTo>
                  <a:lnTo>
                    <a:pt x="2195163" y="92237"/>
                  </a:lnTo>
                  <a:lnTo>
                    <a:pt x="2249110" y="118796"/>
                  </a:lnTo>
                  <a:lnTo>
                    <a:pt x="2291453" y="170711"/>
                  </a:lnTo>
                  <a:lnTo>
                    <a:pt x="2305052" y="203136"/>
                  </a:lnTo>
                  <a:lnTo>
                    <a:pt x="2305145" y="203358"/>
                  </a:lnTo>
                  <a:lnTo>
                    <a:pt x="2313360" y="240053"/>
                  </a:lnTo>
                  <a:lnTo>
                    <a:pt x="2316098" y="280797"/>
                  </a:lnTo>
                  <a:lnTo>
                    <a:pt x="2313637" y="317493"/>
                  </a:lnTo>
                  <a:lnTo>
                    <a:pt x="2313572" y="318474"/>
                  </a:lnTo>
                  <a:lnTo>
                    <a:pt x="2313481" y="319825"/>
                  </a:lnTo>
                  <a:lnTo>
                    <a:pt x="2305696" y="355107"/>
                  </a:lnTo>
                  <a:lnTo>
                    <a:pt x="2305637" y="355377"/>
                  </a:lnTo>
                  <a:lnTo>
                    <a:pt x="2292578" y="387453"/>
                  </a:lnTo>
                  <a:lnTo>
                    <a:pt x="2274316" y="416052"/>
                  </a:lnTo>
                  <a:lnTo>
                    <a:pt x="2252335" y="439628"/>
                  </a:lnTo>
                  <a:lnTo>
                    <a:pt x="2227853" y="456549"/>
                  </a:lnTo>
                  <a:lnTo>
                    <a:pt x="2201547" y="466564"/>
                  </a:lnTo>
                  <a:lnTo>
                    <a:pt x="2201406" y="466564"/>
                  </a:lnTo>
                  <a:lnTo>
                    <a:pt x="2172842" y="469900"/>
                  </a:lnTo>
                  <a:lnTo>
                    <a:pt x="2357905" y="469900"/>
                  </a:lnTo>
                  <a:lnTo>
                    <a:pt x="2379746" y="442474"/>
                  </a:lnTo>
                  <a:lnTo>
                    <a:pt x="2401295" y="404244"/>
                  </a:lnTo>
                  <a:lnTo>
                    <a:pt x="2416688" y="362581"/>
                  </a:lnTo>
                  <a:lnTo>
                    <a:pt x="2425923" y="317493"/>
                  </a:lnTo>
                  <a:lnTo>
                    <a:pt x="2429002" y="268986"/>
                  </a:lnTo>
                  <a:lnTo>
                    <a:pt x="2424453" y="212834"/>
                  </a:lnTo>
                  <a:lnTo>
                    <a:pt x="2410809" y="161909"/>
                  </a:lnTo>
                  <a:lnTo>
                    <a:pt x="2388068" y="116199"/>
                  </a:lnTo>
                  <a:lnTo>
                    <a:pt x="2366612" y="88900"/>
                  </a:lnTo>
                  <a:close/>
                </a:path>
                <a:path w="2429509" h="560070">
                  <a:moveTo>
                    <a:pt x="1334642" y="12319"/>
                  </a:moveTo>
                  <a:lnTo>
                    <a:pt x="1176273" y="12319"/>
                  </a:lnTo>
                  <a:lnTo>
                    <a:pt x="1175448" y="35052"/>
                  </a:lnTo>
                  <a:lnTo>
                    <a:pt x="1172971" y="67818"/>
                  </a:lnTo>
                  <a:lnTo>
                    <a:pt x="1168844" y="110617"/>
                  </a:lnTo>
                  <a:lnTo>
                    <a:pt x="1163065" y="163449"/>
                  </a:lnTo>
                  <a:lnTo>
                    <a:pt x="1155636" y="226314"/>
                  </a:lnTo>
                  <a:lnTo>
                    <a:pt x="1146555" y="299212"/>
                  </a:lnTo>
                  <a:lnTo>
                    <a:pt x="1135709" y="385536"/>
                  </a:lnTo>
                  <a:lnTo>
                    <a:pt x="1127636" y="450744"/>
                  </a:lnTo>
                  <a:lnTo>
                    <a:pt x="1121711" y="499931"/>
                  </a:lnTo>
                  <a:lnTo>
                    <a:pt x="1118152" y="531416"/>
                  </a:lnTo>
                  <a:lnTo>
                    <a:pt x="1116964" y="545211"/>
                  </a:lnTo>
                  <a:lnTo>
                    <a:pt x="1225041" y="545211"/>
                  </a:lnTo>
                  <a:lnTo>
                    <a:pt x="1225599" y="513572"/>
                  </a:lnTo>
                  <a:lnTo>
                    <a:pt x="1225637" y="511425"/>
                  </a:lnTo>
                  <a:lnTo>
                    <a:pt x="1227423" y="463232"/>
                  </a:lnTo>
                  <a:lnTo>
                    <a:pt x="1230399" y="400657"/>
                  </a:lnTo>
                  <a:lnTo>
                    <a:pt x="1234566" y="323723"/>
                  </a:lnTo>
                  <a:lnTo>
                    <a:pt x="1238831" y="246947"/>
                  </a:lnTo>
                  <a:lnTo>
                    <a:pt x="1241917" y="184816"/>
                  </a:lnTo>
                  <a:lnTo>
                    <a:pt x="1243752" y="139366"/>
                  </a:lnTo>
                  <a:lnTo>
                    <a:pt x="1243836" y="137306"/>
                  </a:lnTo>
                  <a:lnTo>
                    <a:pt x="1244599" y="104394"/>
                  </a:lnTo>
                  <a:lnTo>
                    <a:pt x="1352278" y="104394"/>
                  </a:lnTo>
                  <a:lnTo>
                    <a:pt x="1347200" y="85788"/>
                  </a:lnTo>
                  <a:lnTo>
                    <a:pt x="1337784" y="42160"/>
                  </a:lnTo>
                  <a:lnTo>
                    <a:pt x="1334642" y="12319"/>
                  </a:lnTo>
                  <a:close/>
                </a:path>
                <a:path w="2429509" h="560070">
                  <a:moveTo>
                    <a:pt x="1352278" y="104394"/>
                  </a:moveTo>
                  <a:lnTo>
                    <a:pt x="1250822" y="104394"/>
                  </a:lnTo>
                  <a:lnTo>
                    <a:pt x="1255466" y="130044"/>
                  </a:lnTo>
                  <a:lnTo>
                    <a:pt x="1266896" y="181582"/>
                  </a:lnTo>
                  <a:lnTo>
                    <a:pt x="1282848" y="238379"/>
                  </a:lnTo>
                  <a:lnTo>
                    <a:pt x="1296050" y="278955"/>
                  </a:lnTo>
                  <a:lnTo>
                    <a:pt x="1313277" y="329247"/>
                  </a:lnTo>
                  <a:lnTo>
                    <a:pt x="1334515" y="389255"/>
                  </a:lnTo>
                  <a:lnTo>
                    <a:pt x="1354778" y="447645"/>
                  </a:lnTo>
                  <a:lnTo>
                    <a:pt x="1369266" y="493093"/>
                  </a:lnTo>
                  <a:lnTo>
                    <a:pt x="1377967" y="525611"/>
                  </a:lnTo>
                  <a:lnTo>
                    <a:pt x="1380870" y="545211"/>
                  </a:lnTo>
                  <a:lnTo>
                    <a:pt x="1471421" y="545211"/>
                  </a:lnTo>
                  <a:lnTo>
                    <a:pt x="1474448" y="526043"/>
                  </a:lnTo>
                  <a:lnTo>
                    <a:pt x="1483534" y="493887"/>
                  </a:lnTo>
                  <a:lnTo>
                    <a:pt x="1498693" y="448752"/>
                  </a:lnTo>
                  <a:lnTo>
                    <a:pt x="1511160" y="414655"/>
                  </a:lnTo>
                  <a:lnTo>
                    <a:pt x="1434972" y="414655"/>
                  </a:lnTo>
                  <a:lnTo>
                    <a:pt x="1431831" y="385720"/>
                  </a:lnTo>
                  <a:lnTo>
                    <a:pt x="1422415" y="342725"/>
                  </a:lnTo>
                  <a:lnTo>
                    <a:pt x="1406737" y="285656"/>
                  </a:lnTo>
                  <a:lnTo>
                    <a:pt x="1384807" y="214503"/>
                  </a:lnTo>
                  <a:lnTo>
                    <a:pt x="1362878" y="143228"/>
                  </a:lnTo>
                  <a:lnTo>
                    <a:pt x="1352278" y="104394"/>
                  </a:lnTo>
                  <a:close/>
                </a:path>
                <a:path w="2429509" h="560070">
                  <a:moveTo>
                    <a:pt x="1715764" y="104394"/>
                  </a:moveTo>
                  <a:lnTo>
                    <a:pt x="1613788" y="104394"/>
                  </a:lnTo>
                  <a:lnTo>
                    <a:pt x="1614436" y="130044"/>
                  </a:lnTo>
                  <a:lnTo>
                    <a:pt x="1614501" y="132635"/>
                  </a:lnTo>
                  <a:lnTo>
                    <a:pt x="1616249" y="176403"/>
                  </a:lnTo>
                  <a:lnTo>
                    <a:pt x="1619021" y="235696"/>
                  </a:lnTo>
                  <a:lnTo>
                    <a:pt x="1622805" y="310515"/>
                  </a:lnTo>
                  <a:lnTo>
                    <a:pt x="1625898" y="372755"/>
                  </a:lnTo>
                  <a:lnTo>
                    <a:pt x="1628314" y="427344"/>
                  </a:lnTo>
                  <a:lnTo>
                    <a:pt x="1630048" y="474284"/>
                  </a:lnTo>
                  <a:lnTo>
                    <a:pt x="1631035" y="511425"/>
                  </a:lnTo>
                  <a:lnTo>
                    <a:pt x="1631092" y="513572"/>
                  </a:lnTo>
                  <a:lnTo>
                    <a:pt x="1631441" y="545211"/>
                  </a:lnTo>
                  <a:lnTo>
                    <a:pt x="1750440" y="545211"/>
                  </a:lnTo>
                  <a:lnTo>
                    <a:pt x="1747437" y="502012"/>
                  </a:lnTo>
                  <a:lnTo>
                    <a:pt x="1743665" y="455892"/>
                  </a:lnTo>
                  <a:lnTo>
                    <a:pt x="1737694" y="385720"/>
                  </a:lnTo>
                  <a:lnTo>
                    <a:pt x="1731517" y="314579"/>
                  </a:lnTo>
                  <a:lnTo>
                    <a:pt x="1725798" y="246947"/>
                  </a:lnTo>
                  <a:lnTo>
                    <a:pt x="1720973" y="184816"/>
                  </a:lnTo>
                  <a:lnTo>
                    <a:pt x="1717230" y="130254"/>
                  </a:lnTo>
                  <a:lnTo>
                    <a:pt x="1715764" y="104394"/>
                  </a:lnTo>
                  <a:close/>
                </a:path>
                <a:path w="2429509" h="560070">
                  <a:moveTo>
                    <a:pt x="1712467" y="12319"/>
                  </a:moveTo>
                  <a:lnTo>
                    <a:pt x="1555241" y="12319"/>
                  </a:lnTo>
                  <a:lnTo>
                    <a:pt x="1551672" y="41939"/>
                  </a:lnTo>
                  <a:lnTo>
                    <a:pt x="1540970" y="85455"/>
                  </a:lnTo>
                  <a:lnTo>
                    <a:pt x="1523148" y="142853"/>
                  </a:lnTo>
                  <a:lnTo>
                    <a:pt x="1498218" y="214122"/>
                  </a:lnTo>
                  <a:lnTo>
                    <a:pt x="1473215" y="285245"/>
                  </a:lnTo>
                  <a:lnTo>
                    <a:pt x="1455356" y="342392"/>
                  </a:lnTo>
                  <a:lnTo>
                    <a:pt x="1444640" y="385536"/>
                  </a:lnTo>
                  <a:lnTo>
                    <a:pt x="1441068" y="414655"/>
                  </a:lnTo>
                  <a:lnTo>
                    <a:pt x="1511160" y="414655"/>
                  </a:lnTo>
                  <a:lnTo>
                    <a:pt x="1521748" y="385720"/>
                  </a:lnTo>
                  <a:lnTo>
                    <a:pt x="1542220" y="330019"/>
                  </a:lnTo>
                  <a:lnTo>
                    <a:pt x="1560671" y="277256"/>
                  </a:lnTo>
                  <a:lnTo>
                    <a:pt x="1575264" y="232328"/>
                  </a:lnTo>
                  <a:lnTo>
                    <a:pt x="1585975" y="195199"/>
                  </a:lnTo>
                  <a:lnTo>
                    <a:pt x="1600168" y="139366"/>
                  </a:lnTo>
                  <a:lnTo>
                    <a:pt x="1607692" y="104394"/>
                  </a:lnTo>
                  <a:lnTo>
                    <a:pt x="1715764" y="104394"/>
                  </a:lnTo>
                  <a:lnTo>
                    <a:pt x="1714710" y="85788"/>
                  </a:lnTo>
                  <a:lnTo>
                    <a:pt x="1714584" y="83570"/>
                  </a:lnTo>
                  <a:lnTo>
                    <a:pt x="1712997" y="44260"/>
                  </a:lnTo>
                  <a:lnTo>
                    <a:pt x="1712467" y="12319"/>
                  </a:lnTo>
                  <a:close/>
                </a:path>
                <a:path w="2429509" h="560070">
                  <a:moveTo>
                    <a:pt x="949578" y="12319"/>
                  </a:moveTo>
                  <a:lnTo>
                    <a:pt x="617219" y="12319"/>
                  </a:lnTo>
                  <a:lnTo>
                    <a:pt x="619140" y="56134"/>
                  </a:lnTo>
                  <a:lnTo>
                    <a:pt x="620378" y="95377"/>
                  </a:lnTo>
                  <a:lnTo>
                    <a:pt x="620495" y="99073"/>
                  </a:lnTo>
                  <a:lnTo>
                    <a:pt x="620587" y="101981"/>
                  </a:lnTo>
                  <a:lnTo>
                    <a:pt x="620633" y="103454"/>
                  </a:lnTo>
                  <a:lnTo>
                    <a:pt x="621700" y="154279"/>
                  </a:lnTo>
                  <a:lnTo>
                    <a:pt x="622340" y="208610"/>
                  </a:lnTo>
                  <a:lnTo>
                    <a:pt x="622553" y="266446"/>
                  </a:lnTo>
                  <a:lnTo>
                    <a:pt x="622413" y="306578"/>
                  </a:lnTo>
                  <a:lnTo>
                    <a:pt x="621700" y="385492"/>
                  </a:lnTo>
                  <a:lnTo>
                    <a:pt x="620633" y="441251"/>
                  </a:lnTo>
                  <a:lnTo>
                    <a:pt x="619140" y="494493"/>
                  </a:lnTo>
                  <a:lnTo>
                    <a:pt x="617219" y="545211"/>
                  </a:lnTo>
                  <a:lnTo>
                    <a:pt x="965453" y="545211"/>
                  </a:lnTo>
                  <a:lnTo>
                    <a:pt x="968499" y="462153"/>
                  </a:lnTo>
                  <a:lnTo>
                    <a:pt x="729741" y="462153"/>
                  </a:lnTo>
                  <a:lnTo>
                    <a:pt x="728315" y="425217"/>
                  </a:lnTo>
                  <a:lnTo>
                    <a:pt x="727281" y="386984"/>
                  </a:lnTo>
                  <a:lnTo>
                    <a:pt x="726652" y="347442"/>
                  </a:lnTo>
                  <a:lnTo>
                    <a:pt x="726547" y="327222"/>
                  </a:lnTo>
                  <a:lnTo>
                    <a:pt x="726439" y="306578"/>
                  </a:lnTo>
                  <a:lnTo>
                    <a:pt x="909446" y="306578"/>
                  </a:lnTo>
                  <a:lnTo>
                    <a:pt x="909446" y="229616"/>
                  </a:lnTo>
                  <a:lnTo>
                    <a:pt x="726439" y="229616"/>
                  </a:lnTo>
                  <a:lnTo>
                    <a:pt x="726411" y="225171"/>
                  </a:lnTo>
                  <a:lnTo>
                    <a:pt x="726303" y="208610"/>
                  </a:lnTo>
                  <a:lnTo>
                    <a:pt x="726197" y="192228"/>
                  </a:lnTo>
                  <a:lnTo>
                    <a:pt x="725455" y="157400"/>
                  </a:lnTo>
                  <a:lnTo>
                    <a:pt x="724189" y="125120"/>
                  </a:lnTo>
                  <a:lnTo>
                    <a:pt x="722601" y="99073"/>
                  </a:lnTo>
                  <a:lnTo>
                    <a:pt x="722475" y="97012"/>
                  </a:lnTo>
                  <a:lnTo>
                    <a:pt x="722375" y="95377"/>
                  </a:lnTo>
                  <a:lnTo>
                    <a:pt x="945343" y="95377"/>
                  </a:lnTo>
                  <a:lnTo>
                    <a:pt x="949578" y="12319"/>
                  </a:lnTo>
                  <a:close/>
                </a:path>
                <a:path w="2429509" h="560070">
                  <a:moveTo>
                    <a:pt x="968755" y="455168"/>
                  </a:moveTo>
                  <a:lnTo>
                    <a:pt x="869626" y="459601"/>
                  </a:lnTo>
                  <a:lnTo>
                    <a:pt x="821830" y="461011"/>
                  </a:lnTo>
                  <a:lnTo>
                    <a:pt x="775203" y="461865"/>
                  </a:lnTo>
                  <a:lnTo>
                    <a:pt x="729741" y="462153"/>
                  </a:lnTo>
                  <a:lnTo>
                    <a:pt x="968499" y="462153"/>
                  </a:lnTo>
                  <a:lnTo>
                    <a:pt x="968593" y="459601"/>
                  </a:lnTo>
                  <a:lnTo>
                    <a:pt x="968664" y="457650"/>
                  </a:lnTo>
                  <a:lnTo>
                    <a:pt x="968755" y="455168"/>
                  </a:lnTo>
                  <a:close/>
                </a:path>
                <a:path w="2429509" h="560070">
                  <a:moveTo>
                    <a:pt x="909446" y="306578"/>
                  </a:moveTo>
                  <a:lnTo>
                    <a:pt x="726439" y="306578"/>
                  </a:lnTo>
                  <a:lnTo>
                    <a:pt x="770590" y="306837"/>
                  </a:lnTo>
                  <a:lnTo>
                    <a:pt x="815800" y="307609"/>
                  </a:lnTo>
                  <a:lnTo>
                    <a:pt x="909446" y="310642"/>
                  </a:lnTo>
                  <a:lnTo>
                    <a:pt x="909446" y="306578"/>
                  </a:lnTo>
                  <a:close/>
                </a:path>
                <a:path w="2429509" h="560070">
                  <a:moveTo>
                    <a:pt x="909446" y="225171"/>
                  </a:moveTo>
                  <a:lnTo>
                    <a:pt x="861439" y="227097"/>
                  </a:lnTo>
                  <a:lnTo>
                    <a:pt x="814943" y="228488"/>
                  </a:lnTo>
                  <a:lnTo>
                    <a:pt x="769947" y="229332"/>
                  </a:lnTo>
                  <a:lnTo>
                    <a:pt x="726439" y="229616"/>
                  </a:lnTo>
                  <a:lnTo>
                    <a:pt x="909446" y="229616"/>
                  </a:lnTo>
                  <a:lnTo>
                    <a:pt x="909446" y="225171"/>
                  </a:lnTo>
                  <a:close/>
                </a:path>
                <a:path w="2429509" h="560070">
                  <a:moveTo>
                    <a:pt x="945343" y="95377"/>
                  </a:moveTo>
                  <a:lnTo>
                    <a:pt x="722375" y="95377"/>
                  </a:lnTo>
                  <a:lnTo>
                    <a:pt x="773735" y="95783"/>
                  </a:lnTo>
                  <a:lnTo>
                    <a:pt x="827976" y="97012"/>
                  </a:lnTo>
                  <a:lnTo>
                    <a:pt x="885074" y="99073"/>
                  </a:lnTo>
                  <a:lnTo>
                    <a:pt x="945006" y="101981"/>
                  </a:lnTo>
                  <a:lnTo>
                    <a:pt x="945155" y="99073"/>
                  </a:lnTo>
                  <a:lnTo>
                    <a:pt x="945260" y="97012"/>
                  </a:lnTo>
                  <a:lnTo>
                    <a:pt x="945343" y="953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57750" y="3252724"/>
              <a:ext cx="2429510" cy="560070"/>
            </a:xfrm>
            <a:custGeom>
              <a:avLst/>
              <a:gdLst/>
              <a:ahLst/>
              <a:cxnLst/>
              <a:rect l="l" t="t" r="r" b="b"/>
              <a:pathLst>
                <a:path w="2429509" h="560070">
                  <a:moveTo>
                    <a:pt x="152653" y="91694"/>
                  </a:moveTo>
                  <a:lnTo>
                    <a:pt x="143005" y="91930"/>
                  </a:lnTo>
                  <a:lnTo>
                    <a:pt x="131762" y="92630"/>
                  </a:lnTo>
                  <a:lnTo>
                    <a:pt x="118899" y="93783"/>
                  </a:lnTo>
                  <a:lnTo>
                    <a:pt x="104393" y="95377"/>
                  </a:lnTo>
                  <a:lnTo>
                    <a:pt x="106154" y="136786"/>
                  </a:lnTo>
                  <a:lnTo>
                    <a:pt x="107426" y="179101"/>
                  </a:lnTo>
                  <a:lnTo>
                    <a:pt x="108198" y="222321"/>
                  </a:lnTo>
                  <a:lnTo>
                    <a:pt x="108457" y="266446"/>
                  </a:lnTo>
                  <a:lnTo>
                    <a:pt x="108717" y="315287"/>
                  </a:lnTo>
                  <a:lnTo>
                    <a:pt x="109489" y="363902"/>
                  </a:lnTo>
                  <a:lnTo>
                    <a:pt x="110761" y="412303"/>
                  </a:lnTo>
                  <a:lnTo>
                    <a:pt x="112521" y="460502"/>
                  </a:lnTo>
                  <a:lnTo>
                    <a:pt x="152419" y="465502"/>
                  </a:lnTo>
                  <a:lnTo>
                    <a:pt x="165734" y="465836"/>
                  </a:lnTo>
                  <a:lnTo>
                    <a:pt x="206882" y="462408"/>
                  </a:lnTo>
                  <a:lnTo>
                    <a:pt x="272033" y="435028"/>
                  </a:lnTo>
                  <a:lnTo>
                    <a:pt x="314612" y="382335"/>
                  </a:lnTo>
                  <a:lnTo>
                    <a:pt x="335809" y="315712"/>
                  </a:lnTo>
                  <a:lnTo>
                    <a:pt x="338454" y="277876"/>
                  </a:lnTo>
                  <a:lnTo>
                    <a:pt x="335595" y="240160"/>
                  </a:lnTo>
                  <a:lnTo>
                    <a:pt x="312683" y="173970"/>
                  </a:lnTo>
                  <a:lnTo>
                    <a:pt x="266650" y="121965"/>
                  </a:lnTo>
                  <a:lnTo>
                    <a:pt x="196685" y="95053"/>
                  </a:lnTo>
                  <a:lnTo>
                    <a:pt x="152653" y="91694"/>
                  </a:lnTo>
                  <a:close/>
                </a:path>
                <a:path w="2429509" h="560070">
                  <a:moveTo>
                    <a:pt x="2164206" y="88900"/>
                  </a:moveTo>
                  <a:lnTo>
                    <a:pt x="2108993" y="102266"/>
                  </a:lnTo>
                  <a:lnTo>
                    <a:pt x="2062733" y="142494"/>
                  </a:lnTo>
                  <a:lnTo>
                    <a:pt x="2031412" y="203136"/>
                  </a:lnTo>
                  <a:lnTo>
                    <a:pt x="2020951" y="277876"/>
                  </a:lnTo>
                  <a:lnTo>
                    <a:pt x="2023711" y="318474"/>
                  </a:lnTo>
                  <a:lnTo>
                    <a:pt x="2045757" y="387764"/>
                  </a:lnTo>
                  <a:lnTo>
                    <a:pt x="2088260" y="439842"/>
                  </a:lnTo>
                  <a:lnTo>
                    <a:pt x="2142172" y="466564"/>
                  </a:lnTo>
                  <a:lnTo>
                    <a:pt x="2172842" y="469900"/>
                  </a:lnTo>
                  <a:lnTo>
                    <a:pt x="2201610" y="466540"/>
                  </a:lnTo>
                  <a:lnTo>
                    <a:pt x="2252335" y="439628"/>
                  </a:lnTo>
                  <a:lnTo>
                    <a:pt x="2292578" y="387453"/>
                  </a:lnTo>
                  <a:lnTo>
                    <a:pt x="2313481" y="319825"/>
                  </a:lnTo>
                  <a:lnTo>
                    <a:pt x="2316098" y="280797"/>
                  </a:lnTo>
                  <a:lnTo>
                    <a:pt x="2313360" y="240053"/>
                  </a:lnTo>
                  <a:lnTo>
                    <a:pt x="2291453" y="170711"/>
                  </a:lnTo>
                  <a:lnTo>
                    <a:pt x="2249110" y="118796"/>
                  </a:lnTo>
                  <a:lnTo>
                    <a:pt x="2195095" y="92213"/>
                  </a:lnTo>
                  <a:lnTo>
                    <a:pt x="2164206" y="88900"/>
                  </a:lnTo>
                  <a:close/>
                </a:path>
                <a:path w="2429509" h="560070">
                  <a:moveTo>
                    <a:pt x="1176273" y="12319"/>
                  </a:moveTo>
                  <a:lnTo>
                    <a:pt x="1334642" y="12319"/>
                  </a:lnTo>
                  <a:lnTo>
                    <a:pt x="1337784" y="42160"/>
                  </a:lnTo>
                  <a:lnTo>
                    <a:pt x="1347200" y="85788"/>
                  </a:lnTo>
                  <a:lnTo>
                    <a:pt x="1362878" y="143228"/>
                  </a:lnTo>
                  <a:lnTo>
                    <a:pt x="1384807" y="214503"/>
                  </a:lnTo>
                  <a:lnTo>
                    <a:pt x="1406737" y="285656"/>
                  </a:lnTo>
                  <a:lnTo>
                    <a:pt x="1422415" y="342725"/>
                  </a:lnTo>
                  <a:lnTo>
                    <a:pt x="1431831" y="385720"/>
                  </a:lnTo>
                  <a:lnTo>
                    <a:pt x="1434972" y="414655"/>
                  </a:lnTo>
                  <a:lnTo>
                    <a:pt x="1441068" y="414655"/>
                  </a:lnTo>
                  <a:lnTo>
                    <a:pt x="1444640" y="385536"/>
                  </a:lnTo>
                  <a:lnTo>
                    <a:pt x="1455356" y="342392"/>
                  </a:lnTo>
                  <a:lnTo>
                    <a:pt x="1473215" y="285245"/>
                  </a:lnTo>
                  <a:lnTo>
                    <a:pt x="1498218" y="214122"/>
                  </a:lnTo>
                  <a:lnTo>
                    <a:pt x="1523148" y="142853"/>
                  </a:lnTo>
                  <a:lnTo>
                    <a:pt x="1540970" y="85455"/>
                  </a:lnTo>
                  <a:lnTo>
                    <a:pt x="1551672" y="41939"/>
                  </a:lnTo>
                  <a:lnTo>
                    <a:pt x="1555241" y="12319"/>
                  </a:lnTo>
                  <a:lnTo>
                    <a:pt x="1712467" y="12319"/>
                  </a:lnTo>
                  <a:lnTo>
                    <a:pt x="1714584" y="83570"/>
                  </a:lnTo>
                  <a:lnTo>
                    <a:pt x="1717230" y="130254"/>
                  </a:lnTo>
                  <a:lnTo>
                    <a:pt x="1720934" y="184314"/>
                  </a:lnTo>
                  <a:lnTo>
                    <a:pt x="1725697" y="245754"/>
                  </a:lnTo>
                  <a:lnTo>
                    <a:pt x="1731517" y="314579"/>
                  </a:lnTo>
                  <a:lnTo>
                    <a:pt x="1738362" y="393416"/>
                  </a:lnTo>
                  <a:lnTo>
                    <a:pt x="1743665" y="455892"/>
                  </a:lnTo>
                  <a:lnTo>
                    <a:pt x="1747437" y="502012"/>
                  </a:lnTo>
                  <a:lnTo>
                    <a:pt x="1749692" y="531783"/>
                  </a:lnTo>
                  <a:lnTo>
                    <a:pt x="1750440" y="545211"/>
                  </a:lnTo>
                  <a:lnTo>
                    <a:pt x="1631441" y="545211"/>
                  </a:lnTo>
                  <a:lnTo>
                    <a:pt x="1631092" y="513572"/>
                  </a:lnTo>
                  <a:lnTo>
                    <a:pt x="1630048" y="474284"/>
                  </a:lnTo>
                  <a:lnTo>
                    <a:pt x="1628314" y="427344"/>
                  </a:lnTo>
                  <a:lnTo>
                    <a:pt x="1625898" y="372755"/>
                  </a:lnTo>
                  <a:lnTo>
                    <a:pt x="1622805" y="310515"/>
                  </a:lnTo>
                  <a:lnTo>
                    <a:pt x="1619021" y="235696"/>
                  </a:lnTo>
                  <a:lnTo>
                    <a:pt x="1616249" y="176403"/>
                  </a:lnTo>
                  <a:lnTo>
                    <a:pt x="1614501" y="132635"/>
                  </a:lnTo>
                  <a:lnTo>
                    <a:pt x="1613788" y="104394"/>
                  </a:lnTo>
                  <a:lnTo>
                    <a:pt x="1607692" y="104394"/>
                  </a:lnTo>
                  <a:lnTo>
                    <a:pt x="1593905" y="164669"/>
                  </a:lnTo>
                  <a:lnTo>
                    <a:pt x="1575264" y="232328"/>
                  </a:lnTo>
                  <a:lnTo>
                    <a:pt x="1560671" y="277256"/>
                  </a:lnTo>
                  <a:lnTo>
                    <a:pt x="1542220" y="330019"/>
                  </a:lnTo>
                  <a:lnTo>
                    <a:pt x="1519935" y="390652"/>
                  </a:lnTo>
                  <a:lnTo>
                    <a:pt x="1498693" y="448752"/>
                  </a:lnTo>
                  <a:lnTo>
                    <a:pt x="1483534" y="493887"/>
                  </a:lnTo>
                  <a:lnTo>
                    <a:pt x="1474448" y="526043"/>
                  </a:lnTo>
                  <a:lnTo>
                    <a:pt x="1471421" y="545211"/>
                  </a:lnTo>
                  <a:lnTo>
                    <a:pt x="1380870" y="545211"/>
                  </a:lnTo>
                  <a:lnTo>
                    <a:pt x="1369266" y="493093"/>
                  </a:lnTo>
                  <a:lnTo>
                    <a:pt x="1354778" y="447645"/>
                  </a:lnTo>
                  <a:lnTo>
                    <a:pt x="1334515" y="389255"/>
                  </a:lnTo>
                  <a:lnTo>
                    <a:pt x="1313277" y="329247"/>
                  </a:lnTo>
                  <a:lnTo>
                    <a:pt x="1296050" y="278955"/>
                  </a:lnTo>
                  <a:lnTo>
                    <a:pt x="1282848" y="238379"/>
                  </a:lnTo>
                  <a:lnTo>
                    <a:pt x="1266896" y="181582"/>
                  </a:lnTo>
                  <a:lnTo>
                    <a:pt x="1255466" y="130044"/>
                  </a:lnTo>
                  <a:lnTo>
                    <a:pt x="1250822" y="104394"/>
                  </a:lnTo>
                  <a:lnTo>
                    <a:pt x="1244599" y="104394"/>
                  </a:lnTo>
                  <a:lnTo>
                    <a:pt x="1243836" y="137306"/>
                  </a:lnTo>
                  <a:lnTo>
                    <a:pt x="1241917" y="184816"/>
                  </a:lnTo>
                  <a:lnTo>
                    <a:pt x="1238831" y="246947"/>
                  </a:lnTo>
                  <a:lnTo>
                    <a:pt x="1234566" y="323723"/>
                  </a:lnTo>
                  <a:lnTo>
                    <a:pt x="1230399" y="400657"/>
                  </a:lnTo>
                  <a:lnTo>
                    <a:pt x="1227423" y="463232"/>
                  </a:lnTo>
                  <a:lnTo>
                    <a:pt x="1225637" y="511425"/>
                  </a:lnTo>
                  <a:lnTo>
                    <a:pt x="1225041" y="545211"/>
                  </a:lnTo>
                  <a:lnTo>
                    <a:pt x="1116964" y="545211"/>
                  </a:lnTo>
                  <a:lnTo>
                    <a:pt x="1121711" y="499931"/>
                  </a:lnTo>
                  <a:lnTo>
                    <a:pt x="1127636" y="450744"/>
                  </a:lnTo>
                  <a:lnTo>
                    <a:pt x="1135919" y="383841"/>
                  </a:lnTo>
                  <a:lnTo>
                    <a:pt x="1146555" y="299212"/>
                  </a:lnTo>
                  <a:lnTo>
                    <a:pt x="1155636" y="226314"/>
                  </a:lnTo>
                  <a:lnTo>
                    <a:pt x="1163065" y="163449"/>
                  </a:lnTo>
                  <a:lnTo>
                    <a:pt x="1168844" y="110617"/>
                  </a:lnTo>
                  <a:lnTo>
                    <a:pt x="1172971" y="67818"/>
                  </a:lnTo>
                  <a:lnTo>
                    <a:pt x="1175448" y="35052"/>
                  </a:lnTo>
                  <a:lnTo>
                    <a:pt x="1176273" y="12319"/>
                  </a:lnTo>
                  <a:close/>
                </a:path>
                <a:path w="2429509" h="560070">
                  <a:moveTo>
                    <a:pt x="617219" y="12319"/>
                  </a:moveTo>
                  <a:lnTo>
                    <a:pt x="949578" y="12319"/>
                  </a:lnTo>
                  <a:lnTo>
                    <a:pt x="945006" y="101981"/>
                  </a:lnTo>
                  <a:lnTo>
                    <a:pt x="885074" y="99073"/>
                  </a:lnTo>
                  <a:lnTo>
                    <a:pt x="827976" y="97012"/>
                  </a:lnTo>
                  <a:lnTo>
                    <a:pt x="773735" y="95783"/>
                  </a:lnTo>
                  <a:lnTo>
                    <a:pt x="722375" y="95377"/>
                  </a:lnTo>
                  <a:lnTo>
                    <a:pt x="724189" y="125120"/>
                  </a:lnTo>
                  <a:lnTo>
                    <a:pt x="725455" y="157400"/>
                  </a:lnTo>
                  <a:lnTo>
                    <a:pt x="726197" y="192228"/>
                  </a:lnTo>
                  <a:lnTo>
                    <a:pt x="726439" y="229616"/>
                  </a:lnTo>
                  <a:lnTo>
                    <a:pt x="769947" y="229332"/>
                  </a:lnTo>
                  <a:lnTo>
                    <a:pt x="814943" y="228488"/>
                  </a:lnTo>
                  <a:lnTo>
                    <a:pt x="861439" y="227097"/>
                  </a:lnTo>
                  <a:lnTo>
                    <a:pt x="909446" y="225171"/>
                  </a:lnTo>
                  <a:lnTo>
                    <a:pt x="909446" y="310642"/>
                  </a:lnTo>
                  <a:lnTo>
                    <a:pt x="862081" y="308881"/>
                  </a:lnTo>
                  <a:lnTo>
                    <a:pt x="815800" y="307609"/>
                  </a:lnTo>
                  <a:lnTo>
                    <a:pt x="770590" y="306837"/>
                  </a:lnTo>
                  <a:lnTo>
                    <a:pt x="726439" y="306578"/>
                  </a:lnTo>
                  <a:lnTo>
                    <a:pt x="726652" y="347442"/>
                  </a:lnTo>
                  <a:lnTo>
                    <a:pt x="727281" y="386984"/>
                  </a:lnTo>
                  <a:lnTo>
                    <a:pt x="728315" y="425217"/>
                  </a:lnTo>
                  <a:lnTo>
                    <a:pt x="729741" y="462153"/>
                  </a:lnTo>
                  <a:lnTo>
                    <a:pt x="775203" y="461865"/>
                  </a:lnTo>
                  <a:lnTo>
                    <a:pt x="821830" y="461011"/>
                  </a:lnTo>
                  <a:lnTo>
                    <a:pt x="869626" y="459601"/>
                  </a:lnTo>
                  <a:lnTo>
                    <a:pt x="918600" y="457650"/>
                  </a:lnTo>
                  <a:lnTo>
                    <a:pt x="968755" y="455168"/>
                  </a:lnTo>
                  <a:lnTo>
                    <a:pt x="965453" y="545211"/>
                  </a:lnTo>
                  <a:lnTo>
                    <a:pt x="617219" y="545211"/>
                  </a:lnTo>
                  <a:lnTo>
                    <a:pt x="619140" y="494493"/>
                  </a:lnTo>
                  <a:lnTo>
                    <a:pt x="620633" y="441251"/>
                  </a:lnTo>
                  <a:lnTo>
                    <a:pt x="621700" y="385492"/>
                  </a:lnTo>
                  <a:lnTo>
                    <a:pt x="622340" y="327222"/>
                  </a:lnTo>
                  <a:lnTo>
                    <a:pt x="622553" y="266446"/>
                  </a:lnTo>
                  <a:lnTo>
                    <a:pt x="622340" y="208610"/>
                  </a:lnTo>
                  <a:lnTo>
                    <a:pt x="621700" y="154279"/>
                  </a:lnTo>
                  <a:lnTo>
                    <a:pt x="620633" y="103454"/>
                  </a:lnTo>
                  <a:lnTo>
                    <a:pt x="619140" y="56134"/>
                  </a:lnTo>
                  <a:lnTo>
                    <a:pt x="617219" y="12319"/>
                  </a:lnTo>
                  <a:close/>
                </a:path>
                <a:path w="2429509" h="560070">
                  <a:moveTo>
                    <a:pt x="169417" y="9906"/>
                  </a:moveTo>
                  <a:lnTo>
                    <a:pt x="225288" y="12848"/>
                  </a:lnTo>
                  <a:lnTo>
                    <a:pt x="274643" y="21679"/>
                  </a:lnTo>
                  <a:lnTo>
                    <a:pt x="317486" y="36405"/>
                  </a:lnTo>
                  <a:lnTo>
                    <a:pt x="353826" y="57032"/>
                  </a:lnTo>
                  <a:lnTo>
                    <a:pt x="383666" y="83566"/>
                  </a:lnTo>
                  <a:lnTo>
                    <a:pt x="412763" y="122189"/>
                  </a:lnTo>
                  <a:lnTo>
                    <a:pt x="433562" y="164528"/>
                  </a:lnTo>
                  <a:lnTo>
                    <a:pt x="446049" y="210581"/>
                  </a:lnTo>
                  <a:lnTo>
                    <a:pt x="450214" y="260350"/>
                  </a:lnTo>
                  <a:lnTo>
                    <a:pt x="445549" y="316616"/>
                  </a:lnTo>
                  <a:lnTo>
                    <a:pt x="431561" y="369204"/>
                  </a:lnTo>
                  <a:lnTo>
                    <a:pt x="408263" y="418101"/>
                  </a:lnTo>
                  <a:lnTo>
                    <a:pt x="375665" y="463296"/>
                  </a:lnTo>
                  <a:lnTo>
                    <a:pt x="343480" y="494568"/>
                  </a:lnTo>
                  <a:lnTo>
                    <a:pt x="306515" y="518891"/>
                  </a:lnTo>
                  <a:lnTo>
                    <a:pt x="264776" y="536265"/>
                  </a:lnTo>
                  <a:lnTo>
                    <a:pt x="218271" y="546689"/>
                  </a:lnTo>
                  <a:lnTo>
                    <a:pt x="167004" y="550164"/>
                  </a:lnTo>
                  <a:lnTo>
                    <a:pt x="133838" y="549854"/>
                  </a:lnTo>
                  <a:lnTo>
                    <a:pt x="94932" y="548925"/>
                  </a:lnTo>
                  <a:lnTo>
                    <a:pt x="50311" y="547377"/>
                  </a:lnTo>
                  <a:lnTo>
                    <a:pt x="0" y="545211"/>
                  </a:lnTo>
                  <a:lnTo>
                    <a:pt x="1920" y="494493"/>
                  </a:lnTo>
                  <a:lnTo>
                    <a:pt x="3413" y="441251"/>
                  </a:lnTo>
                  <a:lnTo>
                    <a:pt x="4480" y="385492"/>
                  </a:lnTo>
                  <a:lnTo>
                    <a:pt x="5120" y="327222"/>
                  </a:lnTo>
                  <a:lnTo>
                    <a:pt x="5333" y="266446"/>
                  </a:lnTo>
                  <a:lnTo>
                    <a:pt x="5120" y="208610"/>
                  </a:lnTo>
                  <a:lnTo>
                    <a:pt x="4480" y="154279"/>
                  </a:lnTo>
                  <a:lnTo>
                    <a:pt x="3413" y="103454"/>
                  </a:lnTo>
                  <a:lnTo>
                    <a:pt x="1920" y="56134"/>
                  </a:lnTo>
                  <a:lnTo>
                    <a:pt x="0" y="12319"/>
                  </a:lnTo>
                  <a:lnTo>
                    <a:pt x="71627" y="12319"/>
                  </a:lnTo>
                  <a:lnTo>
                    <a:pt x="81482" y="12245"/>
                  </a:lnTo>
                  <a:lnTo>
                    <a:pt x="93503" y="12017"/>
                  </a:lnTo>
                  <a:lnTo>
                    <a:pt x="107668" y="11622"/>
                  </a:lnTo>
                  <a:lnTo>
                    <a:pt x="123951" y="11049"/>
                  </a:lnTo>
                  <a:lnTo>
                    <a:pt x="139860" y="10548"/>
                  </a:lnTo>
                  <a:lnTo>
                    <a:pt x="152733" y="10191"/>
                  </a:lnTo>
                  <a:lnTo>
                    <a:pt x="162581" y="9977"/>
                  </a:lnTo>
                  <a:lnTo>
                    <a:pt x="169417" y="9906"/>
                  </a:lnTo>
                  <a:close/>
                </a:path>
                <a:path w="2429509" h="560070">
                  <a:moveTo>
                    <a:pt x="2175255" y="0"/>
                  </a:moveTo>
                  <a:lnTo>
                    <a:pt x="2227072" y="4736"/>
                  </a:lnTo>
                  <a:lnTo>
                    <a:pt x="2274506" y="18938"/>
                  </a:lnTo>
                  <a:lnTo>
                    <a:pt x="2317559" y="42594"/>
                  </a:lnTo>
                  <a:lnTo>
                    <a:pt x="2356230" y="75692"/>
                  </a:lnTo>
                  <a:lnTo>
                    <a:pt x="2388068" y="116199"/>
                  </a:lnTo>
                  <a:lnTo>
                    <a:pt x="2410809" y="161909"/>
                  </a:lnTo>
                  <a:lnTo>
                    <a:pt x="2424453" y="212834"/>
                  </a:lnTo>
                  <a:lnTo>
                    <a:pt x="2429002" y="268986"/>
                  </a:lnTo>
                  <a:lnTo>
                    <a:pt x="2425923" y="317493"/>
                  </a:lnTo>
                  <a:lnTo>
                    <a:pt x="2416688" y="362581"/>
                  </a:lnTo>
                  <a:lnTo>
                    <a:pt x="2401295" y="404244"/>
                  </a:lnTo>
                  <a:lnTo>
                    <a:pt x="2379746" y="442474"/>
                  </a:lnTo>
                  <a:lnTo>
                    <a:pt x="2352040" y="477266"/>
                  </a:lnTo>
                  <a:lnTo>
                    <a:pt x="2311348" y="513437"/>
                  </a:lnTo>
                  <a:lnTo>
                    <a:pt x="2266061" y="539273"/>
                  </a:lnTo>
                  <a:lnTo>
                    <a:pt x="2216201" y="554775"/>
                  </a:lnTo>
                  <a:lnTo>
                    <a:pt x="2161793" y="559943"/>
                  </a:lnTo>
                  <a:lnTo>
                    <a:pt x="2109979" y="555202"/>
                  </a:lnTo>
                  <a:lnTo>
                    <a:pt x="2062559" y="540972"/>
                  </a:lnTo>
                  <a:lnTo>
                    <a:pt x="2019544" y="517241"/>
                  </a:lnTo>
                  <a:lnTo>
                    <a:pt x="1980945" y="483997"/>
                  </a:lnTo>
                  <a:lnTo>
                    <a:pt x="1949035" y="443495"/>
                  </a:lnTo>
                  <a:lnTo>
                    <a:pt x="1926256" y="397827"/>
                  </a:lnTo>
                  <a:lnTo>
                    <a:pt x="1912598" y="347015"/>
                  </a:lnTo>
                  <a:lnTo>
                    <a:pt x="1908047" y="291084"/>
                  </a:lnTo>
                  <a:lnTo>
                    <a:pt x="1911126" y="242514"/>
                  </a:lnTo>
                  <a:lnTo>
                    <a:pt x="1920361" y="197388"/>
                  </a:lnTo>
                  <a:lnTo>
                    <a:pt x="1935754" y="155707"/>
                  </a:lnTo>
                  <a:lnTo>
                    <a:pt x="1957303" y="117469"/>
                  </a:lnTo>
                  <a:lnTo>
                    <a:pt x="1985009" y="82677"/>
                  </a:lnTo>
                  <a:lnTo>
                    <a:pt x="2025755" y="46505"/>
                  </a:lnTo>
                  <a:lnTo>
                    <a:pt x="2071036" y="20669"/>
                  </a:lnTo>
                  <a:lnTo>
                    <a:pt x="2120866" y="5167"/>
                  </a:lnTo>
                  <a:lnTo>
                    <a:pt x="2175255" y="0"/>
                  </a:lnTo>
                  <a:close/>
                </a:path>
              </a:pathLst>
            </a:custGeom>
            <a:ln w="6096">
              <a:solidFill>
                <a:srgbClr val="4584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9685"/>
            <a:r>
              <a:rPr lang="en-US" sz="5400" kern="1200" spc="-4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III.</a:t>
            </a:r>
            <a:r>
              <a:rPr lang="en-US" sz="5400" kern="1200" spc="-26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spc="-17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</a:t>
            </a:r>
            <a:r>
              <a:rPr lang="en-US" sz="5400" kern="1200" spc="-25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spc="-85">
                <a:solidFill>
                  <a:schemeClr val="tx1"/>
                </a:solidFill>
                <a:latin typeface="+mj-lt"/>
                <a:ea typeface="+mj-ea"/>
                <a:cs typeface="+mj-cs"/>
              </a:rPr>
              <a:t>Organization</a:t>
            </a:r>
            <a:r>
              <a:rPr lang="en-US" sz="5400" kern="1200" spc="-24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spc="-1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Pattern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/>
          <p:nvPr/>
        </p:nvSpPr>
        <p:spPr>
          <a:xfrm>
            <a:off x="793660" y="2599509"/>
            <a:ext cx="10143668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indent="-228600">
              <a:lnSpc>
                <a:spcPct val="90000"/>
              </a:lnSpc>
              <a:spcBef>
                <a:spcPts val="695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400" spc="-50"/>
              <a:t>∗</a:t>
            </a:r>
            <a:r>
              <a:rPr lang="en-US" sz="2400"/>
              <a:t>	</a:t>
            </a:r>
            <a:r>
              <a:rPr lang="en-US" sz="2400" spc="-40"/>
              <a:t>All</a:t>
            </a:r>
            <a:r>
              <a:rPr lang="en-US" sz="2400" spc="-75"/>
              <a:t> </a:t>
            </a:r>
            <a:r>
              <a:rPr lang="en-US" sz="2400" spc="-10"/>
              <a:t>about</a:t>
            </a:r>
            <a:r>
              <a:rPr lang="en-US" sz="2400" spc="-95"/>
              <a:t> </a:t>
            </a:r>
            <a:r>
              <a:rPr lang="en-US" sz="2400" spc="-40"/>
              <a:t>reorganizing</a:t>
            </a:r>
            <a:r>
              <a:rPr lang="en-US" sz="2400" spc="-70"/>
              <a:t> </a:t>
            </a:r>
            <a:r>
              <a:rPr lang="en-US" sz="2400" spc="-20"/>
              <a:t>data</a:t>
            </a:r>
            <a:endParaRPr lang="en-US" sz="2400"/>
          </a:p>
          <a:p>
            <a:pPr marL="12700" indent="-2286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400" spc="-50"/>
              <a:t>∗</a:t>
            </a:r>
            <a:r>
              <a:rPr lang="en-US" sz="2400"/>
              <a:t>	</a:t>
            </a:r>
            <a:r>
              <a:rPr lang="en-US" sz="2400" spc="-10"/>
              <a:t>Patterns</a:t>
            </a:r>
            <a:endParaRPr lang="en-US" sz="2400"/>
          </a:p>
          <a:p>
            <a:pPr marL="314325" indent="-228600">
              <a:lnSpc>
                <a:spcPct val="90000"/>
              </a:lnSpc>
              <a:spcBef>
                <a:spcPts val="63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400" spc="-50"/>
              <a:t>∗</a:t>
            </a:r>
            <a:r>
              <a:rPr lang="en-US" sz="2400"/>
              <a:t>	</a:t>
            </a:r>
            <a:r>
              <a:rPr lang="en-US" sz="2400" spc="-25"/>
              <a:t>Structured</a:t>
            </a:r>
            <a:r>
              <a:rPr lang="en-US" sz="2400" spc="-65"/>
              <a:t> </a:t>
            </a:r>
            <a:r>
              <a:rPr lang="en-US" sz="2400" spc="60"/>
              <a:t>to</a:t>
            </a:r>
            <a:r>
              <a:rPr lang="en-US" sz="2400" spc="-75"/>
              <a:t> </a:t>
            </a:r>
            <a:r>
              <a:rPr lang="en-US" sz="2400" spc="-10"/>
              <a:t>Hierarchical</a:t>
            </a:r>
            <a:endParaRPr lang="en-US" sz="2400"/>
          </a:p>
          <a:p>
            <a:pPr marL="314325" indent="-2286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400" spc="-50"/>
              <a:t>∗</a:t>
            </a:r>
            <a:r>
              <a:rPr lang="en-US" sz="2400"/>
              <a:t>	</a:t>
            </a:r>
            <a:r>
              <a:rPr lang="en-US" sz="2400" spc="-10"/>
              <a:t>Partition</a:t>
            </a:r>
            <a:endParaRPr lang="en-US" sz="2400"/>
          </a:p>
          <a:p>
            <a:pPr marL="314325" indent="-2286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400" spc="-50"/>
              <a:t>∗</a:t>
            </a:r>
            <a:r>
              <a:rPr lang="en-US" sz="2400"/>
              <a:t>	</a:t>
            </a:r>
            <a:r>
              <a:rPr lang="en-US" sz="2400" spc="-50"/>
              <a:t>Total</a:t>
            </a:r>
            <a:r>
              <a:rPr lang="en-US" sz="2400" spc="-70"/>
              <a:t> </a:t>
            </a:r>
            <a:r>
              <a:rPr lang="en-US" sz="2400" spc="-10"/>
              <a:t>Order</a:t>
            </a:r>
            <a:endParaRPr lang="en-US" sz="2400"/>
          </a:p>
          <a:p>
            <a:pPr marL="314325" indent="-2286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400" spc="-50"/>
              <a:t>∗</a:t>
            </a:r>
            <a:r>
              <a:rPr lang="en-US" sz="2400"/>
              <a:t>	</a:t>
            </a:r>
            <a:r>
              <a:rPr lang="en-US" sz="2400" spc="-10"/>
              <a:t>Shuffling</a:t>
            </a:r>
            <a:endParaRPr lang="en-US" sz="24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2F32515-A485-2640-04FE-A82C657B5C4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50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440690"/>
            <a:r>
              <a:rPr lang="en-US" spc="-45"/>
              <a:t>Structured</a:t>
            </a:r>
            <a:r>
              <a:rPr lang="en-US" spc="-270"/>
              <a:t> </a:t>
            </a:r>
            <a:r>
              <a:rPr lang="en-US" spc="165"/>
              <a:t>to</a:t>
            </a:r>
            <a:r>
              <a:rPr lang="en-US" spc="-265"/>
              <a:t> </a:t>
            </a:r>
            <a:r>
              <a:rPr lang="en-US" spc="-110"/>
              <a:t>Hierarchical</a:t>
            </a:r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2D472162-7F6C-281C-D584-43248E9066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1322398"/>
              </p:ext>
            </p:extLst>
          </p:nvPr>
        </p:nvGraphicFramePr>
        <p:xfrm>
          <a:off x="838200" y="1524000"/>
          <a:ext cx="10668000" cy="4652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440690"/>
            <a:r>
              <a:rPr lang="en-US" sz="4800" kern="1200" spc="-45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Structured</a:t>
            </a:r>
            <a:r>
              <a:rPr lang="en-US" sz="4800" kern="1200" spc="-27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spc="165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</a:t>
            </a:r>
            <a:r>
              <a:rPr lang="en-US" sz="4800" kern="1200" spc="-26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spc="-11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Hierarchical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6385" marR="5080" indent="-228600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10"/>
              <a:t>MultipleInputs</a:t>
            </a:r>
            <a:r>
              <a:rPr lang="en-US" sz="1700" spc="-45"/>
              <a:t> </a:t>
            </a:r>
            <a:r>
              <a:rPr lang="en-US" sz="1700" spc="-30"/>
              <a:t>allows</a:t>
            </a:r>
            <a:r>
              <a:rPr lang="en-US" sz="1700" spc="-70"/>
              <a:t> </a:t>
            </a:r>
            <a:r>
              <a:rPr lang="en-US" sz="1700" spc="-45"/>
              <a:t>you</a:t>
            </a:r>
            <a:r>
              <a:rPr lang="en-US" sz="1700" spc="-50"/>
              <a:t> </a:t>
            </a:r>
            <a:r>
              <a:rPr lang="en-US" sz="1700" spc="60"/>
              <a:t>to</a:t>
            </a:r>
            <a:r>
              <a:rPr lang="en-US" sz="1700" spc="-50"/>
              <a:t> specify</a:t>
            </a:r>
            <a:r>
              <a:rPr lang="en-US" sz="1700" spc="-45"/>
              <a:t> </a:t>
            </a:r>
            <a:r>
              <a:rPr lang="en-US" sz="1700"/>
              <a:t>different</a:t>
            </a:r>
            <a:r>
              <a:rPr lang="en-US" sz="1700" spc="-35"/>
              <a:t> </a:t>
            </a:r>
            <a:r>
              <a:rPr lang="en-US" sz="1700" spc="-10"/>
              <a:t>input </a:t>
            </a:r>
            <a:r>
              <a:rPr lang="en-US" sz="1700" spc="-40"/>
              <a:t>paths </a:t>
            </a:r>
            <a:r>
              <a:rPr lang="en-US" sz="1700" spc="-65"/>
              <a:t>and</a:t>
            </a:r>
            <a:r>
              <a:rPr lang="en-US" sz="1700" spc="-45"/>
              <a:t> </a:t>
            </a:r>
            <a:r>
              <a:rPr lang="en-US" sz="1700"/>
              <a:t>different</a:t>
            </a:r>
            <a:r>
              <a:rPr lang="en-US" sz="1700" spc="-45"/>
              <a:t> </a:t>
            </a:r>
            <a:r>
              <a:rPr lang="en-US" sz="1700" spc="-35"/>
              <a:t>mapper</a:t>
            </a:r>
            <a:r>
              <a:rPr lang="en-US" sz="1700" spc="-50"/>
              <a:t> </a:t>
            </a:r>
            <a:r>
              <a:rPr lang="en-US" sz="1700" spc="-110"/>
              <a:t>classes</a:t>
            </a:r>
            <a:r>
              <a:rPr lang="en-US" sz="1700" spc="-55"/>
              <a:t> </a:t>
            </a:r>
            <a:r>
              <a:rPr lang="en-US" sz="1700"/>
              <a:t>for</a:t>
            </a:r>
            <a:r>
              <a:rPr lang="en-US" sz="1700" spc="-60"/>
              <a:t> </a:t>
            </a:r>
            <a:r>
              <a:rPr lang="en-US" sz="1700" spc="-80"/>
              <a:t>each</a:t>
            </a:r>
            <a:r>
              <a:rPr lang="en-US" sz="1700" spc="-50"/>
              <a:t> </a:t>
            </a:r>
            <a:r>
              <a:rPr lang="en-US" sz="1700" spc="-10"/>
              <a:t>input</a:t>
            </a:r>
            <a:endParaRPr lang="en-US" sz="1700"/>
          </a:p>
          <a:p>
            <a:pPr marL="286385" marR="164465" indent="-228600">
              <a:lnSpc>
                <a:spcPct val="90000"/>
              </a:lnSpc>
              <a:spcBef>
                <a:spcPts val="1195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45"/>
              <a:t>Mappers</a:t>
            </a:r>
            <a:r>
              <a:rPr lang="en-US" sz="1700" spc="-100"/>
              <a:t> </a:t>
            </a:r>
            <a:r>
              <a:rPr lang="en-US" sz="1700" spc="-40"/>
              <a:t>load</a:t>
            </a:r>
            <a:r>
              <a:rPr lang="en-US" sz="1700" spc="-90"/>
              <a:t> </a:t>
            </a:r>
            <a:r>
              <a:rPr lang="en-US" sz="1700"/>
              <a:t>the</a:t>
            </a:r>
            <a:r>
              <a:rPr lang="en-US" sz="1700" spc="-80"/>
              <a:t> </a:t>
            </a:r>
            <a:r>
              <a:rPr lang="en-US" sz="1700" spc="-40"/>
              <a:t>data</a:t>
            </a:r>
            <a:r>
              <a:rPr lang="en-US" sz="1700" spc="-80"/>
              <a:t> </a:t>
            </a:r>
            <a:r>
              <a:rPr lang="en-US" sz="1700" spc="-65"/>
              <a:t>and</a:t>
            </a:r>
            <a:r>
              <a:rPr lang="en-US" sz="1700" spc="-85"/>
              <a:t> </a:t>
            </a:r>
            <a:r>
              <a:rPr lang="en-US" sz="1700" spc="-70"/>
              <a:t>parse</a:t>
            </a:r>
            <a:r>
              <a:rPr lang="en-US" sz="1700" spc="-75"/>
              <a:t> </a:t>
            </a:r>
            <a:r>
              <a:rPr lang="en-US" sz="1700"/>
              <a:t>the</a:t>
            </a:r>
            <a:r>
              <a:rPr lang="en-US" sz="1700" spc="-80"/>
              <a:t> </a:t>
            </a:r>
            <a:r>
              <a:rPr lang="en-US" sz="1700" spc="-45"/>
              <a:t>records</a:t>
            </a:r>
            <a:r>
              <a:rPr lang="en-US" sz="1700" spc="-85"/>
              <a:t> </a:t>
            </a:r>
            <a:r>
              <a:rPr lang="en-US" sz="1700" spc="-20"/>
              <a:t>into </a:t>
            </a:r>
            <a:r>
              <a:rPr lang="en-US" sz="1700" spc="-50"/>
              <a:t>one</a:t>
            </a:r>
            <a:r>
              <a:rPr lang="en-US" sz="1700" spc="-85"/>
              <a:t> </a:t>
            </a:r>
            <a:r>
              <a:rPr lang="en-US" sz="1700" spc="-70"/>
              <a:t>cohesive </a:t>
            </a:r>
            <a:r>
              <a:rPr lang="en-US" sz="1700" spc="-10"/>
              <a:t>format</a:t>
            </a:r>
            <a:endParaRPr lang="en-US" sz="1700"/>
          </a:p>
          <a:p>
            <a:pPr marL="286385" marR="26034" indent="-228600">
              <a:lnSpc>
                <a:spcPct val="90000"/>
              </a:lnSpc>
              <a:spcBef>
                <a:spcPts val="1190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30"/>
              <a:t>In</a:t>
            </a:r>
            <a:r>
              <a:rPr lang="en-US" sz="1700" spc="-65"/>
              <a:t> </a:t>
            </a:r>
            <a:r>
              <a:rPr lang="en-US" sz="1700" spc="-50"/>
              <a:t>general,</a:t>
            </a:r>
            <a:r>
              <a:rPr lang="en-US" sz="1700" spc="-100"/>
              <a:t> </a:t>
            </a:r>
            <a:r>
              <a:rPr lang="en-US" sz="1700" spc="-114"/>
              <a:t>a</a:t>
            </a:r>
            <a:r>
              <a:rPr lang="en-US" sz="1700" spc="-70"/>
              <a:t> </a:t>
            </a:r>
            <a:r>
              <a:rPr lang="en-US" sz="1700" spc="-35"/>
              <a:t>combiner</a:t>
            </a:r>
            <a:r>
              <a:rPr lang="en-US" sz="1700" spc="-80"/>
              <a:t> </a:t>
            </a:r>
            <a:r>
              <a:rPr lang="en-US" sz="1700"/>
              <a:t>isn’t</a:t>
            </a:r>
            <a:r>
              <a:rPr lang="en-US" sz="1700" spc="-70"/>
              <a:t> </a:t>
            </a:r>
            <a:r>
              <a:rPr lang="en-US" sz="1700" spc="-35"/>
              <a:t>going</a:t>
            </a:r>
            <a:r>
              <a:rPr lang="en-US" sz="1700" spc="-80"/>
              <a:t> </a:t>
            </a:r>
            <a:r>
              <a:rPr lang="en-US" sz="1700" spc="60"/>
              <a:t>to</a:t>
            </a:r>
            <a:r>
              <a:rPr lang="en-US" sz="1700" spc="-80"/>
              <a:t> </a:t>
            </a:r>
            <a:r>
              <a:rPr lang="en-US" sz="1700" spc="-30"/>
              <a:t>help</a:t>
            </a:r>
            <a:r>
              <a:rPr lang="en-US" sz="1700" spc="-75"/>
              <a:t> </a:t>
            </a:r>
            <a:r>
              <a:rPr lang="en-US" sz="1700"/>
              <a:t>too</a:t>
            </a:r>
            <a:r>
              <a:rPr lang="en-US" sz="1700" spc="-90"/>
              <a:t> </a:t>
            </a:r>
            <a:r>
              <a:rPr lang="en-US" sz="1700" spc="-20"/>
              <a:t>much here</a:t>
            </a:r>
            <a:endParaRPr lang="en-US" sz="1700"/>
          </a:p>
          <a:p>
            <a:pPr marL="286385" marR="19685" indent="-228600">
              <a:lnSpc>
                <a:spcPct val="90000"/>
              </a:lnSpc>
              <a:spcBef>
                <a:spcPts val="1170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100"/>
              <a:t>The</a:t>
            </a:r>
            <a:r>
              <a:rPr lang="en-US" sz="1700" spc="-80"/>
              <a:t> </a:t>
            </a:r>
            <a:r>
              <a:rPr lang="en-US" sz="1700" spc="-40"/>
              <a:t>reducer</a:t>
            </a:r>
            <a:r>
              <a:rPr lang="en-US" sz="1700" spc="-85"/>
              <a:t> </a:t>
            </a:r>
            <a:r>
              <a:rPr lang="en-US" sz="1700" spc="-70"/>
              <a:t>receives</a:t>
            </a:r>
            <a:r>
              <a:rPr lang="en-US" sz="1700" spc="-80"/>
              <a:t> </a:t>
            </a:r>
            <a:r>
              <a:rPr lang="en-US" sz="1700"/>
              <a:t>the</a:t>
            </a:r>
            <a:r>
              <a:rPr lang="en-US" sz="1700" spc="-80"/>
              <a:t> </a:t>
            </a:r>
            <a:r>
              <a:rPr lang="en-US" sz="1700" spc="-30"/>
              <a:t>data</a:t>
            </a:r>
            <a:r>
              <a:rPr lang="en-US" sz="1700" spc="-75"/>
              <a:t> </a:t>
            </a:r>
            <a:r>
              <a:rPr lang="en-US" sz="1700"/>
              <a:t>from</a:t>
            </a:r>
            <a:r>
              <a:rPr lang="en-US" sz="1700" spc="-85"/>
              <a:t> </a:t>
            </a:r>
            <a:r>
              <a:rPr lang="en-US" sz="1700" spc="-35"/>
              <a:t>all</a:t>
            </a:r>
            <a:r>
              <a:rPr lang="en-US" sz="1700" spc="-100"/>
              <a:t> </a:t>
            </a:r>
            <a:r>
              <a:rPr lang="en-US" sz="1700"/>
              <a:t>the</a:t>
            </a:r>
            <a:r>
              <a:rPr lang="en-US" sz="1700" spc="-65"/>
              <a:t> </a:t>
            </a:r>
            <a:r>
              <a:rPr lang="en-US" sz="1700" spc="-10"/>
              <a:t>different </a:t>
            </a:r>
            <a:r>
              <a:rPr lang="en-US" sz="1700" spc="-70"/>
              <a:t>sources </a:t>
            </a:r>
            <a:r>
              <a:rPr lang="en-US" sz="1700" spc="-65"/>
              <a:t>key</a:t>
            </a:r>
            <a:r>
              <a:rPr lang="en-US" sz="1700" spc="-95"/>
              <a:t> </a:t>
            </a:r>
            <a:r>
              <a:rPr lang="en-US" sz="1700" spc="-40"/>
              <a:t>by</a:t>
            </a:r>
            <a:r>
              <a:rPr lang="en-US" sz="1700" spc="-80"/>
              <a:t> </a:t>
            </a:r>
            <a:r>
              <a:rPr lang="en-US" sz="1700" spc="-60"/>
              <a:t>key.</a:t>
            </a:r>
            <a:r>
              <a:rPr lang="en-US" sz="1700" spc="-90"/>
              <a:t> </a:t>
            </a:r>
            <a:r>
              <a:rPr lang="en-US" sz="1700" spc="-30"/>
              <a:t>All</a:t>
            </a:r>
            <a:r>
              <a:rPr lang="en-US" sz="1700" spc="-100"/>
              <a:t> </a:t>
            </a:r>
            <a:r>
              <a:rPr lang="en-US" sz="1700"/>
              <a:t>of</a:t>
            </a:r>
            <a:r>
              <a:rPr lang="en-US" sz="1700" spc="-65"/>
              <a:t> </a:t>
            </a:r>
            <a:r>
              <a:rPr lang="en-US" sz="1700"/>
              <a:t>the</a:t>
            </a:r>
            <a:r>
              <a:rPr lang="en-US" sz="1700" spc="-75"/>
              <a:t> </a:t>
            </a:r>
            <a:r>
              <a:rPr lang="en-US" sz="1700" spc="-35"/>
              <a:t>data</a:t>
            </a:r>
            <a:r>
              <a:rPr lang="en-US" sz="1700" spc="-70"/>
              <a:t> </a:t>
            </a:r>
            <a:r>
              <a:rPr lang="en-US" sz="1700"/>
              <a:t>for</a:t>
            </a:r>
            <a:r>
              <a:rPr lang="en-US" sz="1700" spc="-85"/>
              <a:t> </a:t>
            </a:r>
            <a:r>
              <a:rPr lang="en-US" sz="1700" spc="-114"/>
              <a:t>a</a:t>
            </a:r>
            <a:r>
              <a:rPr lang="en-US" sz="1700" spc="-75"/>
              <a:t> </a:t>
            </a:r>
            <a:r>
              <a:rPr lang="en-US" sz="1700" spc="-10"/>
              <a:t>particular </a:t>
            </a:r>
            <a:r>
              <a:rPr lang="en-US" sz="1700" spc="-25"/>
              <a:t>grouping</a:t>
            </a:r>
            <a:r>
              <a:rPr lang="en-US" sz="1700" spc="-90"/>
              <a:t> </a:t>
            </a:r>
            <a:r>
              <a:rPr lang="en-US" sz="1700" spc="-75"/>
              <a:t>is </a:t>
            </a:r>
            <a:r>
              <a:rPr lang="en-US" sz="1700" spc="-25"/>
              <a:t>going</a:t>
            </a:r>
            <a:r>
              <a:rPr lang="en-US" sz="1700" spc="-90"/>
              <a:t> </a:t>
            </a:r>
            <a:r>
              <a:rPr lang="en-US" sz="1700" spc="60"/>
              <a:t>to</a:t>
            </a:r>
            <a:r>
              <a:rPr lang="en-US" sz="1700" spc="-85"/>
              <a:t> </a:t>
            </a:r>
            <a:r>
              <a:rPr lang="en-US" sz="1700" spc="-55"/>
              <a:t>be</a:t>
            </a:r>
            <a:r>
              <a:rPr lang="en-US" sz="1700" spc="-75"/>
              <a:t> </a:t>
            </a:r>
            <a:r>
              <a:rPr lang="en-US" sz="1700" spc="-25"/>
              <a:t>provided</a:t>
            </a:r>
            <a:r>
              <a:rPr lang="en-US" sz="1700" spc="-70"/>
              <a:t> </a:t>
            </a:r>
            <a:r>
              <a:rPr lang="en-US" sz="1700"/>
              <a:t>for</a:t>
            </a:r>
            <a:r>
              <a:rPr lang="en-US" sz="1700" spc="-85"/>
              <a:t> </a:t>
            </a:r>
            <a:r>
              <a:rPr lang="en-US" sz="1700" spc="-45"/>
              <a:t>you</a:t>
            </a:r>
            <a:r>
              <a:rPr lang="en-US" sz="1700" spc="-90"/>
              <a:t> </a:t>
            </a:r>
            <a:r>
              <a:rPr lang="en-US" sz="1700" spc="-20"/>
              <a:t>in</a:t>
            </a:r>
            <a:r>
              <a:rPr lang="en-US" sz="1700" spc="-70"/>
              <a:t> </a:t>
            </a:r>
            <a:r>
              <a:rPr lang="en-US" sz="1700" spc="-25"/>
              <a:t>one </a:t>
            </a:r>
            <a:r>
              <a:rPr lang="en-US" sz="1700"/>
              <a:t>iterator,</a:t>
            </a:r>
            <a:r>
              <a:rPr lang="en-US" sz="1700" spc="-60"/>
              <a:t> </a:t>
            </a:r>
            <a:r>
              <a:rPr lang="en-US" sz="1700" spc="-80"/>
              <a:t>so</a:t>
            </a:r>
            <a:r>
              <a:rPr lang="en-US" sz="1700" spc="-55"/>
              <a:t> </a:t>
            </a:r>
            <a:r>
              <a:rPr lang="en-US" sz="1700" spc="-35"/>
              <a:t>all</a:t>
            </a:r>
            <a:r>
              <a:rPr lang="en-US" sz="1700" spc="-85"/>
              <a:t> </a:t>
            </a:r>
            <a:r>
              <a:rPr lang="en-US" sz="1700"/>
              <a:t>that</a:t>
            </a:r>
            <a:r>
              <a:rPr lang="en-US" sz="1700" spc="-60"/>
              <a:t> </a:t>
            </a:r>
            <a:r>
              <a:rPr lang="en-US" sz="1700" spc="-75"/>
              <a:t>is</a:t>
            </a:r>
            <a:r>
              <a:rPr lang="en-US" sz="1700" spc="-55"/>
              <a:t> </a:t>
            </a:r>
            <a:r>
              <a:rPr lang="en-US" sz="1700"/>
              <a:t>left</a:t>
            </a:r>
            <a:r>
              <a:rPr lang="en-US" sz="1700" spc="-65"/>
              <a:t> </a:t>
            </a:r>
            <a:r>
              <a:rPr lang="en-US" sz="1700"/>
              <a:t>for</a:t>
            </a:r>
            <a:r>
              <a:rPr lang="en-US" sz="1700" spc="-70"/>
              <a:t> </a:t>
            </a:r>
            <a:r>
              <a:rPr lang="en-US" sz="1700" spc="-45"/>
              <a:t>you</a:t>
            </a:r>
            <a:r>
              <a:rPr lang="en-US" sz="1700" spc="-70"/>
              <a:t> </a:t>
            </a:r>
            <a:r>
              <a:rPr lang="en-US" sz="1700" spc="60"/>
              <a:t>to</a:t>
            </a:r>
            <a:r>
              <a:rPr lang="en-US" sz="1700" spc="-70"/>
              <a:t> </a:t>
            </a:r>
            <a:r>
              <a:rPr lang="en-US" sz="1700" spc="-10"/>
              <a:t>do</a:t>
            </a:r>
            <a:r>
              <a:rPr lang="en-US" sz="1700" spc="-55"/>
              <a:t> </a:t>
            </a:r>
            <a:r>
              <a:rPr lang="en-US" sz="1700" spc="-75"/>
              <a:t>is</a:t>
            </a:r>
            <a:r>
              <a:rPr lang="en-US" sz="1700" spc="-55"/>
              <a:t> </a:t>
            </a:r>
            <a:r>
              <a:rPr lang="en-US" sz="1700" spc="-25"/>
              <a:t>build</a:t>
            </a:r>
            <a:r>
              <a:rPr lang="en-US" sz="1700" spc="-60"/>
              <a:t> </a:t>
            </a:r>
            <a:r>
              <a:rPr lang="en-US" sz="1700" spc="-25"/>
              <a:t>the </a:t>
            </a:r>
            <a:r>
              <a:rPr lang="en-US" sz="1700" spc="-50"/>
              <a:t>hierarchical</a:t>
            </a:r>
            <a:r>
              <a:rPr lang="en-US" sz="1700" spc="-65"/>
              <a:t> </a:t>
            </a:r>
            <a:r>
              <a:rPr lang="en-US" sz="1700" spc="-40"/>
              <a:t>data</a:t>
            </a:r>
            <a:r>
              <a:rPr lang="en-US" sz="1700" spc="-50"/>
              <a:t> </a:t>
            </a:r>
            <a:r>
              <a:rPr lang="en-US" sz="1700" spc="-10"/>
              <a:t>structure</a:t>
            </a:r>
            <a:r>
              <a:rPr lang="en-US" sz="1700" spc="-60"/>
              <a:t> </a:t>
            </a:r>
            <a:r>
              <a:rPr lang="en-US" sz="1700"/>
              <a:t>from</a:t>
            </a:r>
            <a:r>
              <a:rPr lang="en-US" sz="1700" spc="-70"/>
              <a:t> </a:t>
            </a:r>
            <a:r>
              <a:rPr lang="en-US" sz="1700"/>
              <a:t>the</a:t>
            </a:r>
            <a:r>
              <a:rPr lang="en-US" sz="1700" spc="-50"/>
              <a:t> </a:t>
            </a:r>
            <a:r>
              <a:rPr lang="en-US" sz="1700" spc="-10"/>
              <a:t>list</a:t>
            </a:r>
            <a:r>
              <a:rPr lang="en-US" sz="1700" spc="-60"/>
              <a:t> </a:t>
            </a:r>
            <a:r>
              <a:rPr lang="en-US" sz="1700"/>
              <a:t>of</a:t>
            </a:r>
            <a:r>
              <a:rPr lang="en-US" sz="1700" spc="-50"/>
              <a:t> </a:t>
            </a:r>
            <a:r>
              <a:rPr lang="en-US" sz="1700" spc="-20"/>
              <a:t>data </a:t>
            </a:r>
            <a:r>
              <a:rPr lang="en-US" sz="1700" spc="-10"/>
              <a:t>Items</a:t>
            </a:r>
            <a:endParaRPr lang="en-US" sz="1700"/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35024" y="2484255"/>
            <a:ext cx="4903293" cy="371424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EB50377-C19F-B6A1-8124-C9E6FDF6228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440690"/>
            <a:r>
              <a:rPr lang="en-US" spc="-45"/>
              <a:t>Structured</a:t>
            </a:r>
            <a:r>
              <a:rPr lang="en-US" spc="-275"/>
              <a:t> </a:t>
            </a:r>
            <a:r>
              <a:rPr lang="en-US" spc="165"/>
              <a:t>to</a:t>
            </a:r>
            <a:r>
              <a:rPr lang="en-US" spc="-265"/>
              <a:t> </a:t>
            </a:r>
            <a:r>
              <a:rPr lang="en-US" spc="-110"/>
              <a:t>Hierarchical</a:t>
            </a:r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68745784-6858-CFAC-D679-37BAFEA1DA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725836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440690"/>
            <a:r>
              <a:rPr lang="en-US" sz="4800" kern="1200" spc="-4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Structured</a:t>
            </a:r>
            <a:r>
              <a:rPr lang="en-US" sz="4800" kern="1200" spc="-27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spc="16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</a:t>
            </a:r>
            <a:r>
              <a:rPr lang="en-US" sz="4800" kern="1200" spc="-26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spc="-1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Hierarchical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object 7"/>
          <p:cNvGrpSpPr/>
          <p:nvPr/>
        </p:nvGrpSpPr>
        <p:grpSpPr>
          <a:xfrm>
            <a:off x="5917911" y="3727732"/>
            <a:ext cx="5143631" cy="1233409"/>
            <a:chOff x="4857750" y="3252724"/>
            <a:chExt cx="2457450" cy="58928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6800" y="3272028"/>
              <a:ext cx="2438400" cy="56997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857750" y="3252724"/>
              <a:ext cx="2429510" cy="560070"/>
            </a:xfrm>
            <a:custGeom>
              <a:avLst/>
              <a:gdLst/>
              <a:ahLst/>
              <a:cxnLst/>
              <a:rect l="l" t="t" r="r" b="b"/>
              <a:pathLst>
                <a:path w="2429509" h="560070">
                  <a:moveTo>
                    <a:pt x="170774" y="9977"/>
                  </a:moveTo>
                  <a:lnTo>
                    <a:pt x="162581" y="9977"/>
                  </a:lnTo>
                  <a:lnTo>
                    <a:pt x="107668" y="11622"/>
                  </a:lnTo>
                  <a:lnTo>
                    <a:pt x="77614" y="12319"/>
                  </a:lnTo>
                  <a:lnTo>
                    <a:pt x="0" y="12319"/>
                  </a:lnTo>
                  <a:lnTo>
                    <a:pt x="1920" y="56134"/>
                  </a:lnTo>
                  <a:lnTo>
                    <a:pt x="3413" y="103454"/>
                  </a:lnTo>
                  <a:lnTo>
                    <a:pt x="4480" y="154279"/>
                  </a:lnTo>
                  <a:lnTo>
                    <a:pt x="5084" y="205517"/>
                  </a:lnTo>
                  <a:lnTo>
                    <a:pt x="5171" y="222321"/>
                  </a:lnTo>
                  <a:lnTo>
                    <a:pt x="5293" y="277876"/>
                  </a:lnTo>
                  <a:lnTo>
                    <a:pt x="5162" y="315287"/>
                  </a:lnTo>
                  <a:lnTo>
                    <a:pt x="5120" y="327222"/>
                  </a:lnTo>
                  <a:lnTo>
                    <a:pt x="4515" y="382335"/>
                  </a:lnTo>
                  <a:lnTo>
                    <a:pt x="4480" y="385492"/>
                  </a:lnTo>
                  <a:lnTo>
                    <a:pt x="3532" y="435028"/>
                  </a:lnTo>
                  <a:lnTo>
                    <a:pt x="3413" y="441251"/>
                  </a:lnTo>
                  <a:lnTo>
                    <a:pt x="1917" y="494568"/>
                  </a:lnTo>
                  <a:lnTo>
                    <a:pt x="0" y="545211"/>
                  </a:lnTo>
                  <a:lnTo>
                    <a:pt x="94932" y="548925"/>
                  </a:lnTo>
                  <a:lnTo>
                    <a:pt x="133838" y="549854"/>
                  </a:lnTo>
                  <a:lnTo>
                    <a:pt x="167004" y="550164"/>
                  </a:lnTo>
                  <a:lnTo>
                    <a:pt x="218271" y="546689"/>
                  </a:lnTo>
                  <a:lnTo>
                    <a:pt x="264776" y="536265"/>
                  </a:lnTo>
                  <a:lnTo>
                    <a:pt x="306515" y="518891"/>
                  </a:lnTo>
                  <a:lnTo>
                    <a:pt x="343480" y="494568"/>
                  </a:lnTo>
                  <a:lnTo>
                    <a:pt x="373051" y="465836"/>
                  </a:lnTo>
                  <a:lnTo>
                    <a:pt x="165734" y="465836"/>
                  </a:lnTo>
                  <a:lnTo>
                    <a:pt x="152419" y="465502"/>
                  </a:lnTo>
                  <a:lnTo>
                    <a:pt x="112521" y="460502"/>
                  </a:lnTo>
                  <a:lnTo>
                    <a:pt x="110761" y="412303"/>
                  </a:lnTo>
                  <a:lnTo>
                    <a:pt x="109489" y="363902"/>
                  </a:lnTo>
                  <a:lnTo>
                    <a:pt x="108739" y="316616"/>
                  </a:lnTo>
                  <a:lnTo>
                    <a:pt x="108518" y="277876"/>
                  </a:lnTo>
                  <a:lnTo>
                    <a:pt x="108422" y="260350"/>
                  </a:lnTo>
                  <a:lnTo>
                    <a:pt x="108303" y="240160"/>
                  </a:lnTo>
                  <a:lnTo>
                    <a:pt x="108198" y="222321"/>
                  </a:lnTo>
                  <a:lnTo>
                    <a:pt x="107426" y="179101"/>
                  </a:lnTo>
                  <a:lnTo>
                    <a:pt x="106154" y="136786"/>
                  </a:lnTo>
                  <a:lnTo>
                    <a:pt x="104393" y="95377"/>
                  </a:lnTo>
                  <a:lnTo>
                    <a:pt x="118899" y="93783"/>
                  </a:lnTo>
                  <a:lnTo>
                    <a:pt x="131762" y="92630"/>
                  </a:lnTo>
                  <a:lnTo>
                    <a:pt x="143005" y="91930"/>
                  </a:lnTo>
                  <a:lnTo>
                    <a:pt x="152653" y="91694"/>
                  </a:lnTo>
                  <a:lnTo>
                    <a:pt x="389790" y="91694"/>
                  </a:lnTo>
                  <a:lnTo>
                    <a:pt x="383666" y="83566"/>
                  </a:lnTo>
                  <a:lnTo>
                    <a:pt x="353826" y="57032"/>
                  </a:lnTo>
                  <a:lnTo>
                    <a:pt x="317486" y="36405"/>
                  </a:lnTo>
                  <a:lnTo>
                    <a:pt x="274643" y="21679"/>
                  </a:lnTo>
                  <a:lnTo>
                    <a:pt x="225288" y="12848"/>
                  </a:lnTo>
                  <a:lnTo>
                    <a:pt x="170774" y="9977"/>
                  </a:lnTo>
                  <a:close/>
                </a:path>
                <a:path w="2429509" h="560070">
                  <a:moveTo>
                    <a:pt x="389790" y="91694"/>
                  </a:moveTo>
                  <a:lnTo>
                    <a:pt x="152653" y="91694"/>
                  </a:lnTo>
                  <a:lnTo>
                    <a:pt x="196685" y="95053"/>
                  </a:lnTo>
                  <a:lnTo>
                    <a:pt x="234680" y="105140"/>
                  </a:lnTo>
                  <a:lnTo>
                    <a:pt x="292607" y="145542"/>
                  </a:lnTo>
                  <a:lnTo>
                    <a:pt x="327009" y="205517"/>
                  </a:lnTo>
                  <a:lnTo>
                    <a:pt x="338454" y="277876"/>
                  </a:lnTo>
                  <a:lnTo>
                    <a:pt x="335839" y="315287"/>
                  </a:lnTo>
                  <a:lnTo>
                    <a:pt x="314612" y="382335"/>
                  </a:lnTo>
                  <a:lnTo>
                    <a:pt x="272033" y="435028"/>
                  </a:lnTo>
                  <a:lnTo>
                    <a:pt x="206882" y="462408"/>
                  </a:lnTo>
                  <a:lnTo>
                    <a:pt x="165734" y="465836"/>
                  </a:lnTo>
                  <a:lnTo>
                    <a:pt x="373051" y="465836"/>
                  </a:lnTo>
                  <a:lnTo>
                    <a:pt x="408263" y="418101"/>
                  </a:lnTo>
                  <a:lnTo>
                    <a:pt x="431561" y="369204"/>
                  </a:lnTo>
                  <a:lnTo>
                    <a:pt x="445549" y="316616"/>
                  </a:lnTo>
                  <a:lnTo>
                    <a:pt x="450214" y="260350"/>
                  </a:lnTo>
                  <a:lnTo>
                    <a:pt x="446049" y="210581"/>
                  </a:lnTo>
                  <a:lnTo>
                    <a:pt x="433562" y="164528"/>
                  </a:lnTo>
                  <a:lnTo>
                    <a:pt x="412763" y="122189"/>
                  </a:lnTo>
                  <a:lnTo>
                    <a:pt x="389790" y="91694"/>
                  </a:lnTo>
                  <a:close/>
                </a:path>
                <a:path w="2429509" h="560070">
                  <a:moveTo>
                    <a:pt x="2175255" y="0"/>
                  </a:moveTo>
                  <a:lnTo>
                    <a:pt x="2120866" y="5167"/>
                  </a:lnTo>
                  <a:lnTo>
                    <a:pt x="2071036" y="20669"/>
                  </a:lnTo>
                  <a:lnTo>
                    <a:pt x="2025755" y="46505"/>
                  </a:lnTo>
                  <a:lnTo>
                    <a:pt x="1985009" y="82677"/>
                  </a:lnTo>
                  <a:lnTo>
                    <a:pt x="1957303" y="117469"/>
                  </a:lnTo>
                  <a:lnTo>
                    <a:pt x="1935754" y="155707"/>
                  </a:lnTo>
                  <a:lnTo>
                    <a:pt x="1920361" y="197388"/>
                  </a:lnTo>
                  <a:lnTo>
                    <a:pt x="1911126" y="242514"/>
                  </a:lnTo>
                  <a:lnTo>
                    <a:pt x="1908047" y="291084"/>
                  </a:lnTo>
                  <a:lnTo>
                    <a:pt x="1912598" y="347015"/>
                  </a:lnTo>
                  <a:lnTo>
                    <a:pt x="1926256" y="397827"/>
                  </a:lnTo>
                  <a:lnTo>
                    <a:pt x="1949035" y="443495"/>
                  </a:lnTo>
                  <a:lnTo>
                    <a:pt x="1980945" y="483997"/>
                  </a:lnTo>
                  <a:lnTo>
                    <a:pt x="2019544" y="517241"/>
                  </a:lnTo>
                  <a:lnTo>
                    <a:pt x="2062559" y="540972"/>
                  </a:lnTo>
                  <a:lnTo>
                    <a:pt x="2109979" y="555202"/>
                  </a:lnTo>
                  <a:lnTo>
                    <a:pt x="2161793" y="559943"/>
                  </a:lnTo>
                  <a:lnTo>
                    <a:pt x="2216201" y="554775"/>
                  </a:lnTo>
                  <a:lnTo>
                    <a:pt x="2266061" y="539273"/>
                  </a:lnTo>
                  <a:lnTo>
                    <a:pt x="2311348" y="513437"/>
                  </a:lnTo>
                  <a:lnTo>
                    <a:pt x="2352040" y="477266"/>
                  </a:lnTo>
                  <a:lnTo>
                    <a:pt x="2357905" y="469900"/>
                  </a:lnTo>
                  <a:lnTo>
                    <a:pt x="2172842" y="469900"/>
                  </a:lnTo>
                  <a:lnTo>
                    <a:pt x="2142172" y="466564"/>
                  </a:lnTo>
                  <a:lnTo>
                    <a:pt x="2088260" y="439842"/>
                  </a:lnTo>
                  <a:lnTo>
                    <a:pt x="2045757" y="387764"/>
                  </a:lnTo>
                  <a:lnTo>
                    <a:pt x="2032097" y="355377"/>
                  </a:lnTo>
                  <a:lnTo>
                    <a:pt x="2031984" y="355107"/>
                  </a:lnTo>
                  <a:lnTo>
                    <a:pt x="2023711" y="318474"/>
                  </a:lnTo>
                  <a:lnTo>
                    <a:pt x="2020951" y="277876"/>
                  </a:lnTo>
                  <a:lnTo>
                    <a:pt x="2023481" y="240053"/>
                  </a:lnTo>
                  <a:lnTo>
                    <a:pt x="2023568" y="238756"/>
                  </a:lnTo>
                  <a:lnTo>
                    <a:pt x="2031363" y="203358"/>
                  </a:lnTo>
                  <a:lnTo>
                    <a:pt x="2031412" y="203136"/>
                  </a:lnTo>
                  <a:lnTo>
                    <a:pt x="2062733" y="142494"/>
                  </a:lnTo>
                  <a:lnTo>
                    <a:pt x="2108993" y="102266"/>
                  </a:lnTo>
                  <a:lnTo>
                    <a:pt x="2164206" y="88900"/>
                  </a:lnTo>
                  <a:lnTo>
                    <a:pt x="2366612" y="88900"/>
                  </a:lnTo>
                  <a:lnTo>
                    <a:pt x="2356230" y="75692"/>
                  </a:lnTo>
                  <a:lnTo>
                    <a:pt x="2317559" y="42594"/>
                  </a:lnTo>
                  <a:lnTo>
                    <a:pt x="2274506" y="18938"/>
                  </a:lnTo>
                  <a:lnTo>
                    <a:pt x="2227072" y="4736"/>
                  </a:lnTo>
                  <a:lnTo>
                    <a:pt x="2175255" y="0"/>
                  </a:lnTo>
                  <a:close/>
                </a:path>
                <a:path w="2429509" h="560070">
                  <a:moveTo>
                    <a:pt x="2366612" y="88900"/>
                  </a:moveTo>
                  <a:lnTo>
                    <a:pt x="2164206" y="88900"/>
                  </a:lnTo>
                  <a:lnTo>
                    <a:pt x="2195317" y="92237"/>
                  </a:lnTo>
                  <a:lnTo>
                    <a:pt x="2195163" y="92237"/>
                  </a:lnTo>
                  <a:lnTo>
                    <a:pt x="2249110" y="118796"/>
                  </a:lnTo>
                  <a:lnTo>
                    <a:pt x="2291453" y="170711"/>
                  </a:lnTo>
                  <a:lnTo>
                    <a:pt x="2305052" y="203136"/>
                  </a:lnTo>
                  <a:lnTo>
                    <a:pt x="2305145" y="203358"/>
                  </a:lnTo>
                  <a:lnTo>
                    <a:pt x="2313360" y="240053"/>
                  </a:lnTo>
                  <a:lnTo>
                    <a:pt x="2316098" y="280797"/>
                  </a:lnTo>
                  <a:lnTo>
                    <a:pt x="2313637" y="317493"/>
                  </a:lnTo>
                  <a:lnTo>
                    <a:pt x="2313572" y="318474"/>
                  </a:lnTo>
                  <a:lnTo>
                    <a:pt x="2313481" y="319825"/>
                  </a:lnTo>
                  <a:lnTo>
                    <a:pt x="2305696" y="355107"/>
                  </a:lnTo>
                  <a:lnTo>
                    <a:pt x="2305637" y="355377"/>
                  </a:lnTo>
                  <a:lnTo>
                    <a:pt x="2292578" y="387453"/>
                  </a:lnTo>
                  <a:lnTo>
                    <a:pt x="2274316" y="416052"/>
                  </a:lnTo>
                  <a:lnTo>
                    <a:pt x="2252335" y="439628"/>
                  </a:lnTo>
                  <a:lnTo>
                    <a:pt x="2227853" y="456549"/>
                  </a:lnTo>
                  <a:lnTo>
                    <a:pt x="2201547" y="466564"/>
                  </a:lnTo>
                  <a:lnTo>
                    <a:pt x="2201406" y="466564"/>
                  </a:lnTo>
                  <a:lnTo>
                    <a:pt x="2172842" y="469900"/>
                  </a:lnTo>
                  <a:lnTo>
                    <a:pt x="2357905" y="469900"/>
                  </a:lnTo>
                  <a:lnTo>
                    <a:pt x="2379746" y="442474"/>
                  </a:lnTo>
                  <a:lnTo>
                    <a:pt x="2401295" y="404244"/>
                  </a:lnTo>
                  <a:lnTo>
                    <a:pt x="2416688" y="362581"/>
                  </a:lnTo>
                  <a:lnTo>
                    <a:pt x="2425923" y="317493"/>
                  </a:lnTo>
                  <a:lnTo>
                    <a:pt x="2429002" y="268986"/>
                  </a:lnTo>
                  <a:lnTo>
                    <a:pt x="2424453" y="212834"/>
                  </a:lnTo>
                  <a:lnTo>
                    <a:pt x="2410809" y="161909"/>
                  </a:lnTo>
                  <a:lnTo>
                    <a:pt x="2388068" y="116199"/>
                  </a:lnTo>
                  <a:lnTo>
                    <a:pt x="2366612" y="88900"/>
                  </a:lnTo>
                  <a:close/>
                </a:path>
                <a:path w="2429509" h="560070">
                  <a:moveTo>
                    <a:pt x="1334642" y="12319"/>
                  </a:moveTo>
                  <a:lnTo>
                    <a:pt x="1176273" y="12319"/>
                  </a:lnTo>
                  <a:lnTo>
                    <a:pt x="1175448" y="35052"/>
                  </a:lnTo>
                  <a:lnTo>
                    <a:pt x="1172971" y="67818"/>
                  </a:lnTo>
                  <a:lnTo>
                    <a:pt x="1168844" y="110617"/>
                  </a:lnTo>
                  <a:lnTo>
                    <a:pt x="1163065" y="163449"/>
                  </a:lnTo>
                  <a:lnTo>
                    <a:pt x="1155636" y="226314"/>
                  </a:lnTo>
                  <a:lnTo>
                    <a:pt x="1146555" y="299212"/>
                  </a:lnTo>
                  <a:lnTo>
                    <a:pt x="1135709" y="385536"/>
                  </a:lnTo>
                  <a:lnTo>
                    <a:pt x="1127636" y="450744"/>
                  </a:lnTo>
                  <a:lnTo>
                    <a:pt x="1121711" y="499931"/>
                  </a:lnTo>
                  <a:lnTo>
                    <a:pt x="1118152" y="531416"/>
                  </a:lnTo>
                  <a:lnTo>
                    <a:pt x="1116964" y="545211"/>
                  </a:lnTo>
                  <a:lnTo>
                    <a:pt x="1225041" y="545211"/>
                  </a:lnTo>
                  <a:lnTo>
                    <a:pt x="1225599" y="513572"/>
                  </a:lnTo>
                  <a:lnTo>
                    <a:pt x="1225637" y="511425"/>
                  </a:lnTo>
                  <a:lnTo>
                    <a:pt x="1227423" y="463232"/>
                  </a:lnTo>
                  <a:lnTo>
                    <a:pt x="1230399" y="400657"/>
                  </a:lnTo>
                  <a:lnTo>
                    <a:pt x="1234566" y="323723"/>
                  </a:lnTo>
                  <a:lnTo>
                    <a:pt x="1238831" y="246947"/>
                  </a:lnTo>
                  <a:lnTo>
                    <a:pt x="1241917" y="184816"/>
                  </a:lnTo>
                  <a:lnTo>
                    <a:pt x="1243752" y="139366"/>
                  </a:lnTo>
                  <a:lnTo>
                    <a:pt x="1243836" y="137306"/>
                  </a:lnTo>
                  <a:lnTo>
                    <a:pt x="1244599" y="104394"/>
                  </a:lnTo>
                  <a:lnTo>
                    <a:pt x="1352278" y="104394"/>
                  </a:lnTo>
                  <a:lnTo>
                    <a:pt x="1347200" y="85788"/>
                  </a:lnTo>
                  <a:lnTo>
                    <a:pt x="1337784" y="42160"/>
                  </a:lnTo>
                  <a:lnTo>
                    <a:pt x="1334642" y="12319"/>
                  </a:lnTo>
                  <a:close/>
                </a:path>
                <a:path w="2429509" h="560070">
                  <a:moveTo>
                    <a:pt x="1352278" y="104394"/>
                  </a:moveTo>
                  <a:lnTo>
                    <a:pt x="1250822" y="104394"/>
                  </a:lnTo>
                  <a:lnTo>
                    <a:pt x="1255466" y="130044"/>
                  </a:lnTo>
                  <a:lnTo>
                    <a:pt x="1266896" y="181582"/>
                  </a:lnTo>
                  <a:lnTo>
                    <a:pt x="1282848" y="238379"/>
                  </a:lnTo>
                  <a:lnTo>
                    <a:pt x="1296050" y="278955"/>
                  </a:lnTo>
                  <a:lnTo>
                    <a:pt x="1313277" y="329247"/>
                  </a:lnTo>
                  <a:lnTo>
                    <a:pt x="1334515" y="389255"/>
                  </a:lnTo>
                  <a:lnTo>
                    <a:pt x="1354778" y="447645"/>
                  </a:lnTo>
                  <a:lnTo>
                    <a:pt x="1369266" y="493093"/>
                  </a:lnTo>
                  <a:lnTo>
                    <a:pt x="1377967" y="525611"/>
                  </a:lnTo>
                  <a:lnTo>
                    <a:pt x="1380870" y="545211"/>
                  </a:lnTo>
                  <a:lnTo>
                    <a:pt x="1471421" y="545211"/>
                  </a:lnTo>
                  <a:lnTo>
                    <a:pt x="1474448" y="526043"/>
                  </a:lnTo>
                  <a:lnTo>
                    <a:pt x="1483534" y="493887"/>
                  </a:lnTo>
                  <a:lnTo>
                    <a:pt x="1498693" y="448752"/>
                  </a:lnTo>
                  <a:lnTo>
                    <a:pt x="1511160" y="414655"/>
                  </a:lnTo>
                  <a:lnTo>
                    <a:pt x="1434972" y="414655"/>
                  </a:lnTo>
                  <a:lnTo>
                    <a:pt x="1431831" y="385720"/>
                  </a:lnTo>
                  <a:lnTo>
                    <a:pt x="1422415" y="342725"/>
                  </a:lnTo>
                  <a:lnTo>
                    <a:pt x="1406737" y="285656"/>
                  </a:lnTo>
                  <a:lnTo>
                    <a:pt x="1384807" y="214503"/>
                  </a:lnTo>
                  <a:lnTo>
                    <a:pt x="1362878" y="143228"/>
                  </a:lnTo>
                  <a:lnTo>
                    <a:pt x="1352278" y="104394"/>
                  </a:lnTo>
                  <a:close/>
                </a:path>
                <a:path w="2429509" h="560070">
                  <a:moveTo>
                    <a:pt x="1715764" y="104394"/>
                  </a:moveTo>
                  <a:lnTo>
                    <a:pt x="1613788" y="104394"/>
                  </a:lnTo>
                  <a:lnTo>
                    <a:pt x="1614436" y="130044"/>
                  </a:lnTo>
                  <a:lnTo>
                    <a:pt x="1614501" y="132635"/>
                  </a:lnTo>
                  <a:lnTo>
                    <a:pt x="1616249" y="176403"/>
                  </a:lnTo>
                  <a:lnTo>
                    <a:pt x="1619021" y="235696"/>
                  </a:lnTo>
                  <a:lnTo>
                    <a:pt x="1622805" y="310515"/>
                  </a:lnTo>
                  <a:lnTo>
                    <a:pt x="1625898" y="372755"/>
                  </a:lnTo>
                  <a:lnTo>
                    <a:pt x="1628314" y="427344"/>
                  </a:lnTo>
                  <a:lnTo>
                    <a:pt x="1630048" y="474284"/>
                  </a:lnTo>
                  <a:lnTo>
                    <a:pt x="1631035" y="511425"/>
                  </a:lnTo>
                  <a:lnTo>
                    <a:pt x="1631092" y="513572"/>
                  </a:lnTo>
                  <a:lnTo>
                    <a:pt x="1631441" y="545211"/>
                  </a:lnTo>
                  <a:lnTo>
                    <a:pt x="1750440" y="545211"/>
                  </a:lnTo>
                  <a:lnTo>
                    <a:pt x="1747437" y="502012"/>
                  </a:lnTo>
                  <a:lnTo>
                    <a:pt x="1743665" y="455892"/>
                  </a:lnTo>
                  <a:lnTo>
                    <a:pt x="1737694" y="385720"/>
                  </a:lnTo>
                  <a:lnTo>
                    <a:pt x="1731517" y="314579"/>
                  </a:lnTo>
                  <a:lnTo>
                    <a:pt x="1725798" y="246947"/>
                  </a:lnTo>
                  <a:lnTo>
                    <a:pt x="1720973" y="184816"/>
                  </a:lnTo>
                  <a:lnTo>
                    <a:pt x="1717230" y="130254"/>
                  </a:lnTo>
                  <a:lnTo>
                    <a:pt x="1715764" y="104394"/>
                  </a:lnTo>
                  <a:close/>
                </a:path>
                <a:path w="2429509" h="560070">
                  <a:moveTo>
                    <a:pt x="1712467" y="12319"/>
                  </a:moveTo>
                  <a:lnTo>
                    <a:pt x="1555241" y="12319"/>
                  </a:lnTo>
                  <a:lnTo>
                    <a:pt x="1551672" y="41939"/>
                  </a:lnTo>
                  <a:lnTo>
                    <a:pt x="1540970" y="85455"/>
                  </a:lnTo>
                  <a:lnTo>
                    <a:pt x="1523148" y="142853"/>
                  </a:lnTo>
                  <a:lnTo>
                    <a:pt x="1498218" y="214122"/>
                  </a:lnTo>
                  <a:lnTo>
                    <a:pt x="1473215" y="285245"/>
                  </a:lnTo>
                  <a:lnTo>
                    <a:pt x="1455356" y="342392"/>
                  </a:lnTo>
                  <a:lnTo>
                    <a:pt x="1444640" y="385536"/>
                  </a:lnTo>
                  <a:lnTo>
                    <a:pt x="1441068" y="414655"/>
                  </a:lnTo>
                  <a:lnTo>
                    <a:pt x="1511160" y="414655"/>
                  </a:lnTo>
                  <a:lnTo>
                    <a:pt x="1521748" y="385720"/>
                  </a:lnTo>
                  <a:lnTo>
                    <a:pt x="1542220" y="330019"/>
                  </a:lnTo>
                  <a:lnTo>
                    <a:pt x="1560671" y="277256"/>
                  </a:lnTo>
                  <a:lnTo>
                    <a:pt x="1575264" y="232328"/>
                  </a:lnTo>
                  <a:lnTo>
                    <a:pt x="1585975" y="195199"/>
                  </a:lnTo>
                  <a:lnTo>
                    <a:pt x="1600168" y="139366"/>
                  </a:lnTo>
                  <a:lnTo>
                    <a:pt x="1607692" y="104394"/>
                  </a:lnTo>
                  <a:lnTo>
                    <a:pt x="1715764" y="104394"/>
                  </a:lnTo>
                  <a:lnTo>
                    <a:pt x="1714710" y="85788"/>
                  </a:lnTo>
                  <a:lnTo>
                    <a:pt x="1714584" y="83570"/>
                  </a:lnTo>
                  <a:lnTo>
                    <a:pt x="1712997" y="44260"/>
                  </a:lnTo>
                  <a:lnTo>
                    <a:pt x="1712467" y="12319"/>
                  </a:lnTo>
                  <a:close/>
                </a:path>
                <a:path w="2429509" h="560070">
                  <a:moveTo>
                    <a:pt x="949578" y="12319"/>
                  </a:moveTo>
                  <a:lnTo>
                    <a:pt x="617219" y="12319"/>
                  </a:lnTo>
                  <a:lnTo>
                    <a:pt x="619140" y="56134"/>
                  </a:lnTo>
                  <a:lnTo>
                    <a:pt x="620378" y="95377"/>
                  </a:lnTo>
                  <a:lnTo>
                    <a:pt x="620495" y="99073"/>
                  </a:lnTo>
                  <a:lnTo>
                    <a:pt x="620587" y="101981"/>
                  </a:lnTo>
                  <a:lnTo>
                    <a:pt x="620633" y="103454"/>
                  </a:lnTo>
                  <a:lnTo>
                    <a:pt x="621700" y="154279"/>
                  </a:lnTo>
                  <a:lnTo>
                    <a:pt x="622340" y="208610"/>
                  </a:lnTo>
                  <a:lnTo>
                    <a:pt x="622553" y="266446"/>
                  </a:lnTo>
                  <a:lnTo>
                    <a:pt x="622413" y="306578"/>
                  </a:lnTo>
                  <a:lnTo>
                    <a:pt x="621700" y="385492"/>
                  </a:lnTo>
                  <a:lnTo>
                    <a:pt x="620633" y="441251"/>
                  </a:lnTo>
                  <a:lnTo>
                    <a:pt x="619140" y="494493"/>
                  </a:lnTo>
                  <a:lnTo>
                    <a:pt x="617219" y="545211"/>
                  </a:lnTo>
                  <a:lnTo>
                    <a:pt x="965453" y="545211"/>
                  </a:lnTo>
                  <a:lnTo>
                    <a:pt x="968499" y="462153"/>
                  </a:lnTo>
                  <a:lnTo>
                    <a:pt x="729741" y="462153"/>
                  </a:lnTo>
                  <a:lnTo>
                    <a:pt x="728315" y="425217"/>
                  </a:lnTo>
                  <a:lnTo>
                    <a:pt x="727281" y="386984"/>
                  </a:lnTo>
                  <a:lnTo>
                    <a:pt x="726652" y="347442"/>
                  </a:lnTo>
                  <a:lnTo>
                    <a:pt x="726547" y="327222"/>
                  </a:lnTo>
                  <a:lnTo>
                    <a:pt x="726439" y="306578"/>
                  </a:lnTo>
                  <a:lnTo>
                    <a:pt x="909446" y="306578"/>
                  </a:lnTo>
                  <a:lnTo>
                    <a:pt x="909446" y="229616"/>
                  </a:lnTo>
                  <a:lnTo>
                    <a:pt x="726439" y="229616"/>
                  </a:lnTo>
                  <a:lnTo>
                    <a:pt x="726411" y="225171"/>
                  </a:lnTo>
                  <a:lnTo>
                    <a:pt x="726303" y="208610"/>
                  </a:lnTo>
                  <a:lnTo>
                    <a:pt x="726197" y="192228"/>
                  </a:lnTo>
                  <a:lnTo>
                    <a:pt x="725455" y="157400"/>
                  </a:lnTo>
                  <a:lnTo>
                    <a:pt x="724189" y="125120"/>
                  </a:lnTo>
                  <a:lnTo>
                    <a:pt x="722601" y="99073"/>
                  </a:lnTo>
                  <a:lnTo>
                    <a:pt x="722475" y="97012"/>
                  </a:lnTo>
                  <a:lnTo>
                    <a:pt x="722375" y="95377"/>
                  </a:lnTo>
                  <a:lnTo>
                    <a:pt x="945343" y="95377"/>
                  </a:lnTo>
                  <a:lnTo>
                    <a:pt x="949578" y="12319"/>
                  </a:lnTo>
                  <a:close/>
                </a:path>
                <a:path w="2429509" h="560070">
                  <a:moveTo>
                    <a:pt x="968755" y="455168"/>
                  </a:moveTo>
                  <a:lnTo>
                    <a:pt x="869626" y="459601"/>
                  </a:lnTo>
                  <a:lnTo>
                    <a:pt x="821830" y="461011"/>
                  </a:lnTo>
                  <a:lnTo>
                    <a:pt x="775203" y="461865"/>
                  </a:lnTo>
                  <a:lnTo>
                    <a:pt x="729741" y="462153"/>
                  </a:lnTo>
                  <a:lnTo>
                    <a:pt x="968499" y="462153"/>
                  </a:lnTo>
                  <a:lnTo>
                    <a:pt x="968593" y="459601"/>
                  </a:lnTo>
                  <a:lnTo>
                    <a:pt x="968664" y="457650"/>
                  </a:lnTo>
                  <a:lnTo>
                    <a:pt x="968755" y="455168"/>
                  </a:lnTo>
                  <a:close/>
                </a:path>
                <a:path w="2429509" h="560070">
                  <a:moveTo>
                    <a:pt x="909446" y="306578"/>
                  </a:moveTo>
                  <a:lnTo>
                    <a:pt x="726439" y="306578"/>
                  </a:lnTo>
                  <a:lnTo>
                    <a:pt x="770590" y="306837"/>
                  </a:lnTo>
                  <a:lnTo>
                    <a:pt x="815800" y="307609"/>
                  </a:lnTo>
                  <a:lnTo>
                    <a:pt x="909446" y="310642"/>
                  </a:lnTo>
                  <a:lnTo>
                    <a:pt x="909446" y="306578"/>
                  </a:lnTo>
                  <a:close/>
                </a:path>
                <a:path w="2429509" h="560070">
                  <a:moveTo>
                    <a:pt x="909446" y="225171"/>
                  </a:moveTo>
                  <a:lnTo>
                    <a:pt x="861439" y="227097"/>
                  </a:lnTo>
                  <a:lnTo>
                    <a:pt x="814943" y="228488"/>
                  </a:lnTo>
                  <a:lnTo>
                    <a:pt x="769947" y="229332"/>
                  </a:lnTo>
                  <a:lnTo>
                    <a:pt x="726439" y="229616"/>
                  </a:lnTo>
                  <a:lnTo>
                    <a:pt x="909446" y="229616"/>
                  </a:lnTo>
                  <a:lnTo>
                    <a:pt x="909446" y="225171"/>
                  </a:lnTo>
                  <a:close/>
                </a:path>
                <a:path w="2429509" h="560070">
                  <a:moveTo>
                    <a:pt x="945343" y="95377"/>
                  </a:moveTo>
                  <a:lnTo>
                    <a:pt x="722375" y="95377"/>
                  </a:lnTo>
                  <a:lnTo>
                    <a:pt x="773735" y="95783"/>
                  </a:lnTo>
                  <a:lnTo>
                    <a:pt x="827976" y="97012"/>
                  </a:lnTo>
                  <a:lnTo>
                    <a:pt x="885074" y="99073"/>
                  </a:lnTo>
                  <a:lnTo>
                    <a:pt x="945006" y="101981"/>
                  </a:lnTo>
                  <a:lnTo>
                    <a:pt x="945155" y="99073"/>
                  </a:lnTo>
                  <a:lnTo>
                    <a:pt x="945260" y="97012"/>
                  </a:lnTo>
                  <a:lnTo>
                    <a:pt x="945343" y="953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57750" y="3252724"/>
              <a:ext cx="2429510" cy="560070"/>
            </a:xfrm>
            <a:custGeom>
              <a:avLst/>
              <a:gdLst/>
              <a:ahLst/>
              <a:cxnLst/>
              <a:rect l="l" t="t" r="r" b="b"/>
              <a:pathLst>
                <a:path w="2429509" h="560070">
                  <a:moveTo>
                    <a:pt x="152653" y="91694"/>
                  </a:moveTo>
                  <a:lnTo>
                    <a:pt x="143005" y="91930"/>
                  </a:lnTo>
                  <a:lnTo>
                    <a:pt x="131762" y="92630"/>
                  </a:lnTo>
                  <a:lnTo>
                    <a:pt x="118899" y="93783"/>
                  </a:lnTo>
                  <a:lnTo>
                    <a:pt x="104393" y="95377"/>
                  </a:lnTo>
                  <a:lnTo>
                    <a:pt x="106154" y="136786"/>
                  </a:lnTo>
                  <a:lnTo>
                    <a:pt x="107426" y="179101"/>
                  </a:lnTo>
                  <a:lnTo>
                    <a:pt x="108198" y="222321"/>
                  </a:lnTo>
                  <a:lnTo>
                    <a:pt x="108457" y="266446"/>
                  </a:lnTo>
                  <a:lnTo>
                    <a:pt x="108717" y="315287"/>
                  </a:lnTo>
                  <a:lnTo>
                    <a:pt x="109489" y="363902"/>
                  </a:lnTo>
                  <a:lnTo>
                    <a:pt x="110761" y="412303"/>
                  </a:lnTo>
                  <a:lnTo>
                    <a:pt x="112521" y="460502"/>
                  </a:lnTo>
                  <a:lnTo>
                    <a:pt x="152419" y="465502"/>
                  </a:lnTo>
                  <a:lnTo>
                    <a:pt x="165734" y="465836"/>
                  </a:lnTo>
                  <a:lnTo>
                    <a:pt x="206882" y="462408"/>
                  </a:lnTo>
                  <a:lnTo>
                    <a:pt x="272033" y="435028"/>
                  </a:lnTo>
                  <a:lnTo>
                    <a:pt x="314612" y="382335"/>
                  </a:lnTo>
                  <a:lnTo>
                    <a:pt x="335809" y="315712"/>
                  </a:lnTo>
                  <a:lnTo>
                    <a:pt x="338454" y="277876"/>
                  </a:lnTo>
                  <a:lnTo>
                    <a:pt x="335595" y="240160"/>
                  </a:lnTo>
                  <a:lnTo>
                    <a:pt x="312683" y="173970"/>
                  </a:lnTo>
                  <a:lnTo>
                    <a:pt x="266650" y="121965"/>
                  </a:lnTo>
                  <a:lnTo>
                    <a:pt x="196685" y="95053"/>
                  </a:lnTo>
                  <a:lnTo>
                    <a:pt x="152653" y="91694"/>
                  </a:lnTo>
                  <a:close/>
                </a:path>
                <a:path w="2429509" h="560070">
                  <a:moveTo>
                    <a:pt x="2164206" y="88900"/>
                  </a:moveTo>
                  <a:lnTo>
                    <a:pt x="2108993" y="102266"/>
                  </a:lnTo>
                  <a:lnTo>
                    <a:pt x="2062733" y="142494"/>
                  </a:lnTo>
                  <a:lnTo>
                    <a:pt x="2031412" y="203136"/>
                  </a:lnTo>
                  <a:lnTo>
                    <a:pt x="2020951" y="277876"/>
                  </a:lnTo>
                  <a:lnTo>
                    <a:pt x="2023711" y="318474"/>
                  </a:lnTo>
                  <a:lnTo>
                    <a:pt x="2045757" y="387764"/>
                  </a:lnTo>
                  <a:lnTo>
                    <a:pt x="2088260" y="439842"/>
                  </a:lnTo>
                  <a:lnTo>
                    <a:pt x="2142172" y="466564"/>
                  </a:lnTo>
                  <a:lnTo>
                    <a:pt x="2172842" y="469900"/>
                  </a:lnTo>
                  <a:lnTo>
                    <a:pt x="2201610" y="466540"/>
                  </a:lnTo>
                  <a:lnTo>
                    <a:pt x="2252335" y="439628"/>
                  </a:lnTo>
                  <a:lnTo>
                    <a:pt x="2292578" y="387453"/>
                  </a:lnTo>
                  <a:lnTo>
                    <a:pt x="2313481" y="319825"/>
                  </a:lnTo>
                  <a:lnTo>
                    <a:pt x="2316098" y="280797"/>
                  </a:lnTo>
                  <a:lnTo>
                    <a:pt x="2313360" y="240053"/>
                  </a:lnTo>
                  <a:lnTo>
                    <a:pt x="2291453" y="170711"/>
                  </a:lnTo>
                  <a:lnTo>
                    <a:pt x="2249110" y="118796"/>
                  </a:lnTo>
                  <a:lnTo>
                    <a:pt x="2195095" y="92213"/>
                  </a:lnTo>
                  <a:lnTo>
                    <a:pt x="2164206" y="88900"/>
                  </a:lnTo>
                  <a:close/>
                </a:path>
                <a:path w="2429509" h="560070">
                  <a:moveTo>
                    <a:pt x="1176273" y="12319"/>
                  </a:moveTo>
                  <a:lnTo>
                    <a:pt x="1334642" y="12319"/>
                  </a:lnTo>
                  <a:lnTo>
                    <a:pt x="1337784" y="42160"/>
                  </a:lnTo>
                  <a:lnTo>
                    <a:pt x="1347200" y="85788"/>
                  </a:lnTo>
                  <a:lnTo>
                    <a:pt x="1362878" y="143228"/>
                  </a:lnTo>
                  <a:lnTo>
                    <a:pt x="1384807" y="214503"/>
                  </a:lnTo>
                  <a:lnTo>
                    <a:pt x="1406737" y="285656"/>
                  </a:lnTo>
                  <a:lnTo>
                    <a:pt x="1422415" y="342725"/>
                  </a:lnTo>
                  <a:lnTo>
                    <a:pt x="1431831" y="385720"/>
                  </a:lnTo>
                  <a:lnTo>
                    <a:pt x="1434972" y="414655"/>
                  </a:lnTo>
                  <a:lnTo>
                    <a:pt x="1441068" y="414655"/>
                  </a:lnTo>
                  <a:lnTo>
                    <a:pt x="1444640" y="385536"/>
                  </a:lnTo>
                  <a:lnTo>
                    <a:pt x="1455356" y="342392"/>
                  </a:lnTo>
                  <a:lnTo>
                    <a:pt x="1473215" y="285245"/>
                  </a:lnTo>
                  <a:lnTo>
                    <a:pt x="1498218" y="214122"/>
                  </a:lnTo>
                  <a:lnTo>
                    <a:pt x="1523148" y="142853"/>
                  </a:lnTo>
                  <a:lnTo>
                    <a:pt x="1540970" y="85455"/>
                  </a:lnTo>
                  <a:lnTo>
                    <a:pt x="1551672" y="41939"/>
                  </a:lnTo>
                  <a:lnTo>
                    <a:pt x="1555241" y="12319"/>
                  </a:lnTo>
                  <a:lnTo>
                    <a:pt x="1712467" y="12319"/>
                  </a:lnTo>
                  <a:lnTo>
                    <a:pt x="1714584" y="83570"/>
                  </a:lnTo>
                  <a:lnTo>
                    <a:pt x="1717230" y="130254"/>
                  </a:lnTo>
                  <a:lnTo>
                    <a:pt x="1720934" y="184314"/>
                  </a:lnTo>
                  <a:lnTo>
                    <a:pt x="1725697" y="245754"/>
                  </a:lnTo>
                  <a:lnTo>
                    <a:pt x="1731517" y="314579"/>
                  </a:lnTo>
                  <a:lnTo>
                    <a:pt x="1738362" y="393416"/>
                  </a:lnTo>
                  <a:lnTo>
                    <a:pt x="1743665" y="455892"/>
                  </a:lnTo>
                  <a:lnTo>
                    <a:pt x="1747437" y="502012"/>
                  </a:lnTo>
                  <a:lnTo>
                    <a:pt x="1749692" y="531783"/>
                  </a:lnTo>
                  <a:lnTo>
                    <a:pt x="1750440" y="545211"/>
                  </a:lnTo>
                  <a:lnTo>
                    <a:pt x="1631441" y="545211"/>
                  </a:lnTo>
                  <a:lnTo>
                    <a:pt x="1631092" y="513572"/>
                  </a:lnTo>
                  <a:lnTo>
                    <a:pt x="1630048" y="474284"/>
                  </a:lnTo>
                  <a:lnTo>
                    <a:pt x="1628314" y="427344"/>
                  </a:lnTo>
                  <a:lnTo>
                    <a:pt x="1625898" y="372755"/>
                  </a:lnTo>
                  <a:lnTo>
                    <a:pt x="1622805" y="310515"/>
                  </a:lnTo>
                  <a:lnTo>
                    <a:pt x="1619021" y="235696"/>
                  </a:lnTo>
                  <a:lnTo>
                    <a:pt x="1616249" y="176403"/>
                  </a:lnTo>
                  <a:lnTo>
                    <a:pt x="1614501" y="132635"/>
                  </a:lnTo>
                  <a:lnTo>
                    <a:pt x="1613788" y="104394"/>
                  </a:lnTo>
                  <a:lnTo>
                    <a:pt x="1607692" y="104394"/>
                  </a:lnTo>
                  <a:lnTo>
                    <a:pt x="1593905" y="164669"/>
                  </a:lnTo>
                  <a:lnTo>
                    <a:pt x="1575264" y="232328"/>
                  </a:lnTo>
                  <a:lnTo>
                    <a:pt x="1560671" y="277256"/>
                  </a:lnTo>
                  <a:lnTo>
                    <a:pt x="1542220" y="330019"/>
                  </a:lnTo>
                  <a:lnTo>
                    <a:pt x="1519935" y="390652"/>
                  </a:lnTo>
                  <a:lnTo>
                    <a:pt x="1498693" y="448752"/>
                  </a:lnTo>
                  <a:lnTo>
                    <a:pt x="1483534" y="493887"/>
                  </a:lnTo>
                  <a:lnTo>
                    <a:pt x="1474448" y="526043"/>
                  </a:lnTo>
                  <a:lnTo>
                    <a:pt x="1471421" y="545211"/>
                  </a:lnTo>
                  <a:lnTo>
                    <a:pt x="1380870" y="545211"/>
                  </a:lnTo>
                  <a:lnTo>
                    <a:pt x="1369266" y="493093"/>
                  </a:lnTo>
                  <a:lnTo>
                    <a:pt x="1354778" y="447645"/>
                  </a:lnTo>
                  <a:lnTo>
                    <a:pt x="1334515" y="389255"/>
                  </a:lnTo>
                  <a:lnTo>
                    <a:pt x="1313277" y="329247"/>
                  </a:lnTo>
                  <a:lnTo>
                    <a:pt x="1296050" y="278955"/>
                  </a:lnTo>
                  <a:lnTo>
                    <a:pt x="1282848" y="238379"/>
                  </a:lnTo>
                  <a:lnTo>
                    <a:pt x="1266896" y="181582"/>
                  </a:lnTo>
                  <a:lnTo>
                    <a:pt x="1255466" y="130044"/>
                  </a:lnTo>
                  <a:lnTo>
                    <a:pt x="1250822" y="104394"/>
                  </a:lnTo>
                  <a:lnTo>
                    <a:pt x="1244599" y="104394"/>
                  </a:lnTo>
                  <a:lnTo>
                    <a:pt x="1243836" y="137306"/>
                  </a:lnTo>
                  <a:lnTo>
                    <a:pt x="1241917" y="184816"/>
                  </a:lnTo>
                  <a:lnTo>
                    <a:pt x="1238831" y="246947"/>
                  </a:lnTo>
                  <a:lnTo>
                    <a:pt x="1234566" y="323723"/>
                  </a:lnTo>
                  <a:lnTo>
                    <a:pt x="1230399" y="400657"/>
                  </a:lnTo>
                  <a:lnTo>
                    <a:pt x="1227423" y="463232"/>
                  </a:lnTo>
                  <a:lnTo>
                    <a:pt x="1225637" y="511425"/>
                  </a:lnTo>
                  <a:lnTo>
                    <a:pt x="1225041" y="545211"/>
                  </a:lnTo>
                  <a:lnTo>
                    <a:pt x="1116964" y="545211"/>
                  </a:lnTo>
                  <a:lnTo>
                    <a:pt x="1121711" y="499931"/>
                  </a:lnTo>
                  <a:lnTo>
                    <a:pt x="1127636" y="450744"/>
                  </a:lnTo>
                  <a:lnTo>
                    <a:pt x="1135919" y="383841"/>
                  </a:lnTo>
                  <a:lnTo>
                    <a:pt x="1146555" y="299212"/>
                  </a:lnTo>
                  <a:lnTo>
                    <a:pt x="1155636" y="226314"/>
                  </a:lnTo>
                  <a:lnTo>
                    <a:pt x="1163065" y="163449"/>
                  </a:lnTo>
                  <a:lnTo>
                    <a:pt x="1168844" y="110617"/>
                  </a:lnTo>
                  <a:lnTo>
                    <a:pt x="1172971" y="67818"/>
                  </a:lnTo>
                  <a:lnTo>
                    <a:pt x="1175448" y="35052"/>
                  </a:lnTo>
                  <a:lnTo>
                    <a:pt x="1176273" y="12319"/>
                  </a:lnTo>
                  <a:close/>
                </a:path>
                <a:path w="2429509" h="560070">
                  <a:moveTo>
                    <a:pt x="617219" y="12319"/>
                  </a:moveTo>
                  <a:lnTo>
                    <a:pt x="949578" y="12319"/>
                  </a:lnTo>
                  <a:lnTo>
                    <a:pt x="945006" y="101981"/>
                  </a:lnTo>
                  <a:lnTo>
                    <a:pt x="885074" y="99073"/>
                  </a:lnTo>
                  <a:lnTo>
                    <a:pt x="827976" y="97012"/>
                  </a:lnTo>
                  <a:lnTo>
                    <a:pt x="773735" y="95783"/>
                  </a:lnTo>
                  <a:lnTo>
                    <a:pt x="722375" y="95377"/>
                  </a:lnTo>
                  <a:lnTo>
                    <a:pt x="724189" y="125120"/>
                  </a:lnTo>
                  <a:lnTo>
                    <a:pt x="725455" y="157400"/>
                  </a:lnTo>
                  <a:lnTo>
                    <a:pt x="726197" y="192228"/>
                  </a:lnTo>
                  <a:lnTo>
                    <a:pt x="726439" y="229616"/>
                  </a:lnTo>
                  <a:lnTo>
                    <a:pt x="769947" y="229332"/>
                  </a:lnTo>
                  <a:lnTo>
                    <a:pt x="814943" y="228488"/>
                  </a:lnTo>
                  <a:lnTo>
                    <a:pt x="861439" y="227097"/>
                  </a:lnTo>
                  <a:lnTo>
                    <a:pt x="909446" y="225171"/>
                  </a:lnTo>
                  <a:lnTo>
                    <a:pt x="909446" y="310642"/>
                  </a:lnTo>
                  <a:lnTo>
                    <a:pt x="862081" y="308881"/>
                  </a:lnTo>
                  <a:lnTo>
                    <a:pt x="815800" y="307609"/>
                  </a:lnTo>
                  <a:lnTo>
                    <a:pt x="770590" y="306837"/>
                  </a:lnTo>
                  <a:lnTo>
                    <a:pt x="726439" y="306578"/>
                  </a:lnTo>
                  <a:lnTo>
                    <a:pt x="726652" y="347442"/>
                  </a:lnTo>
                  <a:lnTo>
                    <a:pt x="727281" y="386984"/>
                  </a:lnTo>
                  <a:lnTo>
                    <a:pt x="728315" y="425217"/>
                  </a:lnTo>
                  <a:lnTo>
                    <a:pt x="729741" y="462153"/>
                  </a:lnTo>
                  <a:lnTo>
                    <a:pt x="775203" y="461865"/>
                  </a:lnTo>
                  <a:lnTo>
                    <a:pt x="821830" y="461011"/>
                  </a:lnTo>
                  <a:lnTo>
                    <a:pt x="869626" y="459601"/>
                  </a:lnTo>
                  <a:lnTo>
                    <a:pt x="918600" y="457650"/>
                  </a:lnTo>
                  <a:lnTo>
                    <a:pt x="968755" y="455168"/>
                  </a:lnTo>
                  <a:lnTo>
                    <a:pt x="965453" y="545211"/>
                  </a:lnTo>
                  <a:lnTo>
                    <a:pt x="617219" y="545211"/>
                  </a:lnTo>
                  <a:lnTo>
                    <a:pt x="619140" y="494493"/>
                  </a:lnTo>
                  <a:lnTo>
                    <a:pt x="620633" y="441251"/>
                  </a:lnTo>
                  <a:lnTo>
                    <a:pt x="621700" y="385492"/>
                  </a:lnTo>
                  <a:lnTo>
                    <a:pt x="622340" y="327222"/>
                  </a:lnTo>
                  <a:lnTo>
                    <a:pt x="622553" y="266446"/>
                  </a:lnTo>
                  <a:lnTo>
                    <a:pt x="622340" y="208610"/>
                  </a:lnTo>
                  <a:lnTo>
                    <a:pt x="621700" y="154279"/>
                  </a:lnTo>
                  <a:lnTo>
                    <a:pt x="620633" y="103454"/>
                  </a:lnTo>
                  <a:lnTo>
                    <a:pt x="619140" y="56134"/>
                  </a:lnTo>
                  <a:lnTo>
                    <a:pt x="617219" y="12319"/>
                  </a:lnTo>
                  <a:close/>
                </a:path>
                <a:path w="2429509" h="560070">
                  <a:moveTo>
                    <a:pt x="169417" y="9906"/>
                  </a:moveTo>
                  <a:lnTo>
                    <a:pt x="225288" y="12848"/>
                  </a:lnTo>
                  <a:lnTo>
                    <a:pt x="274643" y="21679"/>
                  </a:lnTo>
                  <a:lnTo>
                    <a:pt x="317486" y="36405"/>
                  </a:lnTo>
                  <a:lnTo>
                    <a:pt x="353826" y="57032"/>
                  </a:lnTo>
                  <a:lnTo>
                    <a:pt x="383666" y="83566"/>
                  </a:lnTo>
                  <a:lnTo>
                    <a:pt x="412763" y="122189"/>
                  </a:lnTo>
                  <a:lnTo>
                    <a:pt x="433562" y="164528"/>
                  </a:lnTo>
                  <a:lnTo>
                    <a:pt x="446049" y="210581"/>
                  </a:lnTo>
                  <a:lnTo>
                    <a:pt x="450214" y="260350"/>
                  </a:lnTo>
                  <a:lnTo>
                    <a:pt x="445549" y="316616"/>
                  </a:lnTo>
                  <a:lnTo>
                    <a:pt x="431561" y="369204"/>
                  </a:lnTo>
                  <a:lnTo>
                    <a:pt x="408263" y="418101"/>
                  </a:lnTo>
                  <a:lnTo>
                    <a:pt x="375665" y="463296"/>
                  </a:lnTo>
                  <a:lnTo>
                    <a:pt x="343480" y="494568"/>
                  </a:lnTo>
                  <a:lnTo>
                    <a:pt x="306515" y="518891"/>
                  </a:lnTo>
                  <a:lnTo>
                    <a:pt x="264776" y="536265"/>
                  </a:lnTo>
                  <a:lnTo>
                    <a:pt x="218271" y="546689"/>
                  </a:lnTo>
                  <a:lnTo>
                    <a:pt x="167004" y="550164"/>
                  </a:lnTo>
                  <a:lnTo>
                    <a:pt x="133838" y="549854"/>
                  </a:lnTo>
                  <a:lnTo>
                    <a:pt x="94932" y="548925"/>
                  </a:lnTo>
                  <a:lnTo>
                    <a:pt x="50311" y="547377"/>
                  </a:lnTo>
                  <a:lnTo>
                    <a:pt x="0" y="545211"/>
                  </a:lnTo>
                  <a:lnTo>
                    <a:pt x="1920" y="494493"/>
                  </a:lnTo>
                  <a:lnTo>
                    <a:pt x="3413" y="441251"/>
                  </a:lnTo>
                  <a:lnTo>
                    <a:pt x="4480" y="385492"/>
                  </a:lnTo>
                  <a:lnTo>
                    <a:pt x="5120" y="327222"/>
                  </a:lnTo>
                  <a:lnTo>
                    <a:pt x="5333" y="266446"/>
                  </a:lnTo>
                  <a:lnTo>
                    <a:pt x="5120" y="208610"/>
                  </a:lnTo>
                  <a:lnTo>
                    <a:pt x="4480" y="154279"/>
                  </a:lnTo>
                  <a:lnTo>
                    <a:pt x="3413" y="103454"/>
                  </a:lnTo>
                  <a:lnTo>
                    <a:pt x="1920" y="56134"/>
                  </a:lnTo>
                  <a:lnTo>
                    <a:pt x="0" y="12319"/>
                  </a:lnTo>
                  <a:lnTo>
                    <a:pt x="71627" y="12319"/>
                  </a:lnTo>
                  <a:lnTo>
                    <a:pt x="81482" y="12245"/>
                  </a:lnTo>
                  <a:lnTo>
                    <a:pt x="93503" y="12017"/>
                  </a:lnTo>
                  <a:lnTo>
                    <a:pt x="107668" y="11622"/>
                  </a:lnTo>
                  <a:lnTo>
                    <a:pt x="123951" y="11049"/>
                  </a:lnTo>
                  <a:lnTo>
                    <a:pt x="139860" y="10548"/>
                  </a:lnTo>
                  <a:lnTo>
                    <a:pt x="152733" y="10191"/>
                  </a:lnTo>
                  <a:lnTo>
                    <a:pt x="162581" y="9977"/>
                  </a:lnTo>
                  <a:lnTo>
                    <a:pt x="169417" y="9906"/>
                  </a:lnTo>
                  <a:close/>
                </a:path>
                <a:path w="2429509" h="560070">
                  <a:moveTo>
                    <a:pt x="2175255" y="0"/>
                  </a:moveTo>
                  <a:lnTo>
                    <a:pt x="2227072" y="4736"/>
                  </a:lnTo>
                  <a:lnTo>
                    <a:pt x="2274506" y="18938"/>
                  </a:lnTo>
                  <a:lnTo>
                    <a:pt x="2317559" y="42594"/>
                  </a:lnTo>
                  <a:lnTo>
                    <a:pt x="2356230" y="75692"/>
                  </a:lnTo>
                  <a:lnTo>
                    <a:pt x="2388068" y="116199"/>
                  </a:lnTo>
                  <a:lnTo>
                    <a:pt x="2410809" y="161909"/>
                  </a:lnTo>
                  <a:lnTo>
                    <a:pt x="2424453" y="212834"/>
                  </a:lnTo>
                  <a:lnTo>
                    <a:pt x="2429002" y="268986"/>
                  </a:lnTo>
                  <a:lnTo>
                    <a:pt x="2425923" y="317493"/>
                  </a:lnTo>
                  <a:lnTo>
                    <a:pt x="2416688" y="362581"/>
                  </a:lnTo>
                  <a:lnTo>
                    <a:pt x="2401295" y="404244"/>
                  </a:lnTo>
                  <a:lnTo>
                    <a:pt x="2379746" y="442474"/>
                  </a:lnTo>
                  <a:lnTo>
                    <a:pt x="2352040" y="477266"/>
                  </a:lnTo>
                  <a:lnTo>
                    <a:pt x="2311348" y="513437"/>
                  </a:lnTo>
                  <a:lnTo>
                    <a:pt x="2266061" y="539273"/>
                  </a:lnTo>
                  <a:lnTo>
                    <a:pt x="2216201" y="554775"/>
                  </a:lnTo>
                  <a:lnTo>
                    <a:pt x="2161793" y="559943"/>
                  </a:lnTo>
                  <a:lnTo>
                    <a:pt x="2109979" y="555202"/>
                  </a:lnTo>
                  <a:lnTo>
                    <a:pt x="2062559" y="540972"/>
                  </a:lnTo>
                  <a:lnTo>
                    <a:pt x="2019544" y="517241"/>
                  </a:lnTo>
                  <a:lnTo>
                    <a:pt x="1980945" y="483997"/>
                  </a:lnTo>
                  <a:lnTo>
                    <a:pt x="1949035" y="443495"/>
                  </a:lnTo>
                  <a:lnTo>
                    <a:pt x="1926256" y="397827"/>
                  </a:lnTo>
                  <a:lnTo>
                    <a:pt x="1912598" y="347015"/>
                  </a:lnTo>
                  <a:lnTo>
                    <a:pt x="1908047" y="291084"/>
                  </a:lnTo>
                  <a:lnTo>
                    <a:pt x="1911126" y="242514"/>
                  </a:lnTo>
                  <a:lnTo>
                    <a:pt x="1920361" y="197388"/>
                  </a:lnTo>
                  <a:lnTo>
                    <a:pt x="1935754" y="155707"/>
                  </a:lnTo>
                  <a:lnTo>
                    <a:pt x="1957303" y="117469"/>
                  </a:lnTo>
                  <a:lnTo>
                    <a:pt x="1985009" y="82677"/>
                  </a:lnTo>
                  <a:lnTo>
                    <a:pt x="2025755" y="46505"/>
                  </a:lnTo>
                  <a:lnTo>
                    <a:pt x="2071036" y="20669"/>
                  </a:lnTo>
                  <a:lnTo>
                    <a:pt x="2120866" y="5167"/>
                  </a:lnTo>
                  <a:lnTo>
                    <a:pt x="2175255" y="0"/>
                  </a:lnTo>
                  <a:close/>
                </a:path>
              </a:pathLst>
            </a:custGeom>
            <a:ln w="6096">
              <a:solidFill>
                <a:srgbClr val="4584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2085339"/>
            <a:r>
              <a:rPr lang="en-US" sz="5400" kern="1200" spc="-2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Partitioning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793660" y="2599509"/>
            <a:ext cx="10143668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indent="-228600">
              <a:lnSpc>
                <a:spcPct val="90000"/>
              </a:lnSpc>
              <a:spcBef>
                <a:spcPts val="965"/>
              </a:spcBef>
              <a:buFont typeface="Arial" panose="020B0604020202020204" pitchFamily="34" charset="0"/>
              <a:buChar char="•"/>
              <a:tabLst>
                <a:tab pos="287020" algn="l"/>
              </a:tabLst>
            </a:pPr>
            <a:r>
              <a:rPr lang="en-US" sz="1700" spc="-50"/>
              <a:t>∗</a:t>
            </a:r>
            <a:r>
              <a:rPr lang="en-US" sz="1700"/>
              <a:t>∗</a:t>
            </a:r>
            <a:r>
              <a:rPr lang="en-US" sz="1700" spc="300"/>
              <a:t> </a:t>
            </a:r>
            <a:r>
              <a:rPr lang="en-US" sz="1700" spc="-10"/>
              <a:t>Intent</a:t>
            </a:r>
            <a:r>
              <a:rPr lang="en-US" sz="1700"/>
              <a:t>	</a:t>
            </a:r>
          </a:p>
          <a:p>
            <a:pPr marL="12700" indent="-228600">
              <a:lnSpc>
                <a:spcPct val="90000"/>
              </a:lnSpc>
              <a:spcBef>
                <a:spcPts val="965"/>
              </a:spcBef>
              <a:buFont typeface="Arial" panose="020B0604020202020204" pitchFamily="34" charset="0"/>
              <a:buChar char="•"/>
              <a:tabLst>
                <a:tab pos="287020" algn="l"/>
              </a:tabLst>
            </a:pPr>
            <a:r>
              <a:rPr lang="en-US" sz="1700" spc="-45"/>
              <a:t>Moves</a:t>
            </a:r>
            <a:r>
              <a:rPr lang="en-US" sz="1700" spc="-50"/>
              <a:t> </a:t>
            </a:r>
            <a:r>
              <a:rPr lang="en-US" sz="1700"/>
              <a:t>the</a:t>
            </a:r>
            <a:r>
              <a:rPr lang="en-US" sz="1700" spc="-55"/>
              <a:t> </a:t>
            </a:r>
            <a:r>
              <a:rPr lang="en-US" sz="1700" spc="-30"/>
              <a:t>records </a:t>
            </a:r>
            <a:r>
              <a:rPr lang="en-US" sz="1700"/>
              <a:t>into</a:t>
            </a:r>
            <a:r>
              <a:rPr lang="en-US" sz="1700" spc="-40"/>
              <a:t> categories</a:t>
            </a:r>
            <a:r>
              <a:rPr lang="en-US" sz="1700" spc="-65"/>
              <a:t> </a:t>
            </a:r>
            <a:r>
              <a:rPr lang="en-US" sz="1700" spc="-35"/>
              <a:t>(i.e.,</a:t>
            </a:r>
            <a:r>
              <a:rPr lang="en-US" sz="1700" spc="-40"/>
              <a:t> </a:t>
            </a:r>
            <a:r>
              <a:rPr lang="en-US" sz="1700" spc="-60"/>
              <a:t>shards,</a:t>
            </a:r>
            <a:r>
              <a:rPr lang="en-US" sz="1700" spc="-30"/>
              <a:t> </a:t>
            </a:r>
            <a:r>
              <a:rPr lang="en-US" sz="1700" spc="-10"/>
              <a:t>partitions,</a:t>
            </a:r>
            <a:r>
              <a:rPr lang="en-US" sz="1700" spc="-45"/>
              <a:t> </a:t>
            </a:r>
            <a:r>
              <a:rPr lang="en-US" sz="1700"/>
              <a:t>or</a:t>
            </a:r>
            <a:r>
              <a:rPr lang="en-US" sz="1700" spc="-40"/>
              <a:t> </a:t>
            </a:r>
            <a:r>
              <a:rPr lang="en-US" sz="1700" spc="-35"/>
              <a:t>bins),</a:t>
            </a:r>
            <a:r>
              <a:rPr lang="en-US" sz="1700" spc="-50"/>
              <a:t> </a:t>
            </a:r>
            <a:r>
              <a:rPr lang="en-US" sz="1700"/>
              <a:t>but</a:t>
            </a:r>
            <a:r>
              <a:rPr lang="en-US" sz="1700" spc="-55"/>
              <a:t> </a:t>
            </a:r>
            <a:r>
              <a:rPr lang="en-US" sz="1700"/>
              <a:t>it</a:t>
            </a:r>
            <a:r>
              <a:rPr lang="en-US" sz="1700" spc="-50"/>
              <a:t> </a:t>
            </a:r>
            <a:r>
              <a:rPr lang="en-US" sz="1700" spc="-10"/>
              <a:t>doesn’t</a:t>
            </a:r>
            <a:r>
              <a:rPr lang="en-US" sz="1700" spc="-35"/>
              <a:t> really</a:t>
            </a:r>
            <a:r>
              <a:rPr lang="en-US" sz="1700" spc="-55"/>
              <a:t> care</a:t>
            </a:r>
            <a:r>
              <a:rPr lang="en-US" sz="1700" spc="-35"/>
              <a:t> </a:t>
            </a:r>
            <a:r>
              <a:rPr lang="en-US" sz="1700" spc="-10"/>
              <a:t>about</a:t>
            </a:r>
            <a:r>
              <a:rPr lang="en-US" sz="1700" spc="-60"/>
              <a:t> </a:t>
            </a:r>
            <a:r>
              <a:rPr lang="en-US" sz="1700"/>
              <a:t>the</a:t>
            </a:r>
            <a:r>
              <a:rPr lang="en-US" sz="1700" spc="-55"/>
              <a:t> </a:t>
            </a:r>
            <a:r>
              <a:rPr lang="en-US" sz="1700"/>
              <a:t>order</a:t>
            </a:r>
            <a:r>
              <a:rPr lang="en-US" sz="1700" spc="-30"/>
              <a:t> </a:t>
            </a:r>
            <a:r>
              <a:rPr lang="en-US" sz="1700"/>
              <a:t>of</a:t>
            </a:r>
            <a:r>
              <a:rPr lang="en-US" sz="1700" spc="-40"/>
              <a:t> </a:t>
            </a:r>
            <a:r>
              <a:rPr lang="en-US" sz="1700" spc="-10"/>
              <a:t>records.</a:t>
            </a:r>
            <a:endParaRPr lang="en-US" sz="1700"/>
          </a:p>
          <a:p>
            <a:pPr marL="12700" indent="-228600">
              <a:lnSpc>
                <a:spcPct val="90000"/>
              </a:lnSpc>
              <a:spcBef>
                <a:spcPts val="865"/>
              </a:spcBef>
              <a:buFont typeface="Arial" panose="020B0604020202020204" pitchFamily="34" charset="0"/>
              <a:buChar char="•"/>
              <a:tabLst>
                <a:tab pos="287020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100"/>
              <a:t>Take</a:t>
            </a:r>
            <a:r>
              <a:rPr lang="en-US" sz="1700" spc="-65"/>
              <a:t> </a:t>
            </a:r>
            <a:r>
              <a:rPr lang="en-US" sz="1700" spc="-35"/>
              <a:t>similar</a:t>
            </a:r>
            <a:r>
              <a:rPr lang="en-US" sz="1700" spc="-55"/>
              <a:t> </a:t>
            </a:r>
            <a:r>
              <a:rPr lang="en-US" sz="1700" spc="-30"/>
              <a:t>records</a:t>
            </a:r>
            <a:r>
              <a:rPr lang="en-US" sz="1700" spc="-40"/>
              <a:t> </a:t>
            </a:r>
            <a:r>
              <a:rPr lang="en-US" sz="1700" spc="-25"/>
              <a:t>in</a:t>
            </a:r>
            <a:r>
              <a:rPr lang="en-US" sz="1700" spc="-65"/>
              <a:t> </a:t>
            </a:r>
            <a:r>
              <a:rPr lang="en-US" sz="1700" spc="-100"/>
              <a:t>a</a:t>
            </a:r>
            <a:r>
              <a:rPr lang="en-US" sz="1700" spc="-65"/>
              <a:t> </a:t>
            </a:r>
            <a:r>
              <a:rPr lang="en-US" sz="1700" spc="-25"/>
              <a:t>data</a:t>
            </a:r>
            <a:r>
              <a:rPr lang="en-US" sz="1700" spc="-55"/>
              <a:t> </a:t>
            </a:r>
            <a:r>
              <a:rPr lang="en-US" sz="1700" spc="-25"/>
              <a:t>set</a:t>
            </a:r>
            <a:r>
              <a:rPr lang="en-US" sz="1700" spc="-75"/>
              <a:t> </a:t>
            </a:r>
            <a:r>
              <a:rPr lang="en-US" sz="1700" spc="-45"/>
              <a:t>and</a:t>
            </a:r>
            <a:r>
              <a:rPr lang="en-US" sz="1700" spc="-40"/>
              <a:t> </a:t>
            </a:r>
            <a:r>
              <a:rPr lang="en-US" sz="1700"/>
              <a:t>partition</a:t>
            </a:r>
            <a:r>
              <a:rPr lang="en-US" sz="1700" spc="-55"/>
              <a:t> </a:t>
            </a:r>
            <a:r>
              <a:rPr lang="en-US" sz="1700"/>
              <a:t>them</a:t>
            </a:r>
            <a:r>
              <a:rPr lang="en-US" sz="1700" spc="-65"/>
              <a:t> </a:t>
            </a:r>
            <a:r>
              <a:rPr lang="en-US" sz="1700"/>
              <a:t>into</a:t>
            </a:r>
            <a:r>
              <a:rPr lang="en-US" sz="1700" spc="-55"/>
              <a:t> </a:t>
            </a:r>
            <a:r>
              <a:rPr lang="en-US" sz="1700" spc="-10"/>
              <a:t>distinct,</a:t>
            </a:r>
            <a:r>
              <a:rPr lang="en-US" sz="1700" spc="-55"/>
              <a:t> </a:t>
            </a:r>
            <a:r>
              <a:rPr lang="en-US" sz="1700" spc="-40"/>
              <a:t>smaller</a:t>
            </a:r>
            <a:r>
              <a:rPr lang="en-US" sz="1700" spc="-60"/>
              <a:t> </a:t>
            </a:r>
            <a:r>
              <a:rPr lang="en-US" sz="1700" spc="-25"/>
              <a:t>data</a:t>
            </a:r>
            <a:r>
              <a:rPr lang="en-US" sz="1700" spc="-55"/>
              <a:t> </a:t>
            </a:r>
            <a:r>
              <a:rPr lang="en-US" sz="1700" spc="-20"/>
              <a:t>sets.</a:t>
            </a:r>
          </a:p>
          <a:p>
            <a:pPr marL="12700" indent="-228600">
              <a:lnSpc>
                <a:spcPct val="90000"/>
              </a:lnSpc>
              <a:spcBef>
                <a:spcPts val="1435"/>
              </a:spcBef>
              <a:buFont typeface="Arial" panose="020B0604020202020204" pitchFamily="34" charset="0"/>
              <a:buChar char="•"/>
            </a:pPr>
            <a:r>
              <a:rPr lang="en-US" sz="1700"/>
              <a:t>∗</a:t>
            </a:r>
            <a:r>
              <a:rPr lang="en-US" sz="1700" spc="300"/>
              <a:t> </a:t>
            </a:r>
            <a:r>
              <a:rPr lang="en-US" sz="1700" spc="-10"/>
              <a:t>Motivation</a:t>
            </a:r>
            <a:endParaRPr lang="en-US" sz="1700"/>
          </a:p>
          <a:p>
            <a:pPr marL="588645" marR="5080" indent="-228600">
              <a:lnSpc>
                <a:spcPct val="90000"/>
              </a:lnSpc>
              <a:spcBef>
                <a:spcPts val="126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40"/>
              <a:t>Want</a:t>
            </a:r>
            <a:r>
              <a:rPr lang="en-US" sz="1700" spc="-70"/>
              <a:t> </a:t>
            </a:r>
            <a:r>
              <a:rPr lang="en-US" sz="1700" spc="60"/>
              <a:t>to</a:t>
            </a:r>
            <a:r>
              <a:rPr lang="en-US" sz="1700" spc="-80"/>
              <a:t> </a:t>
            </a:r>
            <a:r>
              <a:rPr lang="en-US" sz="1700" spc="-10"/>
              <a:t>look</a:t>
            </a:r>
            <a:r>
              <a:rPr lang="en-US" sz="1700" spc="-80"/>
              <a:t> </a:t>
            </a:r>
            <a:r>
              <a:rPr lang="en-US" sz="1700"/>
              <a:t>at</a:t>
            </a:r>
            <a:r>
              <a:rPr lang="en-US" sz="1700" spc="-65"/>
              <a:t> </a:t>
            </a:r>
            <a:r>
              <a:rPr lang="en-US" sz="1700" spc="-114"/>
              <a:t>a</a:t>
            </a:r>
            <a:r>
              <a:rPr lang="en-US" sz="1700" spc="-75"/>
              <a:t> </a:t>
            </a:r>
            <a:r>
              <a:rPr lang="en-US" sz="1700" spc="-25"/>
              <a:t>particular</a:t>
            </a:r>
            <a:r>
              <a:rPr lang="en-US" sz="1700" spc="-45"/>
              <a:t> </a:t>
            </a:r>
            <a:r>
              <a:rPr lang="en-US" sz="1700" spc="-30"/>
              <a:t>set</a:t>
            </a:r>
            <a:r>
              <a:rPr lang="en-US" sz="1700" spc="-65"/>
              <a:t> </a:t>
            </a:r>
            <a:r>
              <a:rPr lang="en-US" sz="1700"/>
              <a:t>of</a:t>
            </a:r>
            <a:r>
              <a:rPr lang="en-US" sz="1700" spc="-65"/>
              <a:t> </a:t>
            </a:r>
            <a:r>
              <a:rPr lang="en-US" sz="1700" spc="-30"/>
              <a:t>data—</a:t>
            </a:r>
            <a:r>
              <a:rPr lang="en-US" sz="1700" spc="-75"/>
              <a:t>such</a:t>
            </a:r>
            <a:r>
              <a:rPr lang="en-US" sz="1700" spc="-70"/>
              <a:t> </a:t>
            </a:r>
            <a:r>
              <a:rPr lang="en-US" sz="1700" spc="-120"/>
              <a:t>as</a:t>
            </a:r>
            <a:r>
              <a:rPr lang="en-US" sz="1700" spc="-65"/>
              <a:t> </a:t>
            </a:r>
            <a:r>
              <a:rPr lang="en-US" sz="1700" spc="-35"/>
              <a:t>postings</a:t>
            </a:r>
            <a:r>
              <a:rPr lang="en-US" sz="1700" spc="-65"/>
              <a:t> made</a:t>
            </a:r>
            <a:r>
              <a:rPr lang="en-US" sz="1700" spc="-60"/>
              <a:t> </a:t>
            </a:r>
            <a:r>
              <a:rPr lang="en-US" sz="1700" spc="-25"/>
              <a:t>on</a:t>
            </a:r>
            <a:r>
              <a:rPr lang="en-US" sz="1700" spc="-75"/>
              <a:t> </a:t>
            </a:r>
            <a:r>
              <a:rPr lang="en-US" sz="1700" spc="-114"/>
              <a:t>a</a:t>
            </a:r>
            <a:r>
              <a:rPr lang="en-US" sz="1700" spc="-65"/>
              <a:t> </a:t>
            </a:r>
            <a:r>
              <a:rPr lang="en-US" sz="1700" spc="-25"/>
              <a:t>particular</a:t>
            </a:r>
            <a:r>
              <a:rPr lang="en-US" sz="1700" spc="-55"/>
              <a:t> </a:t>
            </a:r>
            <a:r>
              <a:rPr lang="en-US" sz="1700" spc="-20"/>
              <a:t>date—</a:t>
            </a:r>
            <a:r>
              <a:rPr lang="en-US" sz="1700"/>
              <a:t>the</a:t>
            </a:r>
            <a:r>
              <a:rPr lang="en-US" sz="1700" spc="-50"/>
              <a:t> </a:t>
            </a:r>
            <a:r>
              <a:rPr lang="en-US" sz="1700" spc="-35"/>
              <a:t>data</a:t>
            </a:r>
            <a:r>
              <a:rPr lang="en-US" sz="1700" spc="-75"/>
              <a:t> </a:t>
            </a:r>
            <a:r>
              <a:rPr lang="en-US" sz="1700" spc="-30"/>
              <a:t>items</a:t>
            </a:r>
            <a:r>
              <a:rPr lang="en-US" sz="1700" spc="-65"/>
              <a:t> are</a:t>
            </a:r>
            <a:r>
              <a:rPr lang="en-US" sz="1700" spc="-50"/>
              <a:t> </a:t>
            </a:r>
            <a:r>
              <a:rPr lang="en-US" sz="1700" spc="-10"/>
              <a:t>normally </a:t>
            </a:r>
            <a:r>
              <a:rPr lang="en-US" sz="1700" spc="-65"/>
              <a:t>spread</a:t>
            </a:r>
            <a:r>
              <a:rPr lang="en-US" sz="1700" spc="-25"/>
              <a:t> </a:t>
            </a:r>
            <a:r>
              <a:rPr lang="en-US" sz="1700"/>
              <a:t>out</a:t>
            </a:r>
            <a:r>
              <a:rPr lang="en-US" sz="1700" spc="-70"/>
              <a:t> </a:t>
            </a:r>
            <a:r>
              <a:rPr lang="en-US" sz="1700" spc="-75"/>
              <a:t>across</a:t>
            </a:r>
            <a:r>
              <a:rPr lang="en-US" sz="1700" spc="-55"/>
              <a:t> </a:t>
            </a:r>
            <a:r>
              <a:rPr lang="en-US" sz="1700"/>
              <a:t>the</a:t>
            </a:r>
            <a:r>
              <a:rPr lang="en-US" sz="1700" spc="-45"/>
              <a:t> </a:t>
            </a:r>
            <a:r>
              <a:rPr lang="en-US" sz="1700" spc="-10"/>
              <a:t>entire</a:t>
            </a:r>
            <a:r>
              <a:rPr lang="en-US" sz="1700" spc="-50"/>
              <a:t> </a:t>
            </a:r>
            <a:r>
              <a:rPr lang="en-US" sz="1700" spc="-35"/>
              <a:t>data</a:t>
            </a:r>
            <a:r>
              <a:rPr lang="en-US" sz="1700" spc="-55"/>
              <a:t> </a:t>
            </a:r>
            <a:r>
              <a:rPr lang="en-US" sz="1700" spc="-20"/>
              <a:t>set.</a:t>
            </a:r>
            <a:endParaRPr lang="en-US" sz="1700"/>
          </a:p>
          <a:p>
            <a:pPr marL="314325" indent="-228600">
              <a:lnSpc>
                <a:spcPct val="90000"/>
              </a:lnSpc>
              <a:spcBef>
                <a:spcPts val="85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20"/>
              <a:t>Partitioning</a:t>
            </a:r>
            <a:r>
              <a:rPr lang="en-US" sz="1700" spc="-60"/>
              <a:t> </a:t>
            </a:r>
            <a:r>
              <a:rPr lang="en-US" sz="1700" spc="-40"/>
              <a:t>by</a:t>
            </a:r>
            <a:r>
              <a:rPr lang="en-US" sz="1700" spc="-55"/>
              <a:t> </a:t>
            </a:r>
            <a:r>
              <a:rPr lang="en-US" sz="1700" spc="-20"/>
              <a:t>date</a:t>
            </a:r>
            <a:r>
              <a:rPr lang="en-US" sz="1700" spc="-55"/>
              <a:t> </a:t>
            </a:r>
            <a:r>
              <a:rPr lang="en-US" sz="1700" spc="-75"/>
              <a:t>is</a:t>
            </a:r>
            <a:r>
              <a:rPr lang="en-US" sz="1700" spc="-70"/>
              <a:t> </a:t>
            </a:r>
            <a:r>
              <a:rPr lang="en-US" sz="1700" spc="-40"/>
              <a:t>one</a:t>
            </a:r>
            <a:r>
              <a:rPr lang="en-US" sz="1700" spc="-65"/>
              <a:t> </a:t>
            </a:r>
            <a:r>
              <a:rPr lang="en-US" sz="1700"/>
              <a:t>of</a:t>
            </a:r>
            <a:r>
              <a:rPr lang="en-US" sz="1700" spc="-50"/>
              <a:t> </a:t>
            </a:r>
            <a:r>
              <a:rPr lang="en-US" sz="1700"/>
              <a:t>the</a:t>
            </a:r>
            <a:r>
              <a:rPr lang="en-US" sz="1700" spc="-65"/>
              <a:t> </a:t>
            </a:r>
            <a:r>
              <a:rPr lang="en-US" sz="1700" spc="-20"/>
              <a:t>most</a:t>
            </a:r>
            <a:r>
              <a:rPr lang="en-US" sz="1700" spc="-65"/>
              <a:t> </a:t>
            </a:r>
            <a:r>
              <a:rPr lang="en-US" sz="1700" spc="-40"/>
              <a:t>common</a:t>
            </a:r>
            <a:r>
              <a:rPr lang="en-US" sz="1700" spc="-65"/>
              <a:t> </a:t>
            </a:r>
            <a:r>
              <a:rPr lang="en-US" sz="1700" spc="-10"/>
              <a:t>schemes</a:t>
            </a:r>
            <a:endParaRPr lang="en-US" sz="1700"/>
          </a:p>
          <a:p>
            <a:pPr marL="12700" indent="-228600">
              <a:lnSpc>
                <a:spcPct val="90000"/>
              </a:lnSpc>
              <a:spcBef>
                <a:spcPts val="1125"/>
              </a:spcBef>
              <a:buFont typeface="Arial" panose="020B0604020202020204" pitchFamily="34" charset="0"/>
              <a:buChar char="•"/>
            </a:pPr>
            <a:r>
              <a:rPr lang="en-US" sz="1700"/>
              <a:t>∗</a:t>
            </a:r>
            <a:r>
              <a:rPr lang="en-US" sz="1700" spc="300"/>
              <a:t> </a:t>
            </a:r>
            <a:r>
              <a:rPr lang="en-US" sz="1700" spc="-10"/>
              <a:t>Applicability</a:t>
            </a:r>
            <a:endParaRPr lang="en-US" sz="1700"/>
          </a:p>
          <a:p>
            <a:pPr marL="314325" indent="-228600">
              <a:lnSpc>
                <a:spcPct val="90000"/>
              </a:lnSpc>
              <a:spcBef>
                <a:spcPts val="91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20"/>
              <a:t>knowing</a:t>
            </a:r>
            <a:r>
              <a:rPr lang="en-US" sz="1700" spc="-70"/>
              <a:t> </a:t>
            </a:r>
            <a:r>
              <a:rPr lang="en-US" sz="1700"/>
              <a:t>how</a:t>
            </a:r>
            <a:r>
              <a:rPr lang="en-US" sz="1700" spc="-55"/>
              <a:t> </a:t>
            </a:r>
            <a:r>
              <a:rPr lang="en-US" sz="1700" spc="-65"/>
              <a:t>many </a:t>
            </a:r>
            <a:r>
              <a:rPr lang="en-US" sz="1700" spc="-10"/>
              <a:t>partitions</a:t>
            </a:r>
            <a:r>
              <a:rPr lang="en-US" sz="1700" spc="-40"/>
              <a:t> </a:t>
            </a:r>
            <a:r>
              <a:rPr lang="en-US" sz="1700" spc="-35"/>
              <a:t>you</a:t>
            </a:r>
            <a:r>
              <a:rPr lang="en-US" sz="1700" spc="-60"/>
              <a:t> </a:t>
            </a:r>
            <a:r>
              <a:rPr lang="en-US" sz="1700" spc="-65"/>
              <a:t>are</a:t>
            </a:r>
            <a:r>
              <a:rPr lang="en-US" sz="1700" spc="-35"/>
              <a:t> </a:t>
            </a:r>
            <a:r>
              <a:rPr lang="en-US" sz="1700" spc="-30"/>
              <a:t>going</a:t>
            </a:r>
            <a:r>
              <a:rPr lang="en-US" sz="1700" spc="-55"/>
              <a:t> </a:t>
            </a:r>
            <a:r>
              <a:rPr lang="en-US" sz="1700" spc="60"/>
              <a:t>to</a:t>
            </a:r>
            <a:r>
              <a:rPr lang="en-US" sz="1700" spc="-75"/>
              <a:t> </a:t>
            </a:r>
            <a:r>
              <a:rPr lang="en-US" sz="1700" spc="-70"/>
              <a:t>have</a:t>
            </a:r>
            <a:r>
              <a:rPr lang="en-US" sz="1700" spc="-40"/>
              <a:t> </a:t>
            </a:r>
            <a:r>
              <a:rPr lang="en-US" sz="1700" spc="-70"/>
              <a:t>ahead</a:t>
            </a:r>
            <a:r>
              <a:rPr lang="en-US" sz="1700" spc="-40"/>
              <a:t> </a:t>
            </a:r>
            <a:r>
              <a:rPr lang="en-US" sz="1700"/>
              <a:t>of</a:t>
            </a:r>
            <a:r>
              <a:rPr lang="en-US" sz="1700" spc="-70"/>
              <a:t> </a:t>
            </a:r>
            <a:r>
              <a:rPr lang="en-US" sz="1700" spc="-20"/>
              <a:t>time</a:t>
            </a:r>
            <a:endParaRPr lang="en-US" sz="1700"/>
          </a:p>
          <a:p>
            <a:pPr marL="12700" indent="-228600">
              <a:lnSpc>
                <a:spcPct val="90000"/>
              </a:lnSpc>
              <a:spcBef>
                <a:spcPts val="865"/>
              </a:spcBef>
              <a:buFont typeface="Arial" panose="020B0604020202020204" pitchFamily="34" charset="0"/>
              <a:buChar char="•"/>
              <a:tabLst>
                <a:tab pos="287020" algn="l"/>
              </a:tabLst>
            </a:pPr>
            <a:endParaRPr lang="en-US" sz="17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0B8DCBA-FEED-46EF-A140-35B904015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085339"/>
            <a:r>
              <a:rPr lang="en-US" sz="3600" spc="-20"/>
              <a:t>Partitioning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45029" y="2524721"/>
            <a:ext cx="4991629" cy="36771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indent="-228600">
              <a:lnSpc>
                <a:spcPct val="90000"/>
              </a:lnSpc>
              <a:spcBef>
                <a:spcPts val="515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pc="-50"/>
              <a:t>∗</a:t>
            </a:r>
            <a:r>
              <a:rPr lang="en-US"/>
              <a:t>	</a:t>
            </a:r>
            <a:r>
              <a:rPr lang="en-US" spc="-20"/>
              <a:t>In</a:t>
            </a:r>
            <a:r>
              <a:rPr lang="en-US" spc="-90"/>
              <a:t> </a:t>
            </a:r>
            <a:r>
              <a:rPr lang="en-US" spc="-10"/>
              <a:t>most</a:t>
            </a:r>
            <a:r>
              <a:rPr lang="en-US" spc="-100"/>
              <a:t> </a:t>
            </a:r>
            <a:r>
              <a:rPr lang="en-US" spc="-114"/>
              <a:t>cases,</a:t>
            </a:r>
            <a:r>
              <a:rPr lang="en-US" spc="-100"/>
              <a:t> </a:t>
            </a:r>
            <a:r>
              <a:rPr lang="en-US"/>
              <a:t>the</a:t>
            </a:r>
            <a:r>
              <a:rPr lang="en-US" spc="-85"/>
              <a:t> </a:t>
            </a:r>
            <a:r>
              <a:rPr lang="en-US"/>
              <a:t>identity</a:t>
            </a:r>
            <a:r>
              <a:rPr lang="en-US" spc="-110"/>
              <a:t> </a:t>
            </a:r>
            <a:r>
              <a:rPr lang="en-US" spc="-40"/>
              <a:t>mapper</a:t>
            </a:r>
            <a:r>
              <a:rPr lang="en-US" spc="-85"/>
              <a:t> </a:t>
            </a:r>
            <a:r>
              <a:rPr lang="en-US" spc="-80"/>
              <a:t>can</a:t>
            </a:r>
            <a:r>
              <a:rPr lang="en-US" spc="-85"/>
              <a:t> </a:t>
            </a:r>
            <a:r>
              <a:rPr lang="en-US" spc="-50"/>
              <a:t>be</a:t>
            </a:r>
            <a:r>
              <a:rPr lang="en-US" spc="-90"/>
              <a:t> </a:t>
            </a:r>
            <a:r>
              <a:rPr lang="en-US" spc="-20"/>
              <a:t>used</a:t>
            </a:r>
            <a:endParaRPr lang="en-US"/>
          </a:p>
          <a:p>
            <a:pPr marL="286385" marR="5080" indent="-228600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pc="-50"/>
              <a:t>∗</a:t>
            </a:r>
            <a:r>
              <a:rPr lang="en-US"/>
              <a:t>	</a:t>
            </a:r>
            <a:r>
              <a:rPr lang="en-US" spc="-114"/>
              <a:t>The</a:t>
            </a:r>
            <a:r>
              <a:rPr lang="en-US" spc="-70"/>
              <a:t> </a:t>
            </a:r>
            <a:r>
              <a:rPr lang="en-US" spc="-40"/>
              <a:t>custom</a:t>
            </a:r>
            <a:r>
              <a:rPr lang="en-US" spc="-85"/>
              <a:t> </a:t>
            </a:r>
            <a:r>
              <a:rPr lang="en-US"/>
              <a:t>partitioner</a:t>
            </a:r>
            <a:r>
              <a:rPr lang="en-US" spc="-60"/>
              <a:t> </a:t>
            </a:r>
            <a:r>
              <a:rPr lang="en-US"/>
              <a:t>will</a:t>
            </a:r>
            <a:r>
              <a:rPr lang="en-US" spc="-50"/>
              <a:t> </a:t>
            </a:r>
            <a:r>
              <a:rPr lang="en-US" spc="-25"/>
              <a:t>determine</a:t>
            </a:r>
            <a:r>
              <a:rPr lang="en-US" spc="-90"/>
              <a:t> </a:t>
            </a:r>
            <a:r>
              <a:rPr lang="en-US" spc="-10"/>
              <a:t>which </a:t>
            </a:r>
            <a:r>
              <a:rPr lang="en-US" spc="-45"/>
              <a:t>reducer</a:t>
            </a:r>
            <a:r>
              <a:rPr lang="en-US" spc="-80"/>
              <a:t> </a:t>
            </a:r>
            <a:r>
              <a:rPr lang="en-US" spc="80"/>
              <a:t>to</a:t>
            </a:r>
            <a:r>
              <a:rPr lang="en-US" spc="-90"/>
              <a:t> </a:t>
            </a:r>
            <a:r>
              <a:rPr lang="en-US" spc="-85"/>
              <a:t>send </a:t>
            </a:r>
            <a:r>
              <a:rPr lang="en-US" spc="-95"/>
              <a:t>each</a:t>
            </a:r>
            <a:r>
              <a:rPr lang="en-US" spc="-80"/>
              <a:t> </a:t>
            </a:r>
            <a:r>
              <a:rPr lang="en-US" spc="-30"/>
              <a:t>record</a:t>
            </a:r>
            <a:r>
              <a:rPr lang="en-US" spc="-80"/>
              <a:t> </a:t>
            </a:r>
            <a:r>
              <a:rPr lang="en-US"/>
              <a:t>to;</a:t>
            </a:r>
            <a:r>
              <a:rPr lang="en-US" spc="-100"/>
              <a:t> </a:t>
            </a:r>
            <a:r>
              <a:rPr lang="en-US" spc="-20"/>
              <a:t>each </a:t>
            </a:r>
            <a:r>
              <a:rPr lang="en-US" spc="-45"/>
              <a:t>reducer</a:t>
            </a:r>
            <a:r>
              <a:rPr lang="en-US" spc="-80"/>
              <a:t> </a:t>
            </a:r>
            <a:r>
              <a:rPr lang="en-US" spc="-55"/>
              <a:t>corresponds</a:t>
            </a:r>
            <a:r>
              <a:rPr lang="en-US" spc="-75"/>
              <a:t> </a:t>
            </a:r>
            <a:r>
              <a:rPr lang="en-US" spc="80"/>
              <a:t>to</a:t>
            </a:r>
            <a:r>
              <a:rPr lang="en-US" spc="-100"/>
              <a:t> </a:t>
            </a:r>
            <a:r>
              <a:rPr lang="en-US" spc="-25"/>
              <a:t>particular</a:t>
            </a:r>
            <a:r>
              <a:rPr lang="en-US" spc="-40"/>
              <a:t> </a:t>
            </a:r>
            <a:r>
              <a:rPr lang="en-US" spc="-10"/>
              <a:t>partitions</a:t>
            </a:r>
            <a:endParaRPr lang="en-US"/>
          </a:p>
          <a:p>
            <a:pPr marL="12700" indent="-228600">
              <a:lnSpc>
                <a:spcPct val="90000"/>
              </a:lnSpc>
              <a:spcBef>
                <a:spcPts val="480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pc="-50"/>
              <a:t>∗</a:t>
            </a:r>
            <a:r>
              <a:rPr lang="en-US"/>
              <a:t>	</a:t>
            </a:r>
            <a:r>
              <a:rPr lang="en-US" spc="-20"/>
              <a:t>In</a:t>
            </a:r>
            <a:r>
              <a:rPr lang="en-US" spc="-75"/>
              <a:t> </a:t>
            </a:r>
            <a:r>
              <a:rPr lang="en-US" spc="-20"/>
              <a:t>most</a:t>
            </a:r>
            <a:r>
              <a:rPr lang="en-US" spc="-100"/>
              <a:t> </a:t>
            </a:r>
            <a:r>
              <a:rPr lang="en-US" spc="-125"/>
              <a:t>cases,</a:t>
            </a:r>
            <a:r>
              <a:rPr lang="en-US" spc="-95"/>
              <a:t> </a:t>
            </a:r>
            <a:r>
              <a:rPr lang="en-US"/>
              <a:t>the</a:t>
            </a:r>
            <a:r>
              <a:rPr lang="en-US" spc="-80"/>
              <a:t> </a:t>
            </a:r>
            <a:r>
              <a:rPr lang="en-US"/>
              <a:t>identity</a:t>
            </a:r>
            <a:r>
              <a:rPr lang="en-US" spc="-90"/>
              <a:t> </a:t>
            </a:r>
            <a:r>
              <a:rPr lang="en-US" spc="-45"/>
              <a:t>reducer</a:t>
            </a:r>
            <a:r>
              <a:rPr lang="en-US" spc="-75"/>
              <a:t> </a:t>
            </a:r>
            <a:r>
              <a:rPr lang="en-US" spc="-105"/>
              <a:t>can</a:t>
            </a:r>
            <a:r>
              <a:rPr lang="en-US" spc="-65"/>
              <a:t> </a:t>
            </a:r>
            <a:r>
              <a:rPr lang="en-US" spc="-25"/>
              <a:t>be</a:t>
            </a:r>
            <a:endParaRPr lang="en-US"/>
          </a:p>
          <a:p>
            <a:pPr marL="286385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pc="-20"/>
              <a:t>used</a:t>
            </a:r>
            <a:endParaRPr lang="en-US"/>
          </a:p>
          <a:p>
            <a:pPr marL="286385" marR="305435" indent="-228600">
              <a:lnSpc>
                <a:spcPct val="90000"/>
              </a:lnSpc>
              <a:spcBef>
                <a:spcPts val="484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pc="-50"/>
              <a:t>∗</a:t>
            </a:r>
            <a:r>
              <a:rPr lang="en-US"/>
              <a:t>	</a:t>
            </a:r>
            <a:r>
              <a:rPr lang="en-US" spc="-114"/>
              <a:t>The</a:t>
            </a:r>
            <a:r>
              <a:rPr lang="en-US" spc="-75"/>
              <a:t> </a:t>
            </a:r>
            <a:r>
              <a:rPr lang="en-US"/>
              <a:t>output</a:t>
            </a:r>
            <a:r>
              <a:rPr lang="en-US" spc="-75"/>
              <a:t> </a:t>
            </a:r>
            <a:r>
              <a:rPr lang="en-US"/>
              <a:t>folder</a:t>
            </a:r>
            <a:r>
              <a:rPr lang="en-US" spc="-90"/>
              <a:t> </a:t>
            </a:r>
            <a:r>
              <a:rPr lang="en-US" spc="65"/>
              <a:t>of</a:t>
            </a:r>
            <a:r>
              <a:rPr lang="en-US" spc="-70"/>
              <a:t> </a:t>
            </a:r>
            <a:r>
              <a:rPr lang="en-US"/>
              <a:t>the</a:t>
            </a:r>
            <a:r>
              <a:rPr lang="en-US" spc="-80"/>
              <a:t> </a:t>
            </a:r>
            <a:r>
              <a:rPr lang="en-US" spc="-10"/>
              <a:t>job</a:t>
            </a:r>
            <a:r>
              <a:rPr lang="en-US" spc="-60"/>
              <a:t> </a:t>
            </a:r>
            <a:r>
              <a:rPr lang="en-US"/>
              <a:t>will</a:t>
            </a:r>
            <a:r>
              <a:rPr lang="en-US" spc="-50"/>
              <a:t> </a:t>
            </a:r>
            <a:r>
              <a:rPr lang="en-US" spc="-80"/>
              <a:t>have</a:t>
            </a:r>
            <a:r>
              <a:rPr lang="en-US" spc="-60"/>
              <a:t> </a:t>
            </a:r>
            <a:r>
              <a:rPr lang="en-US" spc="-25"/>
              <a:t>one </a:t>
            </a:r>
            <a:r>
              <a:rPr lang="en-US"/>
              <a:t>part</a:t>
            </a:r>
            <a:r>
              <a:rPr lang="en-US" spc="-100"/>
              <a:t> </a:t>
            </a:r>
            <a:r>
              <a:rPr lang="en-US"/>
              <a:t>file</a:t>
            </a:r>
            <a:r>
              <a:rPr lang="en-US" spc="-95"/>
              <a:t> </a:t>
            </a:r>
            <a:r>
              <a:rPr lang="en-US" spc="50"/>
              <a:t>for</a:t>
            </a:r>
            <a:r>
              <a:rPr lang="en-US" spc="-95"/>
              <a:t> each</a:t>
            </a:r>
            <a:r>
              <a:rPr lang="en-US" spc="-90"/>
              <a:t> </a:t>
            </a:r>
            <a:r>
              <a:rPr lang="en-US" spc="-10"/>
              <a:t>partition</a:t>
            </a:r>
            <a:endParaRPr lang="en-US"/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rcRect l="3610" r="32319" b="3"/>
          <a:stretch>
            <a:fillRect/>
          </a:stretch>
        </p:blipFill>
        <p:spPr>
          <a:xfrm>
            <a:off x="6788383" y="613147"/>
            <a:ext cx="4565417" cy="5593443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3F9C2D8-9392-BB85-342E-7FD8AAF0BB5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1931" b="38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085339"/>
            <a:r>
              <a:rPr lang="en-US" spc="-20"/>
              <a:t>Partitioning</a:t>
            </a:r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451A1429-2045-B278-14DA-4D5830D565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199286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2085339"/>
            <a:r>
              <a:rPr lang="en-US" sz="3300" kern="1200" spc="-2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Partitioning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object 7"/>
          <p:cNvGrpSpPr/>
          <p:nvPr/>
        </p:nvGrpSpPr>
        <p:grpSpPr>
          <a:xfrm>
            <a:off x="5994710" y="2641995"/>
            <a:ext cx="5620756" cy="1347819"/>
            <a:chOff x="4857750" y="3252724"/>
            <a:chExt cx="2457450" cy="58928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6800" y="3272028"/>
              <a:ext cx="2438400" cy="56997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857750" y="3252724"/>
              <a:ext cx="2429510" cy="560070"/>
            </a:xfrm>
            <a:custGeom>
              <a:avLst/>
              <a:gdLst/>
              <a:ahLst/>
              <a:cxnLst/>
              <a:rect l="l" t="t" r="r" b="b"/>
              <a:pathLst>
                <a:path w="2429509" h="560070">
                  <a:moveTo>
                    <a:pt x="170774" y="9977"/>
                  </a:moveTo>
                  <a:lnTo>
                    <a:pt x="162581" y="9977"/>
                  </a:lnTo>
                  <a:lnTo>
                    <a:pt x="107668" y="11622"/>
                  </a:lnTo>
                  <a:lnTo>
                    <a:pt x="77614" y="12319"/>
                  </a:lnTo>
                  <a:lnTo>
                    <a:pt x="0" y="12319"/>
                  </a:lnTo>
                  <a:lnTo>
                    <a:pt x="1920" y="56134"/>
                  </a:lnTo>
                  <a:lnTo>
                    <a:pt x="3413" y="103454"/>
                  </a:lnTo>
                  <a:lnTo>
                    <a:pt x="4480" y="154279"/>
                  </a:lnTo>
                  <a:lnTo>
                    <a:pt x="5084" y="205517"/>
                  </a:lnTo>
                  <a:lnTo>
                    <a:pt x="5171" y="222321"/>
                  </a:lnTo>
                  <a:lnTo>
                    <a:pt x="5293" y="277876"/>
                  </a:lnTo>
                  <a:lnTo>
                    <a:pt x="5162" y="315287"/>
                  </a:lnTo>
                  <a:lnTo>
                    <a:pt x="5120" y="327222"/>
                  </a:lnTo>
                  <a:lnTo>
                    <a:pt x="4515" y="382335"/>
                  </a:lnTo>
                  <a:lnTo>
                    <a:pt x="4480" y="385492"/>
                  </a:lnTo>
                  <a:lnTo>
                    <a:pt x="3532" y="435028"/>
                  </a:lnTo>
                  <a:lnTo>
                    <a:pt x="3413" y="441251"/>
                  </a:lnTo>
                  <a:lnTo>
                    <a:pt x="1917" y="494568"/>
                  </a:lnTo>
                  <a:lnTo>
                    <a:pt x="0" y="545211"/>
                  </a:lnTo>
                  <a:lnTo>
                    <a:pt x="94932" y="548925"/>
                  </a:lnTo>
                  <a:lnTo>
                    <a:pt x="133838" y="549854"/>
                  </a:lnTo>
                  <a:lnTo>
                    <a:pt x="167004" y="550164"/>
                  </a:lnTo>
                  <a:lnTo>
                    <a:pt x="218271" y="546689"/>
                  </a:lnTo>
                  <a:lnTo>
                    <a:pt x="264776" y="536265"/>
                  </a:lnTo>
                  <a:lnTo>
                    <a:pt x="306515" y="518891"/>
                  </a:lnTo>
                  <a:lnTo>
                    <a:pt x="343480" y="494568"/>
                  </a:lnTo>
                  <a:lnTo>
                    <a:pt x="373051" y="465836"/>
                  </a:lnTo>
                  <a:lnTo>
                    <a:pt x="165734" y="465836"/>
                  </a:lnTo>
                  <a:lnTo>
                    <a:pt x="152419" y="465502"/>
                  </a:lnTo>
                  <a:lnTo>
                    <a:pt x="112521" y="460502"/>
                  </a:lnTo>
                  <a:lnTo>
                    <a:pt x="110761" y="412303"/>
                  </a:lnTo>
                  <a:lnTo>
                    <a:pt x="109489" y="363902"/>
                  </a:lnTo>
                  <a:lnTo>
                    <a:pt x="108739" y="316616"/>
                  </a:lnTo>
                  <a:lnTo>
                    <a:pt x="108518" y="277876"/>
                  </a:lnTo>
                  <a:lnTo>
                    <a:pt x="108422" y="260350"/>
                  </a:lnTo>
                  <a:lnTo>
                    <a:pt x="108303" y="240160"/>
                  </a:lnTo>
                  <a:lnTo>
                    <a:pt x="108198" y="222321"/>
                  </a:lnTo>
                  <a:lnTo>
                    <a:pt x="107426" y="179101"/>
                  </a:lnTo>
                  <a:lnTo>
                    <a:pt x="106154" y="136786"/>
                  </a:lnTo>
                  <a:lnTo>
                    <a:pt x="104393" y="95377"/>
                  </a:lnTo>
                  <a:lnTo>
                    <a:pt x="118899" y="93783"/>
                  </a:lnTo>
                  <a:lnTo>
                    <a:pt x="131762" y="92630"/>
                  </a:lnTo>
                  <a:lnTo>
                    <a:pt x="143005" y="91930"/>
                  </a:lnTo>
                  <a:lnTo>
                    <a:pt x="152653" y="91694"/>
                  </a:lnTo>
                  <a:lnTo>
                    <a:pt x="389790" y="91694"/>
                  </a:lnTo>
                  <a:lnTo>
                    <a:pt x="383666" y="83566"/>
                  </a:lnTo>
                  <a:lnTo>
                    <a:pt x="353826" y="57032"/>
                  </a:lnTo>
                  <a:lnTo>
                    <a:pt x="317486" y="36405"/>
                  </a:lnTo>
                  <a:lnTo>
                    <a:pt x="274643" y="21679"/>
                  </a:lnTo>
                  <a:lnTo>
                    <a:pt x="225288" y="12848"/>
                  </a:lnTo>
                  <a:lnTo>
                    <a:pt x="170774" y="9977"/>
                  </a:lnTo>
                  <a:close/>
                </a:path>
                <a:path w="2429509" h="560070">
                  <a:moveTo>
                    <a:pt x="389790" y="91694"/>
                  </a:moveTo>
                  <a:lnTo>
                    <a:pt x="152653" y="91694"/>
                  </a:lnTo>
                  <a:lnTo>
                    <a:pt x="196685" y="95053"/>
                  </a:lnTo>
                  <a:lnTo>
                    <a:pt x="234680" y="105140"/>
                  </a:lnTo>
                  <a:lnTo>
                    <a:pt x="292607" y="145542"/>
                  </a:lnTo>
                  <a:lnTo>
                    <a:pt x="327009" y="205517"/>
                  </a:lnTo>
                  <a:lnTo>
                    <a:pt x="338454" y="277876"/>
                  </a:lnTo>
                  <a:lnTo>
                    <a:pt x="335839" y="315287"/>
                  </a:lnTo>
                  <a:lnTo>
                    <a:pt x="314612" y="382335"/>
                  </a:lnTo>
                  <a:lnTo>
                    <a:pt x="272033" y="435028"/>
                  </a:lnTo>
                  <a:lnTo>
                    <a:pt x="206882" y="462408"/>
                  </a:lnTo>
                  <a:lnTo>
                    <a:pt x="165734" y="465836"/>
                  </a:lnTo>
                  <a:lnTo>
                    <a:pt x="373051" y="465836"/>
                  </a:lnTo>
                  <a:lnTo>
                    <a:pt x="408263" y="418101"/>
                  </a:lnTo>
                  <a:lnTo>
                    <a:pt x="431561" y="369204"/>
                  </a:lnTo>
                  <a:lnTo>
                    <a:pt x="445549" y="316616"/>
                  </a:lnTo>
                  <a:lnTo>
                    <a:pt x="450214" y="260350"/>
                  </a:lnTo>
                  <a:lnTo>
                    <a:pt x="446049" y="210581"/>
                  </a:lnTo>
                  <a:lnTo>
                    <a:pt x="433562" y="164528"/>
                  </a:lnTo>
                  <a:lnTo>
                    <a:pt x="412763" y="122189"/>
                  </a:lnTo>
                  <a:lnTo>
                    <a:pt x="389790" y="91694"/>
                  </a:lnTo>
                  <a:close/>
                </a:path>
                <a:path w="2429509" h="560070">
                  <a:moveTo>
                    <a:pt x="2175255" y="0"/>
                  </a:moveTo>
                  <a:lnTo>
                    <a:pt x="2120866" y="5167"/>
                  </a:lnTo>
                  <a:lnTo>
                    <a:pt x="2071036" y="20669"/>
                  </a:lnTo>
                  <a:lnTo>
                    <a:pt x="2025755" y="46505"/>
                  </a:lnTo>
                  <a:lnTo>
                    <a:pt x="1985009" y="82677"/>
                  </a:lnTo>
                  <a:lnTo>
                    <a:pt x="1957303" y="117469"/>
                  </a:lnTo>
                  <a:lnTo>
                    <a:pt x="1935754" y="155707"/>
                  </a:lnTo>
                  <a:lnTo>
                    <a:pt x="1920361" y="197388"/>
                  </a:lnTo>
                  <a:lnTo>
                    <a:pt x="1911126" y="242514"/>
                  </a:lnTo>
                  <a:lnTo>
                    <a:pt x="1908047" y="291084"/>
                  </a:lnTo>
                  <a:lnTo>
                    <a:pt x="1912598" y="347015"/>
                  </a:lnTo>
                  <a:lnTo>
                    <a:pt x="1926256" y="397827"/>
                  </a:lnTo>
                  <a:lnTo>
                    <a:pt x="1949035" y="443495"/>
                  </a:lnTo>
                  <a:lnTo>
                    <a:pt x="1980945" y="483997"/>
                  </a:lnTo>
                  <a:lnTo>
                    <a:pt x="2019544" y="517241"/>
                  </a:lnTo>
                  <a:lnTo>
                    <a:pt x="2062559" y="540972"/>
                  </a:lnTo>
                  <a:lnTo>
                    <a:pt x="2109979" y="555202"/>
                  </a:lnTo>
                  <a:lnTo>
                    <a:pt x="2161793" y="559943"/>
                  </a:lnTo>
                  <a:lnTo>
                    <a:pt x="2216201" y="554775"/>
                  </a:lnTo>
                  <a:lnTo>
                    <a:pt x="2266061" y="539273"/>
                  </a:lnTo>
                  <a:lnTo>
                    <a:pt x="2311348" y="513437"/>
                  </a:lnTo>
                  <a:lnTo>
                    <a:pt x="2352040" y="477266"/>
                  </a:lnTo>
                  <a:lnTo>
                    <a:pt x="2357905" y="469900"/>
                  </a:lnTo>
                  <a:lnTo>
                    <a:pt x="2172842" y="469900"/>
                  </a:lnTo>
                  <a:lnTo>
                    <a:pt x="2142172" y="466564"/>
                  </a:lnTo>
                  <a:lnTo>
                    <a:pt x="2088260" y="439842"/>
                  </a:lnTo>
                  <a:lnTo>
                    <a:pt x="2045757" y="387764"/>
                  </a:lnTo>
                  <a:lnTo>
                    <a:pt x="2032097" y="355377"/>
                  </a:lnTo>
                  <a:lnTo>
                    <a:pt x="2031984" y="355107"/>
                  </a:lnTo>
                  <a:lnTo>
                    <a:pt x="2023711" y="318474"/>
                  </a:lnTo>
                  <a:lnTo>
                    <a:pt x="2020951" y="277876"/>
                  </a:lnTo>
                  <a:lnTo>
                    <a:pt x="2023481" y="240053"/>
                  </a:lnTo>
                  <a:lnTo>
                    <a:pt x="2023568" y="238756"/>
                  </a:lnTo>
                  <a:lnTo>
                    <a:pt x="2031363" y="203358"/>
                  </a:lnTo>
                  <a:lnTo>
                    <a:pt x="2031412" y="203136"/>
                  </a:lnTo>
                  <a:lnTo>
                    <a:pt x="2062733" y="142494"/>
                  </a:lnTo>
                  <a:lnTo>
                    <a:pt x="2108993" y="102266"/>
                  </a:lnTo>
                  <a:lnTo>
                    <a:pt x="2164206" y="88900"/>
                  </a:lnTo>
                  <a:lnTo>
                    <a:pt x="2366612" y="88900"/>
                  </a:lnTo>
                  <a:lnTo>
                    <a:pt x="2356230" y="75692"/>
                  </a:lnTo>
                  <a:lnTo>
                    <a:pt x="2317559" y="42594"/>
                  </a:lnTo>
                  <a:lnTo>
                    <a:pt x="2274506" y="18938"/>
                  </a:lnTo>
                  <a:lnTo>
                    <a:pt x="2227072" y="4736"/>
                  </a:lnTo>
                  <a:lnTo>
                    <a:pt x="2175255" y="0"/>
                  </a:lnTo>
                  <a:close/>
                </a:path>
                <a:path w="2429509" h="560070">
                  <a:moveTo>
                    <a:pt x="2366612" y="88900"/>
                  </a:moveTo>
                  <a:lnTo>
                    <a:pt x="2164206" y="88900"/>
                  </a:lnTo>
                  <a:lnTo>
                    <a:pt x="2195317" y="92237"/>
                  </a:lnTo>
                  <a:lnTo>
                    <a:pt x="2195163" y="92237"/>
                  </a:lnTo>
                  <a:lnTo>
                    <a:pt x="2249110" y="118796"/>
                  </a:lnTo>
                  <a:lnTo>
                    <a:pt x="2291453" y="170711"/>
                  </a:lnTo>
                  <a:lnTo>
                    <a:pt x="2305052" y="203136"/>
                  </a:lnTo>
                  <a:lnTo>
                    <a:pt x="2305145" y="203358"/>
                  </a:lnTo>
                  <a:lnTo>
                    <a:pt x="2313360" y="240053"/>
                  </a:lnTo>
                  <a:lnTo>
                    <a:pt x="2316098" y="280797"/>
                  </a:lnTo>
                  <a:lnTo>
                    <a:pt x="2313637" y="317493"/>
                  </a:lnTo>
                  <a:lnTo>
                    <a:pt x="2313572" y="318474"/>
                  </a:lnTo>
                  <a:lnTo>
                    <a:pt x="2313481" y="319825"/>
                  </a:lnTo>
                  <a:lnTo>
                    <a:pt x="2305696" y="355107"/>
                  </a:lnTo>
                  <a:lnTo>
                    <a:pt x="2305637" y="355377"/>
                  </a:lnTo>
                  <a:lnTo>
                    <a:pt x="2292578" y="387453"/>
                  </a:lnTo>
                  <a:lnTo>
                    <a:pt x="2274316" y="416052"/>
                  </a:lnTo>
                  <a:lnTo>
                    <a:pt x="2252335" y="439628"/>
                  </a:lnTo>
                  <a:lnTo>
                    <a:pt x="2227853" y="456549"/>
                  </a:lnTo>
                  <a:lnTo>
                    <a:pt x="2201547" y="466564"/>
                  </a:lnTo>
                  <a:lnTo>
                    <a:pt x="2201406" y="466564"/>
                  </a:lnTo>
                  <a:lnTo>
                    <a:pt x="2172842" y="469900"/>
                  </a:lnTo>
                  <a:lnTo>
                    <a:pt x="2357905" y="469900"/>
                  </a:lnTo>
                  <a:lnTo>
                    <a:pt x="2379746" y="442474"/>
                  </a:lnTo>
                  <a:lnTo>
                    <a:pt x="2401295" y="404244"/>
                  </a:lnTo>
                  <a:lnTo>
                    <a:pt x="2416688" y="362581"/>
                  </a:lnTo>
                  <a:lnTo>
                    <a:pt x="2425923" y="317493"/>
                  </a:lnTo>
                  <a:lnTo>
                    <a:pt x="2429002" y="268986"/>
                  </a:lnTo>
                  <a:lnTo>
                    <a:pt x="2424453" y="212834"/>
                  </a:lnTo>
                  <a:lnTo>
                    <a:pt x="2410809" y="161909"/>
                  </a:lnTo>
                  <a:lnTo>
                    <a:pt x="2388068" y="116199"/>
                  </a:lnTo>
                  <a:lnTo>
                    <a:pt x="2366612" y="88900"/>
                  </a:lnTo>
                  <a:close/>
                </a:path>
                <a:path w="2429509" h="560070">
                  <a:moveTo>
                    <a:pt x="1334642" y="12319"/>
                  </a:moveTo>
                  <a:lnTo>
                    <a:pt x="1176273" y="12319"/>
                  </a:lnTo>
                  <a:lnTo>
                    <a:pt x="1175448" y="35052"/>
                  </a:lnTo>
                  <a:lnTo>
                    <a:pt x="1172971" y="67818"/>
                  </a:lnTo>
                  <a:lnTo>
                    <a:pt x="1168844" y="110617"/>
                  </a:lnTo>
                  <a:lnTo>
                    <a:pt x="1163065" y="163449"/>
                  </a:lnTo>
                  <a:lnTo>
                    <a:pt x="1155636" y="226314"/>
                  </a:lnTo>
                  <a:lnTo>
                    <a:pt x="1146555" y="299212"/>
                  </a:lnTo>
                  <a:lnTo>
                    <a:pt x="1135709" y="385536"/>
                  </a:lnTo>
                  <a:lnTo>
                    <a:pt x="1127636" y="450744"/>
                  </a:lnTo>
                  <a:lnTo>
                    <a:pt x="1121711" y="499931"/>
                  </a:lnTo>
                  <a:lnTo>
                    <a:pt x="1118152" y="531416"/>
                  </a:lnTo>
                  <a:lnTo>
                    <a:pt x="1116964" y="545211"/>
                  </a:lnTo>
                  <a:lnTo>
                    <a:pt x="1225041" y="545211"/>
                  </a:lnTo>
                  <a:lnTo>
                    <a:pt x="1225599" y="513572"/>
                  </a:lnTo>
                  <a:lnTo>
                    <a:pt x="1225637" y="511425"/>
                  </a:lnTo>
                  <a:lnTo>
                    <a:pt x="1227423" y="463232"/>
                  </a:lnTo>
                  <a:lnTo>
                    <a:pt x="1230399" y="400657"/>
                  </a:lnTo>
                  <a:lnTo>
                    <a:pt x="1234566" y="323723"/>
                  </a:lnTo>
                  <a:lnTo>
                    <a:pt x="1238831" y="246947"/>
                  </a:lnTo>
                  <a:lnTo>
                    <a:pt x="1241917" y="184816"/>
                  </a:lnTo>
                  <a:lnTo>
                    <a:pt x="1243752" y="139366"/>
                  </a:lnTo>
                  <a:lnTo>
                    <a:pt x="1243836" y="137306"/>
                  </a:lnTo>
                  <a:lnTo>
                    <a:pt x="1244599" y="104394"/>
                  </a:lnTo>
                  <a:lnTo>
                    <a:pt x="1352278" y="104394"/>
                  </a:lnTo>
                  <a:lnTo>
                    <a:pt x="1347200" y="85788"/>
                  </a:lnTo>
                  <a:lnTo>
                    <a:pt x="1337784" y="42160"/>
                  </a:lnTo>
                  <a:lnTo>
                    <a:pt x="1334642" y="12319"/>
                  </a:lnTo>
                  <a:close/>
                </a:path>
                <a:path w="2429509" h="560070">
                  <a:moveTo>
                    <a:pt x="1352278" y="104394"/>
                  </a:moveTo>
                  <a:lnTo>
                    <a:pt x="1250822" y="104394"/>
                  </a:lnTo>
                  <a:lnTo>
                    <a:pt x="1255466" y="130044"/>
                  </a:lnTo>
                  <a:lnTo>
                    <a:pt x="1266896" y="181582"/>
                  </a:lnTo>
                  <a:lnTo>
                    <a:pt x="1282848" y="238379"/>
                  </a:lnTo>
                  <a:lnTo>
                    <a:pt x="1296050" y="278955"/>
                  </a:lnTo>
                  <a:lnTo>
                    <a:pt x="1313277" y="329247"/>
                  </a:lnTo>
                  <a:lnTo>
                    <a:pt x="1334515" y="389255"/>
                  </a:lnTo>
                  <a:lnTo>
                    <a:pt x="1354778" y="447645"/>
                  </a:lnTo>
                  <a:lnTo>
                    <a:pt x="1369266" y="493093"/>
                  </a:lnTo>
                  <a:lnTo>
                    <a:pt x="1377967" y="525611"/>
                  </a:lnTo>
                  <a:lnTo>
                    <a:pt x="1380870" y="545211"/>
                  </a:lnTo>
                  <a:lnTo>
                    <a:pt x="1471421" y="545211"/>
                  </a:lnTo>
                  <a:lnTo>
                    <a:pt x="1474448" y="526043"/>
                  </a:lnTo>
                  <a:lnTo>
                    <a:pt x="1483534" y="493887"/>
                  </a:lnTo>
                  <a:lnTo>
                    <a:pt x="1498693" y="448752"/>
                  </a:lnTo>
                  <a:lnTo>
                    <a:pt x="1511160" y="414655"/>
                  </a:lnTo>
                  <a:lnTo>
                    <a:pt x="1434972" y="414655"/>
                  </a:lnTo>
                  <a:lnTo>
                    <a:pt x="1431831" y="385720"/>
                  </a:lnTo>
                  <a:lnTo>
                    <a:pt x="1422415" y="342725"/>
                  </a:lnTo>
                  <a:lnTo>
                    <a:pt x="1406737" y="285656"/>
                  </a:lnTo>
                  <a:lnTo>
                    <a:pt x="1384807" y="214503"/>
                  </a:lnTo>
                  <a:lnTo>
                    <a:pt x="1362878" y="143228"/>
                  </a:lnTo>
                  <a:lnTo>
                    <a:pt x="1352278" y="104394"/>
                  </a:lnTo>
                  <a:close/>
                </a:path>
                <a:path w="2429509" h="560070">
                  <a:moveTo>
                    <a:pt x="1715764" y="104394"/>
                  </a:moveTo>
                  <a:lnTo>
                    <a:pt x="1613788" y="104394"/>
                  </a:lnTo>
                  <a:lnTo>
                    <a:pt x="1614436" y="130044"/>
                  </a:lnTo>
                  <a:lnTo>
                    <a:pt x="1614501" y="132635"/>
                  </a:lnTo>
                  <a:lnTo>
                    <a:pt x="1616249" y="176403"/>
                  </a:lnTo>
                  <a:lnTo>
                    <a:pt x="1619021" y="235696"/>
                  </a:lnTo>
                  <a:lnTo>
                    <a:pt x="1622805" y="310515"/>
                  </a:lnTo>
                  <a:lnTo>
                    <a:pt x="1625898" y="372755"/>
                  </a:lnTo>
                  <a:lnTo>
                    <a:pt x="1628314" y="427344"/>
                  </a:lnTo>
                  <a:lnTo>
                    <a:pt x="1630048" y="474284"/>
                  </a:lnTo>
                  <a:lnTo>
                    <a:pt x="1631035" y="511425"/>
                  </a:lnTo>
                  <a:lnTo>
                    <a:pt x="1631092" y="513572"/>
                  </a:lnTo>
                  <a:lnTo>
                    <a:pt x="1631441" y="545211"/>
                  </a:lnTo>
                  <a:lnTo>
                    <a:pt x="1750440" y="545211"/>
                  </a:lnTo>
                  <a:lnTo>
                    <a:pt x="1747437" y="502012"/>
                  </a:lnTo>
                  <a:lnTo>
                    <a:pt x="1743665" y="455892"/>
                  </a:lnTo>
                  <a:lnTo>
                    <a:pt x="1737694" y="385720"/>
                  </a:lnTo>
                  <a:lnTo>
                    <a:pt x="1731517" y="314579"/>
                  </a:lnTo>
                  <a:lnTo>
                    <a:pt x="1725798" y="246947"/>
                  </a:lnTo>
                  <a:lnTo>
                    <a:pt x="1720973" y="184816"/>
                  </a:lnTo>
                  <a:lnTo>
                    <a:pt x="1717230" y="130254"/>
                  </a:lnTo>
                  <a:lnTo>
                    <a:pt x="1715764" y="104394"/>
                  </a:lnTo>
                  <a:close/>
                </a:path>
                <a:path w="2429509" h="560070">
                  <a:moveTo>
                    <a:pt x="1712467" y="12319"/>
                  </a:moveTo>
                  <a:lnTo>
                    <a:pt x="1555241" y="12319"/>
                  </a:lnTo>
                  <a:lnTo>
                    <a:pt x="1551672" y="41939"/>
                  </a:lnTo>
                  <a:lnTo>
                    <a:pt x="1540970" y="85455"/>
                  </a:lnTo>
                  <a:lnTo>
                    <a:pt x="1523148" y="142853"/>
                  </a:lnTo>
                  <a:lnTo>
                    <a:pt x="1498218" y="214122"/>
                  </a:lnTo>
                  <a:lnTo>
                    <a:pt x="1473215" y="285245"/>
                  </a:lnTo>
                  <a:lnTo>
                    <a:pt x="1455356" y="342392"/>
                  </a:lnTo>
                  <a:lnTo>
                    <a:pt x="1444640" y="385536"/>
                  </a:lnTo>
                  <a:lnTo>
                    <a:pt x="1441068" y="414655"/>
                  </a:lnTo>
                  <a:lnTo>
                    <a:pt x="1511160" y="414655"/>
                  </a:lnTo>
                  <a:lnTo>
                    <a:pt x="1521748" y="385720"/>
                  </a:lnTo>
                  <a:lnTo>
                    <a:pt x="1542220" y="330019"/>
                  </a:lnTo>
                  <a:lnTo>
                    <a:pt x="1560671" y="277256"/>
                  </a:lnTo>
                  <a:lnTo>
                    <a:pt x="1575264" y="232328"/>
                  </a:lnTo>
                  <a:lnTo>
                    <a:pt x="1585975" y="195199"/>
                  </a:lnTo>
                  <a:lnTo>
                    <a:pt x="1600168" y="139366"/>
                  </a:lnTo>
                  <a:lnTo>
                    <a:pt x="1607692" y="104394"/>
                  </a:lnTo>
                  <a:lnTo>
                    <a:pt x="1715764" y="104394"/>
                  </a:lnTo>
                  <a:lnTo>
                    <a:pt x="1714710" y="85788"/>
                  </a:lnTo>
                  <a:lnTo>
                    <a:pt x="1714584" y="83570"/>
                  </a:lnTo>
                  <a:lnTo>
                    <a:pt x="1712997" y="44260"/>
                  </a:lnTo>
                  <a:lnTo>
                    <a:pt x="1712467" y="12319"/>
                  </a:lnTo>
                  <a:close/>
                </a:path>
                <a:path w="2429509" h="560070">
                  <a:moveTo>
                    <a:pt x="949578" y="12319"/>
                  </a:moveTo>
                  <a:lnTo>
                    <a:pt x="617219" y="12319"/>
                  </a:lnTo>
                  <a:lnTo>
                    <a:pt x="619140" y="56134"/>
                  </a:lnTo>
                  <a:lnTo>
                    <a:pt x="620378" y="95377"/>
                  </a:lnTo>
                  <a:lnTo>
                    <a:pt x="620495" y="99073"/>
                  </a:lnTo>
                  <a:lnTo>
                    <a:pt x="620587" y="101981"/>
                  </a:lnTo>
                  <a:lnTo>
                    <a:pt x="620633" y="103454"/>
                  </a:lnTo>
                  <a:lnTo>
                    <a:pt x="621700" y="154279"/>
                  </a:lnTo>
                  <a:lnTo>
                    <a:pt x="622340" y="208610"/>
                  </a:lnTo>
                  <a:lnTo>
                    <a:pt x="622553" y="266446"/>
                  </a:lnTo>
                  <a:lnTo>
                    <a:pt x="622413" y="306578"/>
                  </a:lnTo>
                  <a:lnTo>
                    <a:pt x="621700" y="385492"/>
                  </a:lnTo>
                  <a:lnTo>
                    <a:pt x="620633" y="441251"/>
                  </a:lnTo>
                  <a:lnTo>
                    <a:pt x="619140" y="494493"/>
                  </a:lnTo>
                  <a:lnTo>
                    <a:pt x="617219" y="545211"/>
                  </a:lnTo>
                  <a:lnTo>
                    <a:pt x="965453" y="545211"/>
                  </a:lnTo>
                  <a:lnTo>
                    <a:pt x="968499" y="462153"/>
                  </a:lnTo>
                  <a:lnTo>
                    <a:pt x="729741" y="462153"/>
                  </a:lnTo>
                  <a:lnTo>
                    <a:pt x="728315" y="425217"/>
                  </a:lnTo>
                  <a:lnTo>
                    <a:pt x="727281" y="386984"/>
                  </a:lnTo>
                  <a:lnTo>
                    <a:pt x="726652" y="347442"/>
                  </a:lnTo>
                  <a:lnTo>
                    <a:pt x="726547" y="327222"/>
                  </a:lnTo>
                  <a:lnTo>
                    <a:pt x="726439" y="306578"/>
                  </a:lnTo>
                  <a:lnTo>
                    <a:pt x="909446" y="306578"/>
                  </a:lnTo>
                  <a:lnTo>
                    <a:pt x="909446" y="229616"/>
                  </a:lnTo>
                  <a:lnTo>
                    <a:pt x="726439" y="229616"/>
                  </a:lnTo>
                  <a:lnTo>
                    <a:pt x="726411" y="225171"/>
                  </a:lnTo>
                  <a:lnTo>
                    <a:pt x="726303" y="208610"/>
                  </a:lnTo>
                  <a:lnTo>
                    <a:pt x="726197" y="192228"/>
                  </a:lnTo>
                  <a:lnTo>
                    <a:pt x="725455" y="157400"/>
                  </a:lnTo>
                  <a:lnTo>
                    <a:pt x="724189" y="125120"/>
                  </a:lnTo>
                  <a:lnTo>
                    <a:pt x="722601" y="99073"/>
                  </a:lnTo>
                  <a:lnTo>
                    <a:pt x="722475" y="97012"/>
                  </a:lnTo>
                  <a:lnTo>
                    <a:pt x="722375" y="95377"/>
                  </a:lnTo>
                  <a:lnTo>
                    <a:pt x="945343" y="95377"/>
                  </a:lnTo>
                  <a:lnTo>
                    <a:pt x="949578" y="12319"/>
                  </a:lnTo>
                  <a:close/>
                </a:path>
                <a:path w="2429509" h="560070">
                  <a:moveTo>
                    <a:pt x="968755" y="455168"/>
                  </a:moveTo>
                  <a:lnTo>
                    <a:pt x="869626" y="459601"/>
                  </a:lnTo>
                  <a:lnTo>
                    <a:pt x="821830" y="461011"/>
                  </a:lnTo>
                  <a:lnTo>
                    <a:pt x="775203" y="461865"/>
                  </a:lnTo>
                  <a:lnTo>
                    <a:pt x="729741" y="462153"/>
                  </a:lnTo>
                  <a:lnTo>
                    <a:pt x="968499" y="462153"/>
                  </a:lnTo>
                  <a:lnTo>
                    <a:pt x="968593" y="459601"/>
                  </a:lnTo>
                  <a:lnTo>
                    <a:pt x="968664" y="457650"/>
                  </a:lnTo>
                  <a:lnTo>
                    <a:pt x="968755" y="455168"/>
                  </a:lnTo>
                  <a:close/>
                </a:path>
                <a:path w="2429509" h="560070">
                  <a:moveTo>
                    <a:pt x="909446" y="306578"/>
                  </a:moveTo>
                  <a:lnTo>
                    <a:pt x="726439" y="306578"/>
                  </a:lnTo>
                  <a:lnTo>
                    <a:pt x="770590" y="306837"/>
                  </a:lnTo>
                  <a:lnTo>
                    <a:pt x="815800" y="307609"/>
                  </a:lnTo>
                  <a:lnTo>
                    <a:pt x="909446" y="310642"/>
                  </a:lnTo>
                  <a:lnTo>
                    <a:pt x="909446" y="306578"/>
                  </a:lnTo>
                  <a:close/>
                </a:path>
                <a:path w="2429509" h="560070">
                  <a:moveTo>
                    <a:pt x="909446" y="225171"/>
                  </a:moveTo>
                  <a:lnTo>
                    <a:pt x="861439" y="227097"/>
                  </a:lnTo>
                  <a:lnTo>
                    <a:pt x="814943" y="228488"/>
                  </a:lnTo>
                  <a:lnTo>
                    <a:pt x="769947" y="229332"/>
                  </a:lnTo>
                  <a:lnTo>
                    <a:pt x="726439" y="229616"/>
                  </a:lnTo>
                  <a:lnTo>
                    <a:pt x="909446" y="229616"/>
                  </a:lnTo>
                  <a:lnTo>
                    <a:pt x="909446" y="225171"/>
                  </a:lnTo>
                  <a:close/>
                </a:path>
                <a:path w="2429509" h="560070">
                  <a:moveTo>
                    <a:pt x="945343" y="95377"/>
                  </a:moveTo>
                  <a:lnTo>
                    <a:pt x="722375" y="95377"/>
                  </a:lnTo>
                  <a:lnTo>
                    <a:pt x="773735" y="95783"/>
                  </a:lnTo>
                  <a:lnTo>
                    <a:pt x="827976" y="97012"/>
                  </a:lnTo>
                  <a:lnTo>
                    <a:pt x="885074" y="99073"/>
                  </a:lnTo>
                  <a:lnTo>
                    <a:pt x="945006" y="101981"/>
                  </a:lnTo>
                  <a:lnTo>
                    <a:pt x="945155" y="99073"/>
                  </a:lnTo>
                  <a:lnTo>
                    <a:pt x="945260" y="97012"/>
                  </a:lnTo>
                  <a:lnTo>
                    <a:pt x="945343" y="953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57750" y="3252724"/>
              <a:ext cx="2429510" cy="560070"/>
            </a:xfrm>
            <a:custGeom>
              <a:avLst/>
              <a:gdLst/>
              <a:ahLst/>
              <a:cxnLst/>
              <a:rect l="l" t="t" r="r" b="b"/>
              <a:pathLst>
                <a:path w="2429509" h="560070">
                  <a:moveTo>
                    <a:pt x="152653" y="91694"/>
                  </a:moveTo>
                  <a:lnTo>
                    <a:pt x="143005" y="91930"/>
                  </a:lnTo>
                  <a:lnTo>
                    <a:pt x="131762" y="92630"/>
                  </a:lnTo>
                  <a:lnTo>
                    <a:pt x="118899" y="93783"/>
                  </a:lnTo>
                  <a:lnTo>
                    <a:pt x="104393" y="95377"/>
                  </a:lnTo>
                  <a:lnTo>
                    <a:pt x="106154" y="136786"/>
                  </a:lnTo>
                  <a:lnTo>
                    <a:pt x="107426" y="179101"/>
                  </a:lnTo>
                  <a:lnTo>
                    <a:pt x="108198" y="222321"/>
                  </a:lnTo>
                  <a:lnTo>
                    <a:pt x="108457" y="266446"/>
                  </a:lnTo>
                  <a:lnTo>
                    <a:pt x="108717" y="315287"/>
                  </a:lnTo>
                  <a:lnTo>
                    <a:pt x="109489" y="363902"/>
                  </a:lnTo>
                  <a:lnTo>
                    <a:pt x="110761" y="412303"/>
                  </a:lnTo>
                  <a:lnTo>
                    <a:pt x="112521" y="460502"/>
                  </a:lnTo>
                  <a:lnTo>
                    <a:pt x="152419" y="465502"/>
                  </a:lnTo>
                  <a:lnTo>
                    <a:pt x="165734" y="465836"/>
                  </a:lnTo>
                  <a:lnTo>
                    <a:pt x="206882" y="462408"/>
                  </a:lnTo>
                  <a:lnTo>
                    <a:pt x="272033" y="435028"/>
                  </a:lnTo>
                  <a:lnTo>
                    <a:pt x="314612" y="382335"/>
                  </a:lnTo>
                  <a:lnTo>
                    <a:pt x="335809" y="315712"/>
                  </a:lnTo>
                  <a:lnTo>
                    <a:pt x="338454" y="277876"/>
                  </a:lnTo>
                  <a:lnTo>
                    <a:pt x="335595" y="240160"/>
                  </a:lnTo>
                  <a:lnTo>
                    <a:pt x="312683" y="173970"/>
                  </a:lnTo>
                  <a:lnTo>
                    <a:pt x="266650" y="121965"/>
                  </a:lnTo>
                  <a:lnTo>
                    <a:pt x="196685" y="95053"/>
                  </a:lnTo>
                  <a:lnTo>
                    <a:pt x="152653" y="91694"/>
                  </a:lnTo>
                  <a:close/>
                </a:path>
                <a:path w="2429509" h="560070">
                  <a:moveTo>
                    <a:pt x="2164206" y="88900"/>
                  </a:moveTo>
                  <a:lnTo>
                    <a:pt x="2108993" y="102266"/>
                  </a:lnTo>
                  <a:lnTo>
                    <a:pt x="2062733" y="142494"/>
                  </a:lnTo>
                  <a:lnTo>
                    <a:pt x="2031412" y="203136"/>
                  </a:lnTo>
                  <a:lnTo>
                    <a:pt x="2020951" y="277876"/>
                  </a:lnTo>
                  <a:lnTo>
                    <a:pt x="2023711" y="318474"/>
                  </a:lnTo>
                  <a:lnTo>
                    <a:pt x="2045757" y="387764"/>
                  </a:lnTo>
                  <a:lnTo>
                    <a:pt x="2088260" y="439842"/>
                  </a:lnTo>
                  <a:lnTo>
                    <a:pt x="2142172" y="466564"/>
                  </a:lnTo>
                  <a:lnTo>
                    <a:pt x="2172842" y="469900"/>
                  </a:lnTo>
                  <a:lnTo>
                    <a:pt x="2201610" y="466540"/>
                  </a:lnTo>
                  <a:lnTo>
                    <a:pt x="2252335" y="439628"/>
                  </a:lnTo>
                  <a:lnTo>
                    <a:pt x="2292578" y="387453"/>
                  </a:lnTo>
                  <a:lnTo>
                    <a:pt x="2313481" y="319825"/>
                  </a:lnTo>
                  <a:lnTo>
                    <a:pt x="2316098" y="280797"/>
                  </a:lnTo>
                  <a:lnTo>
                    <a:pt x="2313360" y="240053"/>
                  </a:lnTo>
                  <a:lnTo>
                    <a:pt x="2291453" y="170711"/>
                  </a:lnTo>
                  <a:lnTo>
                    <a:pt x="2249110" y="118796"/>
                  </a:lnTo>
                  <a:lnTo>
                    <a:pt x="2195095" y="92213"/>
                  </a:lnTo>
                  <a:lnTo>
                    <a:pt x="2164206" y="88900"/>
                  </a:lnTo>
                  <a:close/>
                </a:path>
                <a:path w="2429509" h="560070">
                  <a:moveTo>
                    <a:pt x="1176273" y="12319"/>
                  </a:moveTo>
                  <a:lnTo>
                    <a:pt x="1334642" y="12319"/>
                  </a:lnTo>
                  <a:lnTo>
                    <a:pt x="1337784" y="42160"/>
                  </a:lnTo>
                  <a:lnTo>
                    <a:pt x="1347200" y="85788"/>
                  </a:lnTo>
                  <a:lnTo>
                    <a:pt x="1362878" y="143228"/>
                  </a:lnTo>
                  <a:lnTo>
                    <a:pt x="1384807" y="214503"/>
                  </a:lnTo>
                  <a:lnTo>
                    <a:pt x="1406737" y="285656"/>
                  </a:lnTo>
                  <a:lnTo>
                    <a:pt x="1422415" y="342725"/>
                  </a:lnTo>
                  <a:lnTo>
                    <a:pt x="1431831" y="385720"/>
                  </a:lnTo>
                  <a:lnTo>
                    <a:pt x="1434972" y="414655"/>
                  </a:lnTo>
                  <a:lnTo>
                    <a:pt x="1441068" y="414655"/>
                  </a:lnTo>
                  <a:lnTo>
                    <a:pt x="1444640" y="385536"/>
                  </a:lnTo>
                  <a:lnTo>
                    <a:pt x="1455356" y="342392"/>
                  </a:lnTo>
                  <a:lnTo>
                    <a:pt x="1473215" y="285245"/>
                  </a:lnTo>
                  <a:lnTo>
                    <a:pt x="1498218" y="214122"/>
                  </a:lnTo>
                  <a:lnTo>
                    <a:pt x="1523148" y="142853"/>
                  </a:lnTo>
                  <a:lnTo>
                    <a:pt x="1540970" y="85455"/>
                  </a:lnTo>
                  <a:lnTo>
                    <a:pt x="1551672" y="41939"/>
                  </a:lnTo>
                  <a:lnTo>
                    <a:pt x="1555241" y="12319"/>
                  </a:lnTo>
                  <a:lnTo>
                    <a:pt x="1712467" y="12319"/>
                  </a:lnTo>
                  <a:lnTo>
                    <a:pt x="1714584" y="83570"/>
                  </a:lnTo>
                  <a:lnTo>
                    <a:pt x="1717230" y="130254"/>
                  </a:lnTo>
                  <a:lnTo>
                    <a:pt x="1720934" y="184314"/>
                  </a:lnTo>
                  <a:lnTo>
                    <a:pt x="1725697" y="245754"/>
                  </a:lnTo>
                  <a:lnTo>
                    <a:pt x="1731517" y="314579"/>
                  </a:lnTo>
                  <a:lnTo>
                    <a:pt x="1738362" y="393416"/>
                  </a:lnTo>
                  <a:lnTo>
                    <a:pt x="1743665" y="455892"/>
                  </a:lnTo>
                  <a:lnTo>
                    <a:pt x="1747437" y="502012"/>
                  </a:lnTo>
                  <a:lnTo>
                    <a:pt x="1749692" y="531783"/>
                  </a:lnTo>
                  <a:lnTo>
                    <a:pt x="1750440" y="545211"/>
                  </a:lnTo>
                  <a:lnTo>
                    <a:pt x="1631441" y="545211"/>
                  </a:lnTo>
                  <a:lnTo>
                    <a:pt x="1631092" y="513572"/>
                  </a:lnTo>
                  <a:lnTo>
                    <a:pt x="1630048" y="474284"/>
                  </a:lnTo>
                  <a:lnTo>
                    <a:pt x="1628314" y="427344"/>
                  </a:lnTo>
                  <a:lnTo>
                    <a:pt x="1625898" y="372755"/>
                  </a:lnTo>
                  <a:lnTo>
                    <a:pt x="1622805" y="310515"/>
                  </a:lnTo>
                  <a:lnTo>
                    <a:pt x="1619021" y="235696"/>
                  </a:lnTo>
                  <a:lnTo>
                    <a:pt x="1616249" y="176403"/>
                  </a:lnTo>
                  <a:lnTo>
                    <a:pt x="1614501" y="132635"/>
                  </a:lnTo>
                  <a:lnTo>
                    <a:pt x="1613788" y="104394"/>
                  </a:lnTo>
                  <a:lnTo>
                    <a:pt x="1607692" y="104394"/>
                  </a:lnTo>
                  <a:lnTo>
                    <a:pt x="1593905" y="164669"/>
                  </a:lnTo>
                  <a:lnTo>
                    <a:pt x="1575264" y="232328"/>
                  </a:lnTo>
                  <a:lnTo>
                    <a:pt x="1560671" y="277256"/>
                  </a:lnTo>
                  <a:lnTo>
                    <a:pt x="1542220" y="330019"/>
                  </a:lnTo>
                  <a:lnTo>
                    <a:pt x="1519935" y="390652"/>
                  </a:lnTo>
                  <a:lnTo>
                    <a:pt x="1498693" y="448752"/>
                  </a:lnTo>
                  <a:lnTo>
                    <a:pt x="1483534" y="493887"/>
                  </a:lnTo>
                  <a:lnTo>
                    <a:pt x="1474448" y="526043"/>
                  </a:lnTo>
                  <a:lnTo>
                    <a:pt x="1471421" y="545211"/>
                  </a:lnTo>
                  <a:lnTo>
                    <a:pt x="1380870" y="545211"/>
                  </a:lnTo>
                  <a:lnTo>
                    <a:pt x="1369266" y="493093"/>
                  </a:lnTo>
                  <a:lnTo>
                    <a:pt x="1354778" y="447645"/>
                  </a:lnTo>
                  <a:lnTo>
                    <a:pt x="1334515" y="389255"/>
                  </a:lnTo>
                  <a:lnTo>
                    <a:pt x="1313277" y="329247"/>
                  </a:lnTo>
                  <a:lnTo>
                    <a:pt x="1296050" y="278955"/>
                  </a:lnTo>
                  <a:lnTo>
                    <a:pt x="1282848" y="238379"/>
                  </a:lnTo>
                  <a:lnTo>
                    <a:pt x="1266896" y="181582"/>
                  </a:lnTo>
                  <a:lnTo>
                    <a:pt x="1255466" y="130044"/>
                  </a:lnTo>
                  <a:lnTo>
                    <a:pt x="1250822" y="104394"/>
                  </a:lnTo>
                  <a:lnTo>
                    <a:pt x="1244599" y="104394"/>
                  </a:lnTo>
                  <a:lnTo>
                    <a:pt x="1243836" y="137306"/>
                  </a:lnTo>
                  <a:lnTo>
                    <a:pt x="1241917" y="184816"/>
                  </a:lnTo>
                  <a:lnTo>
                    <a:pt x="1238831" y="246947"/>
                  </a:lnTo>
                  <a:lnTo>
                    <a:pt x="1234566" y="323723"/>
                  </a:lnTo>
                  <a:lnTo>
                    <a:pt x="1230399" y="400657"/>
                  </a:lnTo>
                  <a:lnTo>
                    <a:pt x="1227423" y="463232"/>
                  </a:lnTo>
                  <a:lnTo>
                    <a:pt x="1225637" y="511425"/>
                  </a:lnTo>
                  <a:lnTo>
                    <a:pt x="1225041" y="545211"/>
                  </a:lnTo>
                  <a:lnTo>
                    <a:pt x="1116964" y="545211"/>
                  </a:lnTo>
                  <a:lnTo>
                    <a:pt x="1121711" y="499931"/>
                  </a:lnTo>
                  <a:lnTo>
                    <a:pt x="1127636" y="450744"/>
                  </a:lnTo>
                  <a:lnTo>
                    <a:pt x="1135919" y="383841"/>
                  </a:lnTo>
                  <a:lnTo>
                    <a:pt x="1146555" y="299212"/>
                  </a:lnTo>
                  <a:lnTo>
                    <a:pt x="1155636" y="226314"/>
                  </a:lnTo>
                  <a:lnTo>
                    <a:pt x="1163065" y="163449"/>
                  </a:lnTo>
                  <a:lnTo>
                    <a:pt x="1168844" y="110617"/>
                  </a:lnTo>
                  <a:lnTo>
                    <a:pt x="1172971" y="67818"/>
                  </a:lnTo>
                  <a:lnTo>
                    <a:pt x="1175448" y="35052"/>
                  </a:lnTo>
                  <a:lnTo>
                    <a:pt x="1176273" y="12319"/>
                  </a:lnTo>
                  <a:close/>
                </a:path>
                <a:path w="2429509" h="560070">
                  <a:moveTo>
                    <a:pt x="617219" y="12319"/>
                  </a:moveTo>
                  <a:lnTo>
                    <a:pt x="949578" y="12319"/>
                  </a:lnTo>
                  <a:lnTo>
                    <a:pt x="945006" y="101981"/>
                  </a:lnTo>
                  <a:lnTo>
                    <a:pt x="885074" y="99073"/>
                  </a:lnTo>
                  <a:lnTo>
                    <a:pt x="827976" y="97012"/>
                  </a:lnTo>
                  <a:lnTo>
                    <a:pt x="773735" y="95783"/>
                  </a:lnTo>
                  <a:lnTo>
                    <a:pt x="722375" y="95377"/>
                  </a:lnTo>
                  <a:lnTo>
                    <a:pt x="724189" y="125120"/>
                  </a:lnTo>
                  <a:lnTo>
                    <a:pt x="725455" y="157400"/>
                  </a:lnTo>
                  <a:lnTo>
                    <a:pt x="726197" y="192228"/>
                  </a:lnTo>
                  <a:lnTo>
                    <a:pt x="726439" y="229616"/>
                  </a:lnTo>
                  <a:lnTo>
                    <a:pt x="769947" y="229332"/>
                  </a:lnTo>
                  <a:lnTo>
                    <a:pt x="814943" y="228488"/>
                  </a:lnTo>
                  <a:lnTo>
                    <a:pt x="861439" y="227097"/>
                  </a:lnTo>
                  <a:lnTo>
                    <a:pt x="909446" y="225171"/>
                  </a:lnTo>
                  <a:lnTo>
                    <a:pt x="909446" y="310642"/>
                  </a:lnTo>
                  <a:lnTo>
                    <a:pt x="862081" y="308881"/>
                  </a:lnTo>
                  <a:lnTo>
                    <a:pt x="815800" y="307609"/>
                  </a:lnTo>
                  <a:lnTo>
                    <a:pt x="770590" y="306837"/>
                  </a:lnTo>
                  <a:lnTo>
                    <a:pt x="726439" y="306578"/>
                  </a:lnTo>
                  <a:lnTo>
                    <a:pt x="726652" y="347442"/>
                  </a:lnTo>
                  <a:lnTo>
                    <a:pt x="727281" y="386984"/>
                  </a:lnTo>
                  <a:lnTo>
                    <a:pt x="728315" y="425217"/>
                  </a:lnTo>
                  <a:lnTo>
                    <a:pt x="729741" y="462153"/>
                  </a:lnTo>
                  <a:lnTo>
                    <a:pt x="775203" y="461865"/>
                  </a:lnTo>
                  <a:lnTo>
                    <a:pt x="821830" y="461011"/>
                  </a:lnTo>
                  <a:lnTo>
                    <a:pt x="869626" y="459601"/>
                  </a:lnTo>
                  <a:lnTo>
                    <a:pt x="918600" y="457650"/>
                  </a:lnTo>
                  <a:lnTo>
                    <a:pt x="968755" y="455168"/>
                  </a:lnTo>
                  <a:lnTo>
                    <a:pt x="965453" y="545211"/>
                  </a:lnTo>
                  <a:lnTo>
                    <a:pt x="617219" y="545211"/>
                  </a:lnTo>
                  <a:lnTo>
                    <a:pt x="619140" y="494493"/>
                  </a:lnTo>
                  <a:lnTo>
                    <a:pt x="620633" y="441251"/>
                  </a:lnTo>
                  <a:lnTo>
                    <a:pt x="621700" y="385492"/>
                  </a:lnTo>
                  <a:lnTo>
                    <a:pt x="622340" y="327222"/>
                  </a:lnTo>
                  <a:lnTo>
                    <a:pt x="622553" y="266446"/>
                  </a:lnTo>
                  <a:lnTo>
                    <a:pt x="622340" y="208610"/>
                  </a:lnTo>
                  <a:lnTo>
                    <a:pt x="621700" y="154279"/>
                  </a:lnTo>
                  <a:lnTo>
                    <a:pt x="620633" y="103454"/>
                  </a:lnTo>
                  <a:lnTo>
                    <a:pt x="619140" y="56134"/>
                  </a:lnTo>
                  <a:lnTo>
                    <a:pt x="617219" y="12319"/>
                  </a:lnTo>
                  <a:close/>
                </a:path>
                <a:path w="2429509" h="560070">
                  <a:moveTo>
                    <a:pt x="169417" y="9906"/>
                  </a:moveTo>
                  <a:lnTo>
                    <a:pt x="225288" y="12848"/>
                  </a:lnTo>
                  <a:lnTo>
                    <a:pt x="274643" y="21679"/>
                  </a:lnTo>
                  <a:lnTo>
                    <a:pt x="317486" y="36405"/>
                  </a:lnTo>
                  <a:lnTo>
                    <a:pt x="353826" y="57032"/>
                  </a:lnTo>
                  <a:lnTo>
                    <a:pt x="383666" y="83566"/>
                  </a:lnTo>
                  <a:lnTo>
                    <a:pt x="412763" y="122189"/>
                  </a:lnTo>
                  <a:lnTo>
                    <a:pt x="433562" y="164528"/>
                  </a:lnTo>
                  <a:lnTo>
                    <a:pt x="446049" y="210581"/>
                  </a:lnTo>
                  <a:lnTo>
                    <a:pt x="450214" y="260350"/>
                  </a:lnTo>
                  <a:lnTo>
                    <a:pt x="445549" y="316616"/>
                  </a:lnTo>
                  <a:lnTo>
                    <a:pt x="431561" y="369204"/>
                  </a:lnTo>
                  <a:lnTo>
                    <a:pt x="408263" y="418101"/>
                  </a:lnTo>
                  <a:lnTo>
                    <a:pt x="375665" y="463296"/>
                  </a:lnTo>
                  <a:lnTo>
                    <a:pt x="343480" y="494568"/>
                  </a:lnTo>
                  <a:lnTo>
                    <a:pt x="306515" y="518891"/>
                  </a:lnTo>
                  <a:lnTo>
                    <a:pt x="264776" y="536265"/>
                  </a:lnTo>
                  <a:lnTo>
                    <a:pt x="218271" y="546689"/>
                  </a:lnTo>
                  <a:lnTo>
                    <a:pt x="167004" y="550164"/>
                  </a:lnTo>
                  <a:lnTo>
                    <a:pt x="133838" y="549854"/>
                  </a:lnTo>
                  <a:lnTo>
                    <a:pt x="94932" y="548925"/>
                  </a:lnTo>
                  <a:lnTo>
                    <a:pt x="50311" y="547377"/>
                  </a:lnTo>
                  <a:lnTo>
                    <a:pt x="0" y="545211"/>
                  </a:lnTo>
                  <a:lnTo>
                    <a:pt x="1920" y="494493"/>
                  </a:lnTo>
                  <a:lnTo>
                    <a:pt x="3413" y="441251"/>
                  </a:lnTo>
                  <a:lnTo>
                    <a:pt x="4480" y="385492"/>
                  </a:lnTo>
                  <a:lnTo>
                    <a:pt x="5120" y="327222"/>
                  </a:lnTo>
                  <a:lnTo>
                    <a:pt x="5333" y="266446"/>
                  </a:lnTo>
                  <a:lnTo>
                    <a:pt x="5120" y="208610"/>
                  </a:lnTo>
                  <a:lnTo>
                    <a:pt x="4480" y="154279"/>
                  </a:lnTo>
                  <a:lnTo>
                    <a:pt x="3413" y="103454"/>
                  </a:lnTo>
                  <a:lnTo>
                    <a:pt x="1920" y="56134"/>
                  </a:lnTo>
                  <a:lnTo>
                    <a:pt x="0" y="12319"/>
                  </a:lnTo>
                  <a:lnTo>
                    <a:pt x="71627" y="12319"/>
                  </a:lnTo>
                  <a:lnTo>
                    <a:pt x="81482" y="12245"/>
                  </a:lnTo>
                  <a:lnTo>
                    <a:pt x="93503" y="12017"/>
                  </a:lnTo>
                  <a:lnTo>
                    <a:pt x="107668" y="11622"/>
                  </a:lnTo>
                  <a:lnTo>
                    <a:pt x="123951" y="11049"/>
                  </a:lnTo>
                  <a:lnTo>
                    <a:pt x="139860" y="10548"/>
                  </a:lnTo>
                  <a:lnTo>
                    <a:pt x="152733" y="10191"/>
                  </a:lnTo>
                  <a:lnTo>
                    <a:pt x="162581" y="9977"/>
                  </a:lnTo>
                  <a:lnTo>
                    <a:pt x="169417" y="9906"/>
                  </a:lnTo>
                  <a:close/>
                </a:path>
                <a:path w="2429509" h="560070">
                  <a:moveTo>
                    <a:pt x="2175255" y="0"/>
                  </a:moveTo>
                  <a:lnTo>
                    <a:pt x="2227072" y="4736"/>
                  </a:lnTo>
                  <a:lnTo>
                    <a:pt x="2274506" y="18938"/>
                  </a:lnTo>
                  <a:lnTo>
                    <a:pt x="2317559" y="42594"/>
                  </a:lnTo>
                  <a:lnTo>
                    <a:pt x="2356230" y="75692"/>
                  </a:lnTo>
                  <a:lnTo>
                    <a:pt x="2388068" y="116199"/>
                  </a:lnTo>
                  <a:lnTo>
                    <a:pt x="2410809" y="161909"/>
                  </a:lnTo>
                  <a:lnTo>
                    <a:pt x="2424453" y="212834"/>
                  </a:lnTo>
                  <a:lnTo>
                    <a:pt x="2429002" y="268986"/>
                  </a:lnTo>
                  <a:lnTo>
                    <a:pt x="2425923" y="317493"/>
                  </a:lnTo>
                  <a:lnTo>
                    <a:pt x="2416688" y="362581"/>
                  </a:lnTo>
                  <a:lnTo>
                    <a:pt x="2401295" y="404244"/>
                  </a:lnTo>
                  <a:lnTo>
                    <a:pt x="2379746" y="442474"/>
                  </a:lnTo>
                  <a:lnTo>
                    <a:pt x="2352040" y="477266"/>
                  </a:lnTo>
                  <a:lnTo>
                    <a:pt x="2311348" y="513437"/>
                  </a:lnTo>
                  <a:lnTo>
                    <a:pt x="2266061" y="539273"/>
                  </a:lnTo>
                  <a:lnTo>
                    <a:pt x="2216201" y="554775"/>
                  </a:lnTo>
                  <a:lnTo>
                    <a:pt x="2161793" y="559943"/>
                  </a:lnTo>
                  <a:lnTo>
                    <a:pt x="2109979" y="555202"/>
                  </a:lnTo>
                  <a:lnTo>
                    <a:pt x="2062559" y="540972"/>
                  </a:lnTo>
                  <a:lnTo>
                    <a:pt x="2019544" y="517241"/>
                  </a:lnTo>
                  <a:lnTo>
                    <a:pt x="1980945" y="483997"/>
                  </a:lnTo>
                  <a:lnTo>
                    <a:pt x="1949035" y="443495"/>
                  </a:lnTo>
                  <a:lnTo>
                    <a:pt x="1926256" y="397827"/>
                  </a:lnTo>
                  <a:lnTo>
                    <a:pt x="1912598" y="347015"/>
                  </a:lnTo>
                  <a:lnTo>
                    <a:pt x="1908047" y="291084"/>
                  </a:lnTo>
                  <a:lnTo>
                    <a:pt x="1911126" y="242514"/>
                  </a:lnTo>
                  <a:lnTo>
                    <a:pt x="1920361" y="197388"/>
                  </a:lnTo>
                  <a:lnTo>
                    <a:pt x="1935754" y="155707"/>
                  </a:lnTo>
                  <a:lnTo>
                    <a:pt x="1957303" y="117469"/>
                  </a:lnTo>
                  <a:lnTo>
                    <a:pt x="1985009" y="82677"/>
                  </a:lnTo>
                  <a:lnTo>
                    <a:pt x="2025755" y="46505"/>
                  </a:lnTo>
                  <a:lnTo>
                    <a:pt x="2071036" y="20669"/>
                  </a:lnTo>
                  <a:lnTo>
                    <a:pt x="2120866" y="5167"/>
                  </a:lnTo>
                  <a:lnTo>
                    <a:pt x="2175255" y="0"/>
                  </a:lnTo>
                  <a:close/>
                </a:path>
              </a:pathLst>
            </a:custGeom>
            <a:ln w="6096">
              <a:solidFill>
                <a:srgbClr val="4584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1552" y="2620772"/>
            <a:ext cx="112268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dirty="0">
                <a:solidFill>
                  <a:srgbClr val="30B6FC"/>
                </a:solidFill>
                <a:latin typeface="Geneva"/>
                <a:cs typeface="Geneva"/>
              </a:rPr>
              <a:t>∗</a:t>
            </a:r>
            <a:r>
              <a:rPr sz="2500" spc="35" dirty="0">
                <a:solidFill>
                  <a:srgbClr val="30B6FC"/>
                </a:solidFill>
                <a:latin typeface="Geneva"/>
                <a:cs typeface="Geneva"/>
              </a:rPr>
              <a:t> </a:t>
            </a:r>
            <a:r>
              <a:rPr sz="2500" spc="-10" dirty="0">
                <a:solidFill>
                  <a:srgbClr val="063D86"/>
                </a:solidFill>
                <a:latin typeface="Arial"/>
                <a:cs typeface="Arial"/>
              </a:rPr>
              <a:t>Intent</a:t>
            </a:r>
            <a:endParaRPr sz="2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43303" y="3005079"/>
            <a:ext cx="8712200" cy="97462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9"/>
              </a:spcBef>
              <a:tabLst>
                <a:tab pos="287020" algn="l"/>
              </a:tabLst>
            </a:pPr>
            <a:r>
              <a:rPr sz="2000" spc="-50" dirty="0">
                <a:solidFill>
                  <a:srgbClr val="30B6FC"/>
                </a:solidFill>
                <a:latin typeface="Geneva"/>
                <a:cs typeface="Geneva"/>
              </a:rPr>
              <a:t>∗</a:t>
            </a:r>
            <a:r>
              <a:rPr sz="2000" dirty="0">
                <a:solidFill>
                  <a:srgbClr val="30B6FC"/>
                </a:solidFill>
                <a:latin typeface="Geneva"/>
                <a:cs typeface="Geneva"/>
              </a:rPr>
              <a:t>	</a:t>
            </a:r>
            <a:r>
              <a:rPr sz="2000" spc="-105" dirty="0">
                <a:solidFill>
                  <a:srgbClr val="063D86"/>
                </a:solidFill>
                <a:latin typeface="Arial"/>
                <a:cs typeface="Arial"/>
              </a:rPr>
              <a:t>You</a:t>
            </a:r>
            <a:r>
              <a:rPr sz="2000" spc="-5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spc="-65" dirty="0">
                <a:solidFill>
                  <a:srgbClr val="063D86"/>
                </a:solidFill>
                <a:latin typeface="Arial"/>
                <a:cs typeface="Arial"/>
              </a:rPr>
              <a:t>have</a:t>
            </a:r>
            <a:r>
              <a:rPr sz="2000" spc="-5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spc="-114" dirty="0">
                <a:solidFill>
                  <a:srgbClr val="063D86"/>
                </a:solidFill>
                <a:latin typeface="Arial"/>
                <a:cs typeface="Arial"/>
              </a:rPr>
              <a:t>a</a:t>
            </a:r>
            <a:r>
              <a:rPr sz="2000" spc="-7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spc="-35" dirty="0">
                <a:solidFill>
                  <a:srgbClr val="063D86"/>
                </a:solidFill>
                <a:latin typeface="Arial"/>
                <a:cs typeface="Arial"/>
              </a:rPr>
              <a:t>set</a:t>
            </a:r>
            <a:r>
              <a:rPr sz="2000" spc="-5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63D86"/>
                </a:solidFill>
                <a:latin typeface="Arial"/>
                <a:cs typeface="Arial"/>
              </a:rPr>
              <a:t>of</a:t>
            </a:r>
            <a:r>
              <a:rPr sz="2000" spc="-6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spc="-45" dirty="0">
                <a:solidFill>
                  <a:srgbClr val="063D86"/>
                </a:solidFill>
                <a:latin typeface="Arial"/>
                <a:cs typeface="Arial"/>
              </a:rPr>
              <a:t>records </a:t>
            </a:r>
            <a:r>
              <a:rPr sz="2000" dirty="0">
                <a:solidFill>
                  <a:srgbClr val="063D86"/>
                </a:solidFill>
                <a:latin typeface="Arial"/>
                <a:cs typeface="Arial"/>
              </a:rPr>
              <a:t>that</a:t>
            </a:r>
            <a:r>
              <a:rPr sz="2000" spc="-5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spc="-35" dirty="0">
                <a:solidFill>
                  <a:srgbClr val="063D86"/>
                </a:solidFill>
                <a:latin typeface="Arial"/>
                <a:cs typeface="Arial"/>
              </a:rPr>
              <a:t>you</a:t>
            </a:r>
            <a:r>
              <a:rPr sz="2000" spc="-5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63D86"/>
                </a:solidFill>
                <a:latin typeface="Arial"/>
                <a:cs typeface="Arial"/>
              </a:rPr>
              <a:t>want</a:t>
            </a:r>
            <a:r>
              <a:rPr sz="2000" spc="-6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spc="60" dirty="0">
                <a:solidFill>
                  <a:srgbClr val="063D86"/>
                </a:solidFill>
                <a:latin typeface="Arial"/>
                <a:cs typeface="Arial"/>
              </a:rPr>
              <a:t>to</a:t>
            </a:r>
            <a:r>
              <a:rPr sz="2000" spc="-6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063D86"/>
                </a:solidFill>
                <a:latin typeface="Arial"/>
                <a:cs typeface="Arial"/>
              </a:rPr>
              <a:t>completely</a:t>
            </a:r>
            <a:r>
              <a:rPr sz="2000" spc="-1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63D86"/>
                </a:solidFill>
                <a:latin typeface="Arial"/>
                <a:cs typeface="Arial"/>
              </a:rPr>
              <a:t>randomize</a:t>
            </a:r>
            <a:endParaRPr sz="2000" dirty="0">
              <a:latin typeface="Arial"/>
              <a:cs typeface="Arial"/>
            </a:endParaRPr>
          </a:p>
          <a:p>
            <a:pPr marL="287020" marR="5080" indent="-274955">
              <a:lnSpc>
                <a:spcPts val="1540"/>
              </a:lnSpc>
              <a:spcBef>
                <a:spcPts val="1185"/>
              </a:spcBef>
              <a:tabLst>
                <a:tab pos="287020" algn="l"/>
              </a:tabLst>
            </a:pPr>
            <a:r>
              <a:rPr sz="2000" spc="-50" dirty="0">
                <a:solidFill>
                  <a:srgbClr val="30B6FC"/>
                </a:solidFill>
                <a:latin typeface="Geneva"/>
                <a:cs typeface="Geneva"/>
              </a:rPr>
              <a:t>∗</a:t>
            </a:r>
            <a:r>
              <a:rPr sz="2000" dirty="0">
                <a:solidFill>
                  <a:srgbClr val="30B6FC"/>
                </a:solidFill>
                <a:latin typeface="Geneva"/>
                <a:cs typeface="Geneva"/>
              </a:rPr>
              <a:t>	</a:t>
            </a:r>
            <a:r>
              <a:rPr sz="2000" spc="-100" dirty="0">
                <a:solidFill>
                  <a:srgbClr val="063D86"/>
                </a:solidFill>
                <a:latin typeface="Arial"/>
                <a:cs typeface="Arial"/>
              </a:rPr>
              <a:t>The</a:t>
            </a:r>
            <a:r>
              <a:rPr sz="2000" spc="-6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63D86"/>
                </a:solidFill>
                <a:latin typeface="Arial"/>
                <a:cs typeface="Arial"/>
              </a:rPr>
              <a:t>total</a:t>
            </a:r>
            <a:r>
              <a:rPr sz="2000" spc="-5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63D86"/>
                </a:solidFill>
                <a:latin typeface="Arial"/>
                <a:cs typeface="Arial"/>
              </a:rPr>
              <a:t>order</a:t>
            </a:r>
            <a:r>
              <a:rPr sz="2000" spc="-4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63D86"/>
                </a:solidFill>
                <a:latin typeface="Arial"/>
                <a:cs typeface="Arial"/>
              </a:rPr>
              <a:t>sorting</a:t>
            </a:r>
            <a:r>
              <a:rPr sz="2000" spc="-4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spc="-60" dirty="0">
                <a:solidFill>
                  <a:srgbClr val="063D86"/>
                </a:solidFill>
                <a:latin typeface="Arial"/>
                <a:cs typeface="Arial"/>
              </a:rPr>
              <a:t>and </a:t>
            </a:r>
            <a:r>
              <a:rPr sz="2000" spc="-10" dirty="0">
                <a:solidFill>
                  <a:srgbClr val="063D86"/>
                </a:solidFill>
                <a:latin typeface="Arial"/>
                <a:cs typeface="Arial"/>
              </a:rPr>
              <a:t>shuffling</a:t>
            </a:r>
            <a:r>
              <a:rPr sz="2000" spc="-5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63D86"/>
                </a:solidFill>
                <a:latin typeface="Arial"/>
                <a:cs typeface="Arial"/>
              </a:rPr>
              <a:t>patterns</a:t>
            </a:r>
            <a:r>
              <a:rPr sz="2000" spc="-5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spc="-65" dirty="0">
                <a:solidFill>
                  <a:srgbClr val="063D86"/>
                </a:solidFill>
                <a:latin typeface="Arial"/>
                <a:cs typeface="Arial"/>
              </a:rPr>
              <a:t>are</a:t>
            </a:r>
            <a:r>
              <a:rPr sz="2000" spc="-5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063D86"/>
                </a:solidFill>
                <a:latin typeface="Arial"/>
                <a:cs typeface="Arial"/>
              </a:rPr>
              <a:t>opposites</a:t>
            </a:r>
            <a:r>
              <a:rPr sz="2000" spc="-1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063D86"/>
                </a:solidFill>
                <a:latin typeface="Arial"/>
                <a:cs typeface="Arial"/>
              </a:rPr>
              <a:t>in</a:t>
            </a:r>
            <a:r>
              <a:rPr sz="2000" spc="-6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063D86"/>
                </a:solidFill>
                <a:latin typeface="Arial"/>
                <a:cs typeface="Arial"/>
              </a:rPr>
              <a:t>terms</a:t>
            </a:r>
            <a:r>
              <a:rPr sz="2000" spc="-5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63D86"/>
                </a:solidFill>
                <a:latin typeface="Arial"/>
                <a:cs typeface="Arial"/>
              </a:rPr>
              <a:t>of</a:t>
            </a:r>
            <a:r>
              <a:rPr sz="2000" spc="-5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63D86"/>
                </a:solidFill>
                <a:latin typeface="Arial"/>
                <a:cs typeface="Arial"/>
              </a:rPr>
              <a:t>effect,</a:t>
            </a:r>
            <a:r>
              <a:rPr sz="2000" spc="-4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63D86"/>
                </a:solidFill>
                <a:latin typeface="Arial"/>
                <a:cs typeface="Arial"/>
              </a:rPr>
              <a:t>but</a:t>
            </a:r>
            <a:r>
              <a:rPr sz="2000" spc="-2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63D86"/>
                </a:solidFill>
                <a:latin typeface="Arial"/>
                <a:cs typeface="Arial"/>
              </a:rPr>
              <a:t>the</a:t>
            </a:r>
            <a:r>
              <a:rPr sz="2000" spc="-5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63D86"/>
                </a:solidFill>
                <a:latin typeface="Arial"/>
                <a:cs typeface="Arial"/>
              </a:rPr>
              <a:t>latter</a:t>
            </a:r>
            <a:r>
              <a:rPr sz="2000" spc="-5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spc="-75" dirty="0">
                <a:solidFill>
                  <a:srgbClr val="063D86"/>
                </a:solidFill>
                <a:latin typeface="Arial"/>
                <a:cs typeface="Arial"/>
              </a:rPr>
              <a:t>is</a:t>
            </a:r>
            <a:r>
              <a:rPr sz="2000" spc="-4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063D86"/>
                </a:solidFill>
                <a:latin typeface="Arial"/>
                <a:cs typeface="Arial"/>
              </a:rPr>
              <a:t>also </a:t>
            </a:r>
            <a:r>
              <a:rPr sz="2000" spc="-45" dirty="0">
                <a:solidFill>
                  <a:srgbClr val="063D86"/>
                </a:solidFill>
                <a:latin typeface="Arial"/>
                <a:cs typeface="Arial"/>
              </a:rPr>
              <a:t>concerned</a:t>
            </a:r>
            <a:r>
              <a:rPr sz="2000" spc="-3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63D86"/>
                </a:solidFill>
                <a:latin typeface="Arial"/>
                <a:cs typeface="Arial"/>
              </a:rPr>
              <a:t>with</a:t>
            </a:r>
            <a:r>
              <a:rPr sz="2000" spc="-5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63D86"/>
                </a:solidFill>
                <a:latin typeface="Arial"/>
                <a:cs typeface="Arial"/>
              </a:rPr>
              <a:t>the</a:t>
            </a:r>
            <a:r>
              <a:rPr sz="2000" spc="-5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63D86"/>
                </a:solidFill>
                <a:latin typeface="Arial"/>
                <a:cs typeface="Arial"/>
              </a:rPr>
              <a:t>order</a:t>
            </a:r>
            <a:r>
              <a:rPr sz="2000" spc="-4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63D86"/>
                </a:solidFill>
                <a:latin typeface="Arial"/>
                <a:cs typeface="Arial"/>
              </a:rPr>
              <a:t>of</a:t>
            </a:r>
            <a:r>
              <a:rPr sz="2000" spc="-5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spc="-30" dirty="0">
                <a:solidFill>
                  <a:srgbClr val="063D86"/>
                </a:solidFill>
                <a:latin typeface="Arial"/>
                <a:cs typeface="Arial"/>
              </a:rPr>
              <a:t>data</a:t>
            </a:r>
            <a:r>
              <a:rPr sz="2000" spc="-5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063D86"/>
                </a:solidFill>
                <a:latin typeface="Arial"/>
                <a:cs typeface="Arial"/>
              </a:rPr>
              <a:t>in</a:t>
            </a:r>
            <a:r>
              <a:rPr sz="2000" spc="-5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63D86"/>
                </a:solidFill>
                <a:latin typeface="Arial"/>
                <a:cs typeface="Arial"/>
              </a:rPr>
              <a:t>records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41552" y="3798798"/>
            <a:ext cx="3388995" cy="927735"/>
          </a:xfrm>
          <a:prstGeom prst="rect">
            <a:avLst/>
          </a:prstGeom>
        </p:spPr>
        <p:txBody>
          <a:bodyPr vert="horz" wrap="square" lIns="0" tIns="181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2500" dirty="0">
                <a:solidFill>
                  <a:srgbClr val="30B6FC"/>
                </a:solidFill>
                <a:latin typeface="Geneva"/>
                <a:cs typeface="Geneva"/>
              </a:rPr>
              <a:t>∗</a:t>
            </a:r>
            <a:r>
              <a:rPr sz="2500" spc="35" dirty="0">
                <a:solidFill>
                  <a:srgbClr val="30B6FC"/>
                </a:solidFill>
                <a:latin typeface="Geneva"/>
                <a:cs typeface="Geneva"/>
              </a:rPr>
              <a:t> </a:t>
            </a:r>
            <a:r>
              <a:rPr sz="2500" spc="-10" dirty="0">
                <a:solidFill>
                  <a:srgbClr val="063D86"/>
                </a:solidFill>
                <a:latin typeface="Arial"/>
                <a:cs typeface="Arial"/>
              </a:rPr>
              <a:t>Motivation</a:t>
            </a:r>
            <a:endParaRPr sz="2500" dirty="0">
              <a:latin typeface="Arial"/>
              <a:cs typeface="Arial"/>
            </a:endParaRPr>
          </a:p>
          <a:p>
            <a:pPr marL="314325">
              <a:lnSpc>
                <a:spcPct val="100000"/>
              </a:lnSpc>
              <a:spcBef>
                <a:spcPts val="850"/>
              </a:spcBef>
              <a:tabLst>
                <a:tab pos="588645" algn="l"/>
              </a:tabLst>
            </a:pPr>
            <a:r>
              <a:rPr sz="1600" spc="-50" dirty="0">
                <a:solidFill>
                  <a:srgbClr val="30B6FC"/>
                </a:solidFill>
                <a:latin typeface="Geneva"/>
                <a:cs typeface="Geneva"/>
              </a:rPr>
              <a:t>∗</a:t>
            </a:r>
            <a:r>
              <a:rPr sz="1600" dirty="0">
                <a:solidFill>
                  <a:srgbClr val="30B6FC"/>
                </a:solidFill>
                <a:latin typeface="Geneva"/>
                <a:cs typeface="Geneva"/>
              </a:rPr>
              <a:t>	</a:t>
            </a:r>
            <a:r>
              <a:rPr sz="1600" spc="-45" dirty="0">
                <a:solidFill>
                  <a:srgbClr val="063D86"/>
                </a:solidFill>
                <a:latin typeface="Arial"/>
                <a:cs typeface="Arial"/>
              </a:rPr>
              <a:t>Completely</a:t>
            </a:r>
            <a:r>
              <a:rPr sz="1600" spc="-3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063D86"/>
                </a:solidFill>
                <a:latin typeface="Arial"/>
                <a:cs typeface="Arial"/>
              </a:rPr>
              <a:t>destroying</a:t>
            </a:r>
            <a:r>
              <a:rPr sz="1600" spc="-6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63D86"/>
                </a:solidFill>
                <a:latin typeface="Arial"/>
                <a:cs typeface="Arial"/>
              </a:rPr>
              <a:t>the</a:t>
            </a:r>
            <a:r>
              <a:rPr sz="1600" spc="-8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063D86"/>
                </a:solidFill>
                <a:latin typeface="Arial"/>
                <a:cs typeface="Arial"/>
              </a:rPr>
              <a:t>order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41552" y="4768722"/>
            <a:ext cx="161353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solidFill>
                  <a:srgbClr val="30B6FC"/>
                </a:solidFill>
                <a:latin typeface="Geneva"/>
                <a:cs typeface="Geneva"/>
              </a:rPr>
              <a:t>∗</a:t>
            </a:r>
            <a:r>
              <a:rPr sz="2600" spc="-40" dirty="0">
                <a:solidFill>
                  <a:srgbClr val="30B6FC"/>
                </a:solidFill>
                <a:latin typeface="Geneva"/>
                <a:cs typeface="Geneva"/>
              </a:rPr>
              <a:t> </a:t>
            </a:r>
            <a:r>
              <a:rPr sz="2600" spc="-25" dirty="0">
                <a:solidFill>
                  <a:srgbClr val="063D86"/>
                </a:solidFill>
                <a:latin typeface="Arial"/>
                <a:cs typeface="Arial"/>
              </a:rPr>
              <a:t>Structure</a:t>
            </a:r>
            <a:endParaRPr sz="2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3303" y="5170474"/>
            <a:ext cx="6992620" cy="720725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5"/>
              </a:spcBef>
              <a:tabLst>
                <a:tab pos="287020" algn="l"/>
              </a:tabLst>
            </a:pPr>
            <a:r>
              <a:rPr sz="1600" spc="-50" dirty="0">
                <a:solidFill>
                  <a:srgbClr val="30B6FC"/>
                </a:solidFill>
                <a:latin typeface="Geneva"/>
                <a:cs typeface="Geneva"/>
              </a:rPr>
              <a:t>∗</a:t>
            </a:r>
            <a:r>
              <a:rPr sz="1600" dirty="0">
                <a:solidFill>
                  <a:srgbClr val="30B6FC"/>
                </a:solidFill>
                <a:latin typeface="Geneva"/>
                <a:cs typeface="Geneva"/>
              </a:rPr>
              <a:t>	</a:t>
            </a:r>
            <a:r>
              <a:rPr sz="1600" spc="-20" dirty="0">
                <a:solidFill>
                  <a:srgbClr val="063D86"/>
                </a:solidFill>
                <a:latin typeface="Arial"/>
                <a:cs typeface="Arial"/>
              </a:rPr>
              <a:t>All</a:t>
            </a:r>
            <a:r>
              <a:rPr sz="1600" spc="-7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63D86"/>
                </a:solidFill>
                <a:latin typeface="Arial"/>
                <a:cs typeface="Arial"/>
              </a:rPr>
              <a:t>the</a:t>
            </a:r>
            <a:r>
              <a:rPr sz="1600" spc="-6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40" dirty="0">
                <a:solidFill>
                  <a:srgbClr val="063D86"/>
                </a:solidFill>
                <a:latin typeface="Arial"/>
                <a:cs typeface="Arial"/>
              </a:rPr>
              <a:t>mapper</a:t>
            </a:r>
            <a:r>
              <a:rPr sz="1600" spc="-65" dirty="0">
                <a:solidFill>
                  <a:srgbClr val="063D86"/>
                </a:solidFill>
                <a:latin typeface="Arial"/>
                <a:cs typeface="Arial"/>
              </a:rPr>
              <a:t> does</a:t>
            </a:r>
            <a:r>
              <a:rPr sz="1600" spc="-4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75" dirty="0">
                <a:solidFill>
                  <a:srgbClr val="063D86"/>
                </a:solidFill>
                <a:latin typeface="Arial"/>
                <a:cs typeface="Arial"/>
              </a:rPr>
              <a:t>is</a:t>
            </a:r>
            <a:r>
              <a:rPr sz="1600" spc="-6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63D86"/>
                </a:solidFill>
                <a:latin typeface="Arial"/>
                <a:cs typeface="Arial"/>
              </a:rPr>
              <a:t>output</a:t>
            </a:r>
            <a:r>
              <a:rPr sz="1600" spc="-2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63D86"/>
                </a:solidFill>
                <a:latin typeface="Arial"/>
                <a:cs typeface="Arial"/>
              </a:rPr>
              <a:t>the</a:t>
            </a:r>
            <a:r>
              <a:rPr sz="1600" spc="-7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063D86"/>
                </a:solidFill>
                <a:latin typeface="Arial"/>
                <a:cs typeface="Arial"/>
              </a:rPr>
              <a:t>record</a:t>
            </a:r>
            <a:r>
              <a:rPr sz="1600" spc="-5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125" dirty="0">
                <a:solidFill>
                  <a:srgbClr val="063D86"/>
                </a:solidFill>
                <a:latin typeface="Arial"/>
                <a:cs typeface="Arial"/>
              </a:rPr>
              <a:t>as</a:t>
            </a:r>
            <a:r>
              <a:rPr sz="1600" spc="-6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63D86"/>
                </a:solidFill>
                <a:latin typeface="Arial"/>
                <a:cs typeface="Arial"/>
              </a:rPr>
              <a:t>the</a:t>
            </a:r>
            <a:r>
              <a:rPr sz="1600" spc="-6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063D86"/>
                </a:solidFill>
                <a:latin typeface="Arial"/>
                <a:cs typeface="Arial"/>
              </a:rPr>
              <a:t>value</a:t>
            </a:r>
            <a:r>
              <a:rPr sz="1600" spc="-4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35" dirty="0">
                <a:solidFill>
                  <a:srgbClr val="063D86"/>
                </a:solidFill>
                <a:latin typeface="Arial"/>
                <a:cs typeface="Arial"/>
              </a:rPr>
              <a:t>along</a:t>
            </a:r>
            <a:r>
              <a:rPr sz="1600" spc="-4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63D86"/>
                </a:solidFill>
                <a:latin typeface="Arial"/>
                <a:cs typeface="Arial"/>
              </a:rPr>
              <a:t>with</a:t>
            </a:r>
            <a:r>
              <a:rPr sz="1600" spc="-7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114" dirty="0">
                <a:solidFill>
                  <a:srgbClr val="063D86"/>
                </a:solidFill>
                <a:latin typeface="Arial"/>
                <a:cs typeface="Arial"/>
              </a:rPr>
              <a:t>a</a:t>
            </a:r>
            <a:r>
              <a:rPr sz="1600" spc="-6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35" dirty="0">
                <a:solidFill>
                  <a:srgbClr val="063D86"/>
                </a:solidFill>
                <a:latin typeface="Arial"/>
                <a:cs typeface="Arial"/>
              </a:rPr>
              <a:t>random</a:t>
            </a:r>
            <a:r>
              <a:rPr sz="1600" spc="-4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063D86"/>
                </a:solidFill>
                <a:latin typeface="Arial"/>
                <a:cs typeface="Arial"/>
              </a:rPr>
              <a:t>key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  <a:tabLst>
                <a:tab pos="287020" algn="l"/>
              </a:tabLst>
            </a:pPr>
            <a:r>
              <a:rPr sz="1600" spc="-50" dirty="0">
                <a:solidFill>
                  <a:srgbClr val="30B6FC"/>
                </a:solidFill>
                <a:latin typeface="Geneva"/>
                <a:cs typeface="Geneva"/>
              </a:rPr>
              <a:t>∗</a:t>
            </a:r>
            <a:r>
              <a:rPr sz="1600" dirty="0">
                <a:solidFill>
                  <a:srgbClr val="30B6FC"/>
                </a:solidFill>
                <a:latin typeface="Geneva"/>
                <a:cs typeface="Geneva"/>
              </a:rPr>
              <a:t>	</a:t>
            </a:r>
            <a:r>
              <a:rPr sz="1600" spc="-100" dirty="0">
                <a:solidFill>
                  <a:srgbClr val="063D86"/>
                </a:solidFill>
                <a:latin typeface="Arial"/>
                <a:cs typeface="Arial"/>
              </a:rPr>
              <a:t>The</a:t>
            </a:r>
            <a:r>
              <a:rPr sz="1600" spc="-7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40" dirty="0">
                <a:solidFill>
                  <a:srgbClr val="063D86"/>
                </a:solidFill>
                <a:latin typeface="Arial"/>
                <a:cs typeface="Arial"/>
              </a:rPr>
              <a:t>reducer </a:t>
            </a:r>
            <a:r>
              <a:rPr sz="1600" spc="-30" dirty="0">
                <a:solidFill>
                  <a:srgbClr val="063D86"/>
                </a:solidFill>
                <a:latin typeface="Arial"/>
                <a:cs typeface="Arial"/>
              </a:rPr>
              <a:t>sorts</a:t>
            </a:r>
            <a:r>
              <a:rPr sz="1600" spc="-4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63D86"/>
                </a:solidFill>
                <a:latin typeface="Arial"/>
                <a:cs typeface="Arial"/>
              </a:rPr>
              <a:t>the</a:t>
            </a:r>
            <a:r>
              <a:rPr sz="1600" spc="-7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35" dirty="0">
                <a:solidFill>
                  <a:srgbClr val="063D86"/>
                </a:solidFill>
                <a:latin typeface="Arial"/>
                <a:cs typeface="Arial"/>
              </a:rPr>
              <a:t>random</a:t>
            </a:r>
            <a:r>
              <a:rPr sz="1600" spc="-4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75" dirty="0">
                <a:solidFill>
                  <a:srgbClr val="063D86"/>
                </a:solidFill>
                <a:latin typeface="Arial"/>
                <a:cs typeface="Arial"/>
              </a:rPr>
              <a:t>keys,</a:t>
            </a:r>
            <a:r>
              <a:rPr sz="1600" spc="-4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63D86"/>
                </a:solidFill>
                <a:latin typeface="Arial"/>
                <a:cs typeface="Arial"/>
              </a:rPr>
              <a:t>further</a:t>
            </a:r>
            <a:r>
              <a:rPr sz="1600" spc="-6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35" dirty="0">
                <a:solidFill>
                  <a:srgbClr val="063D86"/>
                </a:solidFill>
                <a:latin typeface="Arial"/>
                <a:cs typeface="Arial"/>
              </a:rPr>
              <a:t>randomizing</a:t>
            </a:r>
            <a:r>
              <a:rPr sz="1600" spc="-5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63D86"/>
                </a:solidFill>
                <a:latin typeface="Arial"/>
                <a:cs typeface="Arial"/>
              </a:rPr>
              <a:t>the</a:t>
            </a:r>
            <a:r>
              <a:rPr sz="1600" spc="-6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063D86"/>
                </a:solidFill>
                <a:latin typeface="Arial"/>
                <a:cs typeface="Arial"/>
              </a:rPr>
              <a:t>data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5022341" y="580389"/>
            <a:ext cx="21501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Shuffling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/>
            <a:r>
              <a:rPr lang="en-US" sz="4800" kern="1200" spc="-45">
                <a:solidFill>
                  <a:schemeClr val="tx1"/>
                </a:solidFill>
                <a:latin typeface="+mj-lt"/>
                <a:ea typeface="+mj-ea"/>
                <a:cs typeface="+mj-cs"/>
              </a:rPr>
              <a:t>Shuffling</a:t>
            </a:r>
          </a:p>
        </p:txBody>
      </p:sp>
      <p:sp>
        <p:nvSpPr>
          <p:cNvPr id="22" name="object 9"/>
          <p:cNvSpPr txBox="1"/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indent="-228600">
              <a:lnSpc>
                <a:spcPct val="90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25"/>
              <a:t>Consequences</a:t>
            </a:r>
            <a:endParaRPr lang="en-US" sz="1700"/>
          </a:p>
          <a:p>
            <a:pPr marL="314325" indent="-228600">
              <a:lnSpc>
                <a:spcPct val="90000"/>
              </a:lnSpc>
              <a:spcBef>
                <a:spcPts val="123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105"/>
              <a:t>Each</a:t>
            </a:r>
            <a:r>
              <a:rPr lang="en-US" sz="1700" spc="-60"/>
              <a:t> </a:t>
            </a:r>
            <a:r>
              <a:rPr lang="en-US" sz="1700" spc="-30"/>
              <a:t>reducer</a:t>
            </a:r>
            <a:r>
              <a:rPr lang="en-US" sz="1700" spc="-45"/>
              <a:t> </a:t>
            </a:r>
            <a:r>
              <a:rPr lang="en-US" sz="1700"/>
              <a:t>outputs</a:t>
            </a:r>
            <a:r>
              <a:rPr lang="en-US" sz="1700" spc="-80"/>
              <a:t> </a:t>
            </a:r>
            <a:r>
              <a:rPr lang="en-US" sz="1700" spc="-95"/>
              <a:t>a</a:t>
            </a:r>
            <a:r>
              <a:rPr lang="en-US" sz="1700" spc="-65"/>
              <a:t> </a:t>
            </a:r>
            <a:r>
              <a:rPr lang="en-US" sz="1700"/>
              <a:t>file</a:t>
            </a:r>
            <a:r>
              <a:rPr lang="en-US" sz="1700" spc="-55"/>
              <a:t> </a:t>
            </a:r>
            <a:r>
              <a:rPr lang="en-US" sz="1700" spc="-25"/>
              <a:t>containing</a:t>
            </a:r>
            <a:r>
              <a:rPr lang="en-US" sz="1700" spc="-50"/>
              <a:t> </a:t>
            </a:r>
            <a:r>
              <a:rPr lang="en-US" sz="1700" spc="-20"/>
              <a:t>random</a:t>
            </a:r>
            <a:r>
              <a:rPr lang="en-US" sz="1700" spc="-10"/>
              <a:t> records.</a:t>
            </a:r>
            <a:endParaRPr lang="en-US" sz="1700"/>
          </a:p>
          <a:p>
            <a:pPr marL="12700" indent="-228600">
              <a:lnSpc>
                <a:spcPct val="90000"/>
              </a:lnSpc>
              <a:spcBef>
                <a:spcPts val="1165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20"/>
              <a:t>Resemblances</a:t>
            </a:r>
            <a:endParaRPr lang="en-US" sz="1700"/>
          </a:p>
          <a:p>
            <a:pPr marL="491490" indent="-228600">
              <a:lnSpc>
                <a:spcPct val="90000"/>
              </a:lnSpc>
              <a:spcBef>
                <a:spcPts val="890"/>
              </a:spcBef>
              <a:buFont typeface="Arial" panose="020B0604020202020204" pitchFamily="34" charset="0"/>
              <a:buChar char="•"/>
            </a:pPr>
            <a:r>
              <a:rPr lang="en-US" sz="1700" b="1" spc="-254"/>
              <a:t>SELECT</a:t>
            </a:r>
            <a:r>
              <a:rPr lang="en-US" sz="1700" b="1" spc="-95"/>
              <a:t> </a:t>
            </a:r>
            <a:r>
              <a:rPr lang="en-US" sz="1700" b="1" spc="200"/>
              <a:t>*</a:t>
            </a:r>
            <a:r>
              <a:rPr lang="en-US" sz="1700" b="1" spc="-90"/>
              <a:t> </a:t>
            </a:r>
            <a:r>
              <a:rPr lang="en-US" sz="1700" b="1" spc="-150"/>
              <a:t>FROM</a:t>
            </a:r>
            <a:r>
              <a:rPr lang="en-US" sz="1700" b="1" spc="-95"/>
              <a:t> </a:t>
            </a:r>
            <a:r>
              <a:rPr lang="en-US" sz="1700" b="1" spc="-70"/>
              <a:t>table</a:t>
            </a:r>
            <a:r>
              <a:rPr lang="en-US" sz="1700" b="1" spc="-95"/>
              <a:t> </a:t>
            </a:r>
            <a:r>
              <a:rPr lang="en-US" sz="1700" b="1" spc="-215"/>
              <a:t>ORDER</a:t>
            </a:r>
            <a:r>
              <a:rPr lang="en-US" sz="1700" b="1" spc="-105"/>
              <a:t> </a:t>
            </a:r>
            <a:r>
              <a:rPr lang="en-US" sz="1700" b="1" spc="-229"/>
              <a:t>BY</a:t>
            </a:r>
            <a:r>
              <a:rPr lang="en-US" sz="1700" b="1" spc="-110"/>
              <a:t> </a:t>
            </a:r>
            <a:r>
              <a:rPr lang="en-US" sz="1700" b="1" spc="-10"/>
              <a:t>RAND();</a:t>
            </a:r>
            <a:endParaRPr lang="en-US" sz="1700"/>
          </a:p>
          <a:p>
            <a:pPr marL="12700" indent="-228600">
              <a:lnSpc>
                <a:spcPct val="90000"/>
              </a:lnSpc>
              <a:spcBef>
                <a:spcPts val="1480"/>
              </a:spcBef>
              <a:buFont typeface="Arial" panose="020B0604020202020204" pitchFamily="34" charset="0"/>
              <a:buChar char="•"/>
            </a:pPr>
            <a:r>
              <a:rPr lang="en-US" sz="1700"/>
              <a:t>∗</a:t>
            </a:r>
            <a:r>
              <a:rPr lang="en-US" sz="1700" spc="165"/>
              <a:t> </a:t>
            </a:r>
            <a:r>
              <a:rPr lang="en-US" sz="1700" spc="-60"/>
              <a:t>Performance</a:t>
            </a:r>
            <a:r>
              <a:rPr lang="en-US" sz="1700" spc="-145"/>
              <a:t> </a:t>
            </a:r>
            <a:r>
              <a:rPr lang="en-US" sz="1700" spc="-10"/>
              <a:t>Analysis</a:t>
            </a:r>
            <a:endParaRPr lang="en-US" sz="1700"/>
          </a:p>
          <a:p>
            <a:pPr marL="588645" marR="5080" indent="-228600">
              <a:lnSpc>
                <a:spcPct val="90000"/>
              </a:lnSpc>
              <a:spcBef>
                <a:spcPts val="127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85"/>
              <a:t>Since</a:t>
            </a:r>
            <a:r>
              <a:rPr lang="en-US" sz="1700" spc="-70"/>
              <a:t> </a:t>
            </a:r>
            <a:r>
              <a:rPr lang="en-US" sz="1700"/>
              <a:t>the</a:t>
            </a:r>
            <a:r>
              <a:rPr lang="en-US" sz="1700" spc="-65"/>
              <a:t> </a:t>
            </a:r>
            <a:r>
              <a:rPr lang="en-US" sz="1700" spc="-35"/>
              <a:t>reducer</a:t>
            </a:r>
            <a:r>
              <a:rPr lang="en-US" sz="1700" spc="-60"/>
              <a:t> </a:t>
            </a:r>
            <a:r>
              <a:rPr lang="en-US" sz="1700" spc="-70"/>
              <a:t>each</a:t>
            </a:r>
            <a:r>
              <a:rPr lang="en-US" sz="1700" spc="-50"/>
              <a:t> </a:t>
            </a:r>
            <a:r>
              <a:rPr lang="en-US" sz="1700" spc="-20"/>
              <a:t>record</a:t>
            </a:r>
            <a:r>
              <a:rPr lang="en-US" sz="1700" spc="-40"/>
              <a:t> </a:t>
            </a:r>
            <a:r>
              <a:rPr lang="en-US" sz="1700" spc="-60"/>
              <a:t>goes</a:t>
            </a:r>
            <a:r>
              <a:rPr lang="en-US" sz="1700" spc="-75"/>
              <a:t> </a:t>
            </a:r>
            <a:r>
              <a:rPr lang="en-US" sz="1700" spc="55"/>
              <a:t>to</a:t>
            </a:r>
            <a:r>
              <a:rPr lang="en-US" sz="1700" spc="-65"/>
              <a:t> </a:t>
            </a:r>
            <a:r>
              <a:rPr lang="en-US" sz="1700" spc="-70"/>
              <a:t>is</a:t>
            </a:r>
            <a:r>
              <a:rPr lang="en-US" sz="1700" spc="-55"/>
              <a:t> </a:t>
            </a:r>
            <a:r>
              <a:rPr lang="en-US" sz="1700" spc="-20"/>
              <a:t>completely</a:t>
            </a:r>
            <a:r>
              <a:rPr lang="en-US" sz="1700" spc="-75"/>
              <a:t> </a:t>
            </a:r>
            <a:r>
              <a:rPr lang="en-US" sz="1700" spc="-25"/>
              <a:t>random,</a:t>
            </a:r>
            <a:r>
              <a:rPr lang="en-US" sz="1700" spc="-20"/>
              <a:t> </a:t>
            </a:r>
            <a:r>
              <a:rPr lang="en-US" sz="1700"/>
              <a:t>the</a:t>
            </a:r>
            <a:r>
              <a:rPr lang="en-US" sz="1700" spc="-65"/>
              <a:t> </a:t>
            </a:r>
            <a:r>
              <a:rPr lang="en-US" sz="1700" spc="-25"/>
              <a:t>data</a:t>
            </a:r>
            <a:r>
              <a:rPr lang="en-US" sz="1700" spc="-60"/>
              <a:t> </a:t>
            </a:r>
            <a:r>
              <a:rPr lang="en-US" sz="1700"/>
              <a:t>distribution</a:t>
            </a:r>
            <a:r>
              <a:rPr lang="en-US" sz="1700" spc="-55"/>
              <a:t> </a:t>
            </a:r>
            <a:r>
              <a:rPr lang="en-US" sz="1700" spc="-65"/>
              <a:t>across</a:t>
            </a:r>
            <a:r>
              <a:rPr lang="en-US" sz="1700" spc="-30"/>
              <a:t> </a:t>
            </a:r>
            <a:r>
              <a:rPr lang="en-US" sz="1700" spc="-45"/>
              <a:t>reducers</a:t>
            </a:r>
            <a:r>
              <a:rPr lang="en-US" sz="1700" spc="-60"/>
              <a:t> </a:t>
            </a:r>
            <a:r>
              <a:rPr lang="en-US" sz="1700"/>
              <a:t>will</a:t>
            </a:r>
            <a:r>
              <a:rPr lang="en-US" sz="1700" spc="-50"/>
              <a:t> </a:t>
            </a:r>
            <a:r>
              <a:rPr lang="en-US" sz="1700" spc="-40"/>
              <a:t>be</a:t>
            </a:r>
            <a:r>
              <a:rPr lang="en-US" sz="1700" spc="-75"/>
              <a:t> </a:t>
            </a:r>
            <a:r>
              <a:rPr lang="en-US" sz="1700" spc="-10"/>
              <a:t>completely balanced</a:t>
            </a:r>
            <a:endParaRPr lang="en-US" sz="1700"/>
          </a:p>
          <a:p>
            <a:pPr marL="314325" indent="-2286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80"/>
              <a:t>The</a:t>
            </a:r>
            <a:r>
              <a:rPr lang="en-US" sz="1700" spc="-75"/>
              <a:t> </a:t>
            </a:r>
            <a:r>
              <a:rPr lang="en-US" sz="1700" spc="-70"/>
              <a:t>size</a:t>
            </a:r>
            <a:r>
              <a:rPr lang="en-US" sz="1700" spc="-60"/>
              <a:t> </a:t>
            </a:r>
            <a:r>
              <a:rPr lang="en-US" sz="1700"/>
              <a:t>of</a:t>
            </a:r>
            <a:r>
              <a:rPr lang="en-US" sz="1700" spc="-45"/>
              <a:t> </a:t>
            </a:r>
            <a:r>
              <a:rPr lang="en-US" sz="1700"/>
              <a:t>the</a:t>
            </a:r>
            <a:r>
              <a:rPr lang="en-US" sz="1700" spc="-60"/>
              <a:t> </a:t>
            </a:r>
            <a:r>
              <a:rPr lang="en-US" sz="1700" spc="-25"/>
              <a:t>files</a:t>
            </a:r>
            <a:r>
              <a:rPr lang="en-US" sz="1700" spc="-75"/>
              <a:t> </a:t>
            </a:r>
            <a:r>
              <a:rPr lang="en-US" sz="1700"/>
              <a:t>will</a:t>
            </a:r>
            <a:r>
              <a:rPr lang="en-US" sz="1700" spc="-65"/>
              <a:t> </a:t>
            </a:r>
            <a:r>
              <a:rPr lang="en-US" sz="1700" spc="-55"/>
              <a:t>also</a:t>
            </a:r>
            <a:r>
              <a:rPr lang="en-US" sz="1700" spc="-50"/>
              <a:t> </a:t>
            </a:r>
            <a:r>
              <a:rPr lang="en-US" sz="1700" spc="-40"/>
              <a:t>be</a:t>
            </a:r>
            <a:r>
              <a:rPr lang="en-US" sz="1700" spc="-70"/>
              <a:t> </a:t>
            </a:r>
            <a:r>
              <a:rPr lang="en-US" sz="1700" spc="-35"/>
              <a:t>very</a:t>
            </a:r>
            <a:r>
              <a:rPr lang="en-US" sz="1700" spc="-50"/>
              <a:t> </a:t>
            </a:r>
            <a:r>
              <a:rPr lang="en-US" sz="1700" spc="-25"/>
              <a:t>predictable:</a:t>
            </a:r>
            <a:r>
              <a:rPr lang="en-US" sz="1700" spc="-70"/>
              <a:t> each</a:t>
            </a:r>
            <a:r>
              <a:rPr lang="en-US" sz="1700" spc="-50"/>
              <a:t> </a:t>
            </a:r>
            <a:r>
              <a:rPr lang="en-US" sz="1700" spc="-70"/>
              <a:t>is </a:t>
            </a:r>
            <a:r>
              <a:rPr lang="en-US" sz="1700"/>
              <a:t>the</a:t>
            </a:r>
            <a:r>
              <a:rPr lang="en-US" sz="1700" spc="-60"/>
              <a:t> </a:t>
            </a:r>
            <a:r>
              <a:rPr lang="en-US" sz="1700" spc="-70"/>
              <a:t>size</a:t>
            </a:r>
            <a:r>
              <a:rPr lang="en-US" sz="1700" spc="-60"/>
              <a:t> </a:t>
            </a:r>
            <a:r>
              <a:rPr lang="en-US" sz="1700"/>
              <a:t>of</a:t>
            </a:r>
            <a:r>
              <a:rPr lang="en-US" sz="1700" spc="-50"/>
              <a:t> </a:t>
            </a:r>
            <a:r>
              <a:rPr lang="en-US" sz="1700"/>
              <a:t>the</a:t>
            </a:r>
            <a:r>
              <a:rPr lang="en-US" sz="1700" spc="-70"/>
              <a:t> </a:t>
            </a:r>
            <a:r>
              <a:rPr lang="en-US" sz="1700" spc="-25"/>
              <a:t>data</a:t>
            </a:r>
            <a:r>
              <a:rPr lang="en-US" sz="1700" spc="-50"/>
              <a:t> </a:t>
            </a:r>
            <a:r>
              <a:rPr lang="en-US" sz="1700" spc="-25"/>
              <a:t>set</a:t>
            </a:r>
            <a:r>
              <a:rPr lang="en-US" sz="1700" spc="-70"/>
              <a:t> </a:t>
            </a:r>
            <a:r>
              <a:rPr lang="en-US" sz="1700" spc="-25"/>
              <a:t>divided</a:t>
            </a:r>
            <a:r>
              <a:rPr lang="en-US" sz="1700" spc="-35"/>
              <a:t> </a:t>
            </a:r>
            <a:r>
              <a:rPr lang="en-US" sz="1700" spc="-30"/>
              <a:t>by</a:t>
            </a:r>
            <a:r>
              <a:rPr lang="en-US" sz="1700" spc="-80"/>
              <a:t> </a:t>
            </a:r>
            <a:r>
              <a:rPr lang="en-US" sz="1700"/>
              <a:t>the</a:t>
            </a:r>
            <a:r>
              <a:rPr lang="en-US" sz="1700" spc="-60"/>
              <a:t> </a:t>
            </a:r>
            <a:r>
              <a:rPr lang="en-US" sz="1700" spc="-20"/>
              <a:t>number</a:t>
            </a:r>
            <a:r>
              <a:rPr lang="en-US" sz="1700" spc="-75"/>
              <a:t> </a:t>
            </a:r>
            <a:r>
              <a:rPr lang="en-US" sz="1700"/>
              <a:t>of</a:t>
            </a:r>
            <a:r>
              <a:rPr lang="en-US" sz="1700" spc="-25"/>
              <a:t> </a:t>
            </a:r>
            <a:r>
              <a:rPr lang="en-US" sz="1700" spc="-10"/>
              <a:t>reducers</a:t>
            </a:r>
            <a:endParaRPr lang="en-US" sz="170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976C7B-285B-774C-987F-1DFDCF3CA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1C6C6459-F1FE-94BE-2FFA-74C39058E2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/>
            <a:r>
              <a:rPr lang="en-US" sz="5400" kern="1200" spc="-45">
                <a:solidFill>
                  <a:schemeClr val="tx1"/>
                </a:solidFill>
                <a:latin typeface="+mj-lt"/>
                <a:ea typeface="+mj-ea"/>
                <a:cs typeface="+mj-cs"/>
              </a:rPr>
              <a:t>Window Function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bject 2"/>
          <p:cNvSpPr txBox="1"/>
          <p:nvPr/>
        </p:nvSpPr>
        <p:spPr>
          <a:xfrm>
            <a:off x="793660" y="2599509"/>
            <a:ext cx="10143668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b="1" spc="-35"/>
              <a:t>What</a:t>
            </a:r>
            <a:r>
              <a:rPr lang="en-US" sz="2400" b="1" spc="-114"/>
              <a:t> </a:t>
            </a:r>
            <a:r>
              <a:rPr lang="en-US" sz="2400" b="1"/>
              <a:t>Is</a:t>
            </a:r>
            <a:r>
              <a:rPr lang="en-US" sz="2400" b="1" spc="-130"/>
              <a:t> </a:t>
            </a:r>
            <a:r>
              <a:rPr lang="en-US" sz="2400" b="1" spc="-90"/>
              <a:t>a</a:t>
            </a:r>
            <a:r>
              <a:rPr lang="en-US" sz="2400" b="1" spc="-80"/>
              <a:t> </a:t>
            </a:r>
            <a:r>
              <a:rPr lang="en-US" sz="2400" b="1" spc="-10"/>
              <a:t>Window</a:t>
            </a:r>
            <a:r>
              <a:rPr lang="en-US" sz="2400" b="1" spc="-105"/>
              <a:t> </a:t>
            </a:r>
            <a:r>
              <a:rPr lang="en-US" sz="2400" b="1" spc="-10"/>
              <a:t>Function</a:t>
            </a:r>
            <a:endParaRPr lang="en-US" sz="2400"/>
          </a:p>
          <a:p>
            <a:pPr indent="-228600">
              <a:lnSpc>
                <a:spcPct val="90000"/>
              </a:lnSpc>
              <a:spcBef>
                <a:spcPts val="120"/>
              </a:spcBef>
              <a:buFont typeface="Arial" panose="020B0604020202020204" pitchFamily="34" charset="0"/>
              <a:buChar char="•"/>
            </a:pPr>
            <a:endParaRPr lang="en-US" sz="2400"/>
          </a:p>
          <a:p>
            <a:pPr marL="12700" marR="508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/>
              <a:t>Definition:</a:t>
            </a:r>
            <a:r>
              <a:rPr lang="en-US" sz="2400" spc="-55"/>
              <a:t> </a:t>
            </a:r>
            <a:r>
              <a:rPr lang="en-US" sz="2400"/>
              <a:t>A</a:t>
            </a:r>
            <a:r>
              <a:rPr lang="en-US" sz="2400" spc="-55"/>
              <a:t> </a:t>
            </a:r>
            <a:r>
              <a:rPr lang="en-US" sz="2400"/>
              <a:t>window</a:t>
            </a:r>
            <a:r>
              <a:rPr lang="en-US" sz="2400" spc="-50"/>
              <a:t> </a:t>
            </a:r>
            <a:r>
              <a:rPr lang="en-US" sz="2400"/>
              <a:t>function</a:t>
            </a:r>
            <a:r>
              <a:rPr lang="en-US" sz="2400" spc="-55"/>
              <a:t> </a:t>
            </a:r>
            <a:r>
              <a:rPr lang="en-US" sz="2400"/>
              <a:t>performs</a:t>
            </a:r>
            <a:r>
              <a:rPr lang="en-US" sz="2400" spc="-55"/>
              <a:t> </a:t>
            </a:r>
            <a:r>
              <a:rPr lang="en-US" sz="2400"/>
              <a:t>a</a:t>
            </a:r>
            <a:r>
              <a:rPr lang="en-US" sz="2400" spc="-50"/>
              <a:t> </a:t>
            </a:r>
            <a:r>
              <a:rPr lang="en-US" sz="2400"/>
              <a:t>calculation</a:t>
            </a:r>
            <a:r>
              <a:rPr lang="en-US" sz="2400" spc="-55"/>
              <a:t> </a:t>
            </a:r>
            <a:r>
              <a:rPr lang="en-US" sz="2400"/>
              <a:t>across</a:t>
            </a:r>
            <a:r>
              <a:rPr lang="en-US" sz="2400" spc="-55"/>
              <a:t> </a:t>
            </a:r>
            <a:r>
              <a:rPr lang="en-US" sz="2400"/>
              <a:t>a</a:t>
            </a:r>
            <a:r>
              <a:rPr lang="en-US" sz="2400" spc="-50"/>
              <a:t> </a:t>
            </a:r>
            <a:r>
              <a:rPr lang="en-US" sz="2400"/>
              <a:t>set</a:t>
            </a:r>
            <a:r>
              <a:rPr lang="en-US" sz="2400" spc="-55"/>
              <a:t> </a:t>
            </a:r>
            <a:r>
              <a:rPr lang="en-US" sz="2400"/>
              <a:t>of</a:t>
            </a:r>
            <a:r>
              <a:rPr lang="en-US" sz="2400" spc="-55"/>
              <a:t> </a:t>
            </a:r>
            <a:r>
              <a:rPr lang="en-US" sz="2400"/>
              <a:t>rows</a:t>
            </a:r>
            <a:r>
              <a:rPr lang="en-US" sz="2400" spc="-50"/>
              <a:t> </a:t>
            </a:r>
            <a:r>
              <a:rPr lang="en-US" sz="2400"/>
              <a:t>that</a:t>
            </a:r>
            <a:r>
              <a:rPr lang="en-US" sz="2400" spc="-55"/>
              <a:t> </a:t>
            </a:r>
            <a:r>
              <a:rPr lang="en-US" sz="2400" spc="-25"/>
              <a:t>are </a:t>
            </a:r>
            <a:r>
              <a:rPr lang="en-US" sz="2400"/>
              <a:t>related</a:t>
            </a:r>
            <a:r>
              <a:rPr lang="en-US" sz="2400" spc="85"/>
              <a:t> </a:t>
            </a:r>
            <a:r>
              <a:rPr lang="en-US" sz="2400"/>
              <a:t>to</a:t>
            </a:r>
            <a:r>
              <a:rPr lang="en-US" sz="2400" spc="85"/>
              <a:t> </a:t>
            </a:r>
            <a:r>
              <a:rPr lang="en-US" sz="2400"/>
              <a:t>the</a:t>
            </a:r>
            <a:r>
              <a:rPr lang="en-US" sz="2400" spc="85"/>
              <a:t> </a:t>
            </a:r>
            <a:r>
              <a:rPr lang="en-US" sz="2400"/>
              <a:t>current</a:t>
            </a:r>
            <a:r>
              <a:rPr lang="en-US" sz="2400" spc="90"/>
              <a:t> </a:t>
            </a:r>
            <a:r>
              <a:rPr lang="en-US" sz="2400" spc="-20"/>
              <a:t>row.</a:t>
            </a:r>
            <a:endParaRPr lang="en-US" sz="2400"/>
          </a:p>
          <a:p>
            <a:pPr marL="12700" marR="45720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/>
              <a:t>Unlike</a:t>
            </a:r>
            <a:r>
              <a:rPr lang="en-US" sz="2400" spc="-100"/>
              <a:t> </a:t>
            </a:r>
            <a:r>
              <a:rPr lang="en-US" sz="2400"/>
              <a:t>GROUP</a:t>
            </a:r>
            <a:r>
              <a:rPr lang="en-US" sz="2400" spc="-70"/>
              <a:t> </a:t>
            </a:r>
            <a:r>
              <a:rPr lang="en-US" sz="2400" spc="-165"/>
              <a:t>BY,</a:t>
            </a:r>
            <a:r>
              <a:rPr lang="en-US" sz="2400" spc="-60"/>
              <a:t> </a:t>
            </a:r>
            <a:r>
              <a:rPr lang="en-US" sz="2400"/>
              <a:t>it</a:t>
            </a:r>
            <a:r>
              <a:rPr lang="en-US" sz="2400" spc="-75"/>
              <a:t> </a:t>
            </a:r>
            <a:r>
              <a:rPr lang="en-US" sz="2400" spc="-10"/>
              <a:t>doesn’t</a:t>
            </a:r>
            <a:r>
              <a:rPr lang="en-US" sz="2400" spc="-70"/>
              <a:t> </a:t>
            </a:r>
            <a:r>
              <a:rPr lang="en-US" sz="2400" spc="-25"/>
              <a:t>collapse</a:t>
            </a:r>
            <a:r>
              <a:rPr lang="en-US" sz="2400" spc="-70"/>
              <a:t> </a:t>
            </a:r>
            <a:r>
              <a:rPr lang="en-US" sz="2400"/>
              <a:t>rows</a:t>
            </a:r>
            <a:r>
              <a:rPr lang="en-US" sz="2400" spc="-75"/>
              <a:t> </a:t>
            </a:r>
            <a:r>
              <a:rPr lang="en-US" sz="2400" spc="-200"/>
              <a:t>—</a:t>
            </a:r>
            <a:r>
              <a:rPr lang="en-US" sz="2400" spc="-60"/>
              <a:t> </a:t>
            </a:r>
            <a:r>
              <a:rPr lang="en-US" sz="2400"/>
              <a:t>you</a:t>
            </a:r>
            <a:r>
              <a:rPr lang="en-US" sz="2400" spc="-70"/>
              <a:t> </a:t>
            </a:r>
            <a:r>
              <a:rPr lang="en-US" sz="2400" spc="-20"/>
              <a:t>still</a:t>
            </a:r>
            <a:r>
              <a:rPr lang="en-US" sz="2400" spc="-75"/>
              <a:t> </a:t>
            </a:r>
            <a:r>
              <a:rPr lang="en-US" sz="2400" spc="-40"/>
              <a:t>see</a:t>
            </a:r>
            <a:r>
              <a:rPr lang="en-US" sz="2400" spc="-70"/>
              <a:t> </a:t>
            </a:r>
            <a:r>
              <a:rPr lang="en-US" sz="2400"/>
              <a:t>individual</a:t>
            </a:r>
            <a:r>
              <a:rPr lang="en-US" sz="2400" spc="-70"/>
              <a:t> </a:t>
            </a:r>
            <a:r>
              <a:rPr lang="en-US" sz="2400" spc="-10"/>
              <a:t>records. </a:t>
            </a:r>
            <a:r>
              <a:rPr lang="en-US" sz="2400" spc="-100"/>
              <a:t>Key</a:t>
            </a:r>
            <a:r>
              <a:rPr lang="en-US" sz="2400" spc="-45"/>
              <a:t> </a:t>
            </a:r>
            <a:r>
              <a:rPr lang="en-US" sz="2400" spc="-25"/>
              <a:t>Clause:</a:t>
            </a:r>
            <a:r>
              <a:rPr lang="en-US" sz="2400" spc="-45"/>
              <a:t> </a:t>
            </a:r>
            <a:r>
              <a:rPr lang="en-US" sz="2400"/>
              <a:t>PARTITION</a:t>
            </a:r>
            <a:r>
              <a:rPr lang="en-US" sz="2400" spc="-45"/>
              <a:t> </a:t>
            </a:r>
            <a:r>
              <a:rPr lang="en-US" sz="2400" spc="-225"/>
              <a:t>BY</a:t>
            </a:r>
            <a:r>
              <a:rPr lang="en-US" sz="2400" spc="-40"/>
              <a:t> </a:t>
            </a:r>
            <a:r>
              <a:rPr lang="en-US" sz="2400" spc="-10"/>
              <a:t>divides</a:t>
            </a:r>
            <a:r>
              <a:rPr lang="en-US" sz="2400" spc="-45"/>
              <a:t> </a:t>
            </a:r>
            <a:r>
              <a:rPr lang="en-US" sz="2400"/>
              <a:t>rows</a:t>
            </a:r>
            <a:r>
              <a:rPr lang="en-US" sz="2400" spc="-45"/>
              <a:t> </a:t>
            </a:r>
            <a:r>
              <a:rPr lang="en-US" sz="2400"/>
              <a:t>into</a:t>
            </a:r>
            <a:r>
              <a:rPr lang="en-US" sz="2400" spc="-40"/>
              <a:t> </a:t>
            </a:r>
            <a:r>
              <a:rPr lang="en-US" sz="2400"/>
              <a:t>groups</a:t>
            </a:r>
            <a:r>
              <a:rPr lang="en-US" sz="2400" spc="-45"/>
              <a:t> </a:t>
            </a:r>
            <a:r>
              <a:rPr lang="en-US" sz="2400" spc="-10"/>
              <a:t>(partitions).</a:t>
            </a:r>
            <a:endParaRPr lang="en-US" sz="2400"/>
          </a:p>
          <a:p>
            <a:pPr indent="-228600">
              <a:lnSpc>
                <a:spcPct val="90000"/>
              </a:lnSpc>
              <a:spcBef>
                <a:spcPts val="120"/>
              </a:spcBef>
              <a:buFont typeface="Arial" panose="020B0604020202020204" pitchFamily="34" charset="0"/>
              <a:buChar char="•"/>
            </a:pPr>
            <a:endParaRPr lang="en-US" sz="2400"/>
          </a:p>
          <a:p>
            <a:pPr marL="1270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/>
              <a:t>The</a:t>
            </a:r>
            <a:r>
              <a:rPr lang="en-US" sz="2400" spc="5"/>
              <a:t> </a:t>
            </a:r>
            <a:r>
              <a:rPr lang="en-US" sz="2400"/>
              <a:t>window</a:t>
            </a:r>
            <a:r>
              <a:rPr lang="en-US" sz="2400" spc="10"/>
              <a:t> </a:t>
            </a:r>
            <a:r>
              <a:rPr lang="en-US" sz="2400"/>
              <a:t>function</a:t>
            </a:r>
            <a:r>
              <a:rPr lang="en-US" sz="2400" spc="5"/>
              <a:t> </a:t>
            </a:r>
            <a:r>
              <a:rPr lang="en-US" sz="2400" spc="50"/>
              <a:t>runs</a:t>
            </a:r>
            <a:r>
              <a:rPr lang="en-US" sz="2400" spc="10"/>
              <a:t> </a:t>
            </a:r>
            <a:r>
              <a:rPr lang="en-US" sz="2400"/>
              <a:t>independently</a:t>
            </a:r>
            <a:r>
              <a:rPr lang="en-US" sz="2400" spc="10"/>
              <a:t> </a:t>
            </a:r>
            <a:r>
              <a:rPr lang="en-US" sz="2400"/>
              <a:t>within</a:t>
            </a:r>
            <a:r>
              <a:rPr lang="en-US" sz="2400" spc="5"/>
              <a:t> </a:t>
            </a:r>
            <a:r>
              <a:rPr lang="en-US" sz="2400"/>
              <a:t>each</a:t>
            </a:r>
            <a:r>
              <a:rPr lang="en-US" sz="2400" spc="10"/>
              <a:t> </a:t>
            </a:r>
            <a:r>
              <a:rPr lang="en-US" sz="2400" spc="-10"/>
              <a:t>partition.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5241383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AB957B-A43A-A2D5-9F8A-F77EC1423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A914D2C9-1496-A994-5035-37BAF685E4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/>
            <a:r>
              <a:rPr lang="en-US" sz="4800" kern="1200" spc="-45">
                <a:solidFill>
                  <a:schemeClr val="tx1"/>
                </a:solidFill>
                <a:latin typeface="+mj-lt"/>
                <a:ea typeface="+mj-ea"/>
                <a:cs typeface="+mj-cs"/>
              </a:rPr>
              <a:t>Window Function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7F1C6D-1912-2ABE-7974-1B8E0A1EBFA0}"/>
              </a:ext>
            </a:extLst>
          </p:cNvPr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R="258064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spc="-180"/>
              <a:t>SELECT DISTINCT</a:t>
            </a:r>
            <a:endParaRPr lang="en-US" sz="2000" b="0" i="0"/>
          </a:p>
          <a:p>
            <a:pPr marR="16827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spc="-10"/>
              <a:t>	employee_id, </a:t>
            </a:r>
          </a:p>
          <a:p>
            <a:pPr marR="16827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spc="-10"/>
              <a:t>	department, </a:t>
            </a:r>
          </a:p>
          <a:p>
            <a:pPr marR="16827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spc="-10"/>
              <a:t>	sale_amount,</a:t>
            </a:r>
            <a:endParaRPr lang="en-US" sz="2000" b="0" i="0" spc="-10"/>
          </a:p>
          <a:p>
            <a:pPr marR="1682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/>
              <a:t>SUM</a:t>
            </a:r>
            <a:r>
              <a:rPr lang="en-US" sz="2000" b="0" i="0" spc="15"/>
              <a:t> (</a:t>
            </a:r>
            <a:r>
              <a:rPr lang="en-US" sz="2000" b="0" i="0" spc="-10"/>
              <a:t>sale_amount)</a:t>
            </a:r>
            <a:r>
              <a:rPr lang="en-US" sz="2000" b="0" i="0" spc="-140"/>
              <a:t> </a:t>
            </a:r>
            <a:r>
              <a:rPr lang="en-US" sz="2000" b="0" i="0" spc="-50"/>
              <a:t>over 	(</a:t>
            </a:r>
            <a:r>
              <a:rPr lang="en-US" sz="2000" b="0" i="0" spc="-60"/>
              <a:t>PARTITION BY Department) AS</a:t>
            </a:r>
            <a:r>
              <a:rPr lang="en-US" sz="2000" b="0" i="0" spc="-204"/>
              <a:t> </a:t>
            </a:r>
            <a:r>
              <a:rPr lang="en-US" sz="2000" b="0" i="0" spc="-10"/>
              <a:t>total_sales_per_dept</a:t>
            </a:r>
            <a:endParaRPr lang="en-US" sz="2000" b="0" i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spc="-20"/>
              <a:t>FROM</a:t>
            </a:r>
            <a:endParaRPr lang="en-US" sz="2000" b="0" i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spc="-10"/>
              <a:t>sales;</a:t>
            </a:r>
            <a:endParaRPr lang="en-US" sz="2000" b="0" i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0CC9D1D-55A6-C21E-ACFA-8AF20E285F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6939313"/>
              </p:ext>
            </p:extLst>
          </p:nvPr>
        </p:nvGraphicFramePr>
        <p:xfrm>
          <a:off x="6358394" y="2484255"/>
          <a:ext cx="4256555" cy="3714249"/>
        </p:xfrm>
        <a:graphic>
          <a:graphicData uri="http://schemas.openxmlformats.org/drawingml/2006/table">
            <a:tbl>
              <a:tblPr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1457048">
                  <a:extLst>
                    <a:ext uri="{9D8B030D-6E8A-4147-A177-3AD203B41FA5}">
                      <a16:colId xmlns:a16="http://schemas.microsoft.com/office/drawing/2014/main" val="2235402114"/>
                    </a:ext>
                  </a:extLst>
                </a:gridCol>
                <a:gridCol w="1328979">
                  <a:extLst>
                    <a:ext uri="{9D8B030D-6E8A-4147-A177-3AD203B41FA5}">
                      <a16:colId xmlns:a16="http://schemas.microsoft.com/office/drawing/2014/main" val="1256995903"/>
                    </a:ext>
                  </a:extLst>
                </a:gridCol>
                <a:gridCol w="1470528">
                  <a:extLst>
                    <a:ext uri="{9D8B030D-6E8A-4147-A177-3AD203B41FA5}">
                      <a16:colId xmlns:a16="http://schemas.microsoft.com/office/drawing/2014/main" val="2808918230"/>
                    </a:ext>
                  </a:extLst>
                </a:gridCol>
              </a:tblGrid>
              <a:tr h="530607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Sales Table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591" marR="13427" marT="25883" marB="194124" anchor="b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591" marR="13427" marT="25883" marB="19412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2283275"/>
                  </a:ext>
                </a:extLst>
              </a:tr>
              <a:tr h="53060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employee_id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591" marR="13427" marT="25883" marB="194124" anchor="b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department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591" marR="13427" marT="25883" marB="19412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sale_amount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591" marR="13427" marT="25883" marB="19412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8724388"/>
                  </a:ext>
                </a:extLst>
              </a:tr>
              <a:tr h="53060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591" marR="13427" marT="25883" marB="194124" anchor="b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HR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591" marR="13427" marT="25883" marB="19412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580,000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591" marR="13427" marT="25883" marB="19412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7360528"/>
                  </a:ext>
                </a:extLst>
              </a:tr>
              <a:tr h="53060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591" marR="13427" marT="25883" marB="194124" anchor="b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HR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591" marR="13427" marT="25883" marB="19412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525,000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591" marR="13427" marT="25883" marB="19412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641427"/>
                  </a:ext>
                </a:extLst>
              </a:tr>
              <a:tr h="53060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591" marR="13427" marT="25883" marB="194124" anchor="b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IT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591" marR="13427" marT="25883" marB="19412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810,000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591" marR="13427" marT="25883" marB="19412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2058692"/>
                  </a:ext>
                </a:extLst>
              </a:tr>
              <a:tr h="53060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591" marR="13427" marT="25883" marB="194124" anchor="b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IT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591" marR="13427" marT="25883" marB="19412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190,000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591" marR="13427" marT="25883" marB="19412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3491976"/>
                  </a:ext>
                </a:extLst>
              </a:tr>
              <a:tr h="53060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591" marR="13427" marT="25883" marB="194124" anchor="b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Finance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591" marR="13427" marT="25883" marB="19412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500,000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591" marR="13427" marT="25883" marB="19412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9006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96839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C604A1-7797-5A64-EE31-9B3248055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91476961-628B-9BA7-DB5D-D74773B441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ctr"/>
            <a:r>
              <a:rPr lang="en-US" sz="6600" kern="1200" spc="-45">
                <a:solidFill>
                  <a:schemeClr val="tx1"/>
                </a:solidFill>
                <a:latin typeface="+mj-lt"/>
                <a:ea typeface="+mj-ea"/>
                <a:cs typeface="+mj-cs"/>
              </a:rPr>
              <a:t>Window Function 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2C5A4B5-707F-FB4F-DBB8-88F11DE1B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1515425"/>
              </p:ext>
            </p:extLst>
          </p:nvPr>
        </p:nvGraphicFramePr>
        <p:xfrm>
          <a:off x="320040" y="2724972"/>
          <a:ext cx="11548874" cy="34033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74995">
                  <a:extLst>
                    <a:ext uri="{9D8B030D-6E8A-4147-A177-3AD203B41FA5}">
                      <a16:colId xmlns:a16="http://schemas.microsoft.com/office/drawing/2014/main" val="2660700506"/>
                    </a:ext>
                  </a:extLst>
                </a:gridCol>
                <a:gridCol w="2325216">
                  <a:extLst>
                    <a:ext uri="{9D8B030D-6E8A-4147-A177-3AD203B41FA5}">
                      <a16:colId xmlns:a16="http://schemas.microsoft.com/office/drawing/2014/main" val="2696913218"/>
                    </a:ext>
                  </a:extLst>
                </a:gridCol>
                <a:gridCol w="2597702">
                  <a:extLst>
                    <a:ext uri="{9D8B030D-6E8A-4147-A177-3AD203B41FA5}">
                      <a16:colId xmlns:a16="http://schemas.microsoft.com/office/drawing/2014/main" val="2855147811"/>
                    </a:ext>
                  </a:extLst>
                </a:gridCol>
                <a:gridCol w="4050961">
                  <a:extLst>
                    <a:ext uri="{9D8B030D-6E8A-4147-A177-3AD203B41FA5}">
                      <a16:colId xmlns:a16="http://schemas.microsoft.com/office/drawing/2014/main" val="465324832"/>
                    </a:ext>
                  </a:extLst>
                </a:gridCol>
              </a:tblGrid>
              <a:tr h="56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200" u="none" strike="noStrike">
                          <a:effectLst/>
                        </a:rPr>
                        <a:t>employee_id</a:t>
                      </a:r>
                      <a:endParaRPr lang="en-US" sz="3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54" marR="11354" marT="113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200" u="none" strike="noStrike">
                          <a:effectLst/>
                        </a:rPr>
                        <a:t>department</a:t>
                      </a:r>
                      <a:endParaRPr lang="en-US" sz="3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54" marR="11354" marT="113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200" u="none" strike="noStrike">
                          <a:effectLst/>
                        </a:rPr>
                        <a:t>sale_amount</a:t>
                      </a:r>
                      <a:endParaRPr lang="en-US" sz="3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54" marR="11354" marT="113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200" u="none" strike="noStrike">
                          <a:effectLst/>
                        </a:rPr>
                        <a:t>total_sales_per_dept</a:t>
                      </a:r>
                      <a:endParaRPr lang="en-US" sz="3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54" marR="11354" marT="11354" marB="0" anchor="ctr"/>
                </a:tc>
                <a:extLst>
                  <a:ext uri="{0D108BD9-81ED-4DB2-BD59-A6C34878D82A}">
                    <a16:rowId xmlns:a16="http://schemas.microsoft.com/office/drawing/2014/main" val="1210384045"/>
                  </a:ext>
                </a:extLst>
              </a:tr>
              <a:tr h="56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200" u="none" strike="noStrike">
                          <a:effectLst/>
                        </a:rPr>
                        <a:t>1</a:t>
                      </a:r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54" marR="11354" marT="113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200" u="none" strike="noStrike">
                          <a:effectLst/>
                        </a:rPr>
                        <a:t>HR</a:t>
                      </a:r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54" marR="11354" marT="113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200" u="none" strike="noStrike">
                          <a:effectLst/>
                        </a:rPr>
                        <a:t>580,000</a:t>
                      </a:r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54" marR="11354" marT="113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200" u="none" strike="noStrike">
                          <a:effectLst/>
                        </a:rPr>
                        <a:t>1,105,000</a:t>
                      </a:r>
                      <a:endParaRPr lang="en-US" sz="3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54" marR="11354" marT="11354" marB="0" anchor="ctr"/>
                </a:tc>
                <a:extLst>
                  <a:ext uri="{0D108BD9-81ED-4DB2-BD59-A6C34878D82A}">
                    <a16:rowId xmlns:a16="http://schemas.microsoft.com/office/drawing/2014/main" val="1353024040"/>
                  </a:ext>
                </a:extLst>
              </a:tr>
              <a:tr h="56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200" u="none" strike="noStrike">
                          <a:effectLst/>
                        </a:rPr>
                        <a:t>2</a:t>
                      </a:r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54" marR="11354" marT="113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200" u="none" strike="noStrike">
                          <a:effectLst/>
                        </a:rPr>
                        <a:t>HR</a:t>
                      </a:r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54" marR="11354" marT="113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200" u="none" strike="noStrike">
                          <a:effectLst/>
                        </a:rPr>
                        <a:t>525,000</a:t>
                      </a:r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54" marR="11354" marT="113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200" u="none" strike="noStrike">
                          <a:effectLst/>
                        </a:rPr>
                        <a:t>1,105,000</a:t>
                      </a:r>
                      <a:endParaRPr lang="en-US" sz="3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54" marR="11354" marT="11354" marB="0" anchor="ctr"/>
                </a:tc>
                <a:extLst>
                  <a:ext uri="{0D108BD9-81ED-4DB2-BD59-A6C34878D82A}">
                    <a16:rowId xmlns:a16="http://schemas.microsoft.com/office/drawing/2014/main" val="4242874392"/>
                  </a:ext>
                </a:extLst>
              </a:tr>
              <a:tr h="56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200" u="none" strike="noStrike">
                          <a:effectLst/>
                        </a:rPr>
                        <a:t>3</a:t>
                      </a:r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54" marR="11354" marT="113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200" u="none" strike="noStrike">
                          <a:effectLst/>
                        </a:rPr>
                        <a:t>IT</a:t>
                      </a:r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54" marR="11354" marT="113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200" u="none" strike="noStrike">
                          <a:effectLst/>
                        </a:rPr>
                        <a:t>810,000</a:t>
                      </a:r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54" marR="11354" marT="113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200" u="none" strike="noStrike">
                          <a:effectLst/>
                        </a:rPr>
                        <a:t>1,000,000</a:t>
                      </a:r>
                      <a:endParaRPr lang="en-US" sz="3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54" marR="11354" marT="11354" marB="0" anchor="ctr"/>
                </a:tc>
                <a:extLst>
                  <a:ext uri="{0D108BD9-81ED-4DB2-BD59-A6C34878D82A}">
                    <a16:rowId xmlns:a16="http://schemas.microsoft.com/office/drawing/2014/main" val="3913123259"/>
                  </a:ext>
                </a:extLst>
              </a:tr>
              <a:tr h="56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200" u="none" strike="noStrike">
                          <a:effectLst/>
                        </a:rPr>
                        <a:t>4</a:t>
                      </a:r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54" marR="11354" marT="113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200" u="none" strike="noStrike">
                          <a:effectLst/>
                        </a:rPr>
                        <a:t>IT</a:t>
                      </a:r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54" marR="11354" marT="113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200" u="none" strike="noStrike">
                          <a:effectLst/>
                        </a:rPr>
                        <a:t>190,000</a:t>
                      </a:r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54" marR="11354" marT="113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200" u="none" strike="noStrike">
                          <a:effectLst/>
                        </a:rPr>
                        <a:t>1,000,000</a:t>
                      </a:r>
                      <a:endParaRPr lang="en-US" sz="3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54" marR="11354" marT="11354" marB="0" anchor="ctr"/>
                </a:tc>
                <a:extLst>
                  <a:ext uri="{0D108BD9-81ED-4DB2-BD59-A6C34878D82A}">
                    <a16:rowId xmlns:a16="http://schemas.microsoft.com/office/drawing/2014/main" val="2667844632"/>
                  </a:ext>
                </a:extLst>
              </a:tr>
              <a:tr h="56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200" u="none" strike="noStrike">
                          <a:effectLst/>
                        </a:rPr>
                        <a:t>5</a:t>
                      </a:r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54" marR="11354" marT="113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200" u="none" strike="noStrike">
                          <a:effectLst/>
                        </a:rPr>
                        <a:t>Finance</a:t>
                      </a:r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54" marR="11354" marT="113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200" u="none" strike="noStrike">
                          <a:effectLst/>
                        </a:rPr>
                        <a:t>500,000</a:t>
                      </a:r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54" marR="11354" marT="113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200" u="none" strike="noStrike">
                          <a:effectLst/>
                        </a:rPr>
                        <a:t>500,000</a:t>
                      </a:r>
                      <a:endParaRPr lang="en-US" sz="3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54" marR="11354" marT="11354" marB="0" anchor="ctr"/>
                </a:tc>
                <a:extLst>
                  <a:ext uri="{0D108BD9-81ED-4DB2-BD59-A6C34878D82A}">
                    <a16:rowId xmlns:a16="http://schemas.microsoft.com/office/drawing/2014/main" val="40244055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93402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22341" y="580389"/>
            <a:ext cx="21501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Shuffling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4854702" y="3249676"/>
            <a:ext cx="2460625" cy="592455"/>
            <a:chOff x="4854702" y="3249676"/>
            <a:chExt cx="2460625" cy="59245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6800" y="3272028"/>
              <a:ext cx="2438400" cy="56997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857750" y="3252724"/>
              <a:ext cx="2429510" cy="560070"/>
            </a:xfrm>
            <a:custGeom>
              <a:avLst/>
              <a:gdLst/>
              <a:ahLst/>
              <a:cxnLst/>
              <a:rect l="l" t="t" r="r" b="b"/>
              <a:pathLst>
                <a:path w="2429509" h="560070">
                  <a:moveTo>
                    <a:pt x="170774" y="9977"/>
                  </a:moveTo>
                  <a:lnTo>
                    <a:pt x="162581" y="9977"/>
                  </a:lnTo>
                  <a:lnTo>
                    <a:pt x="107668" y="11622"/>
                  </a:lnTo>
                  <a:lnTo>
                    <a:pt x="77614" y="12319"/>
                  </a:lnTo>
                  <a:lnTo>
                    <a:pt x="0" y="12319"/>
                  </a:lnTo>
                  <a:lnTo>
                    <a:pt x="1920" y="56134"/>
                  </a:lnTo>
                  <a:lnTo>
                    <a:pt x="3413" y="103454"/>
                  </a:lnTo>
                  <a:lnTo>
                    <a:pt x="4480" y="154279"/>
                  </a:lnTo>
                  <a:lnTo>
                    <a:pt x="5084" y="205517"/>
                  </a:lnTo>
                  <a:lnTo>
                    <a:pt x="5171" y="222321"/>
                  </a:lnTo>
                  <a:lnTo>
                    <a:pt x="5293" y="277876"/>
                  </a:lnTo>
                  <a:lnTo>
                    <a:pt x="5162" y="315287"/>
                  </a:lnTo>
                  <a:lnTo>
                    <a:pt x="5120" y="327222"/>
                  </a:lnTo>
                  <a:lnTo>
                    <a:pt x="4515" y="382335"/>
                  </a:lnTo>
                  <a:lnTo>
                    <a:pt x="4480" y="385492"/>
                  </a:lnTo>
                  <a:lnTo>
                    <a:pt x="3532" y="435028"/>
                  </a:lnTo>
                  <a:lnTo>
                    <a:pt x="3413" y="441251"/>
                  </a:lnTo>
                  <a:lnTo>
                    <a:pt x="1917" y="494568"/>
                  </a:lnTo>
                  <a:lnTo>
                    <a:pt x="0" y="545211"/>
                  </a:lnTo>
                  <a:lnTo>
                    <a:pt x="94932" y="548925"/>
                  </a:lnTo>
                  <a:lnTo>
                    <a:pt x="133838" y="549854"/>
                  </a:lnTo>
                  <a:lnTo>
                    <a:pt x="167004" y="550164"/>
                  </a:lnTo>
                  <a:lnTo>
                    <a:pt x="218271" y="546689"/>
                  </a:lnTo>
                  <a:lnTo>
                    <a:pt x="264776" y="536265"/>
                  </a:lnTo>
                  <a:lnTo>
                    <a:pt x="306515" y="518891"/>
                  </a:lnTo>
                  <a:lnTo>
                    <a:pt x="343480" y="494568"/>
                  </a:lnTo>
                  <a:lnTo>
                    <a:pt x="373051" y="465836"/>
                  </a:lnTo>
                  <a:lnTo>
                    <a:pt x="165734" y="465836"/>
                  </a:lnTo>
                  <a:lnTo>
                    <a:pt x="152419" y="465502"/>
                  </a:lnTo>
                  <a:lnTo>
                    <a:pt x="112521" y="460502"/>
                  </a:lnTo>
                  <a:lnTo>
                    <a:pt x="110761" y="412303"/>
                  </a:lnTo>
                  <a:lnTo>
                    <a:pt x="109489" y="363902"/>
                  </a:lnTo>
                  <a:lnTo>
                    <a:pt x="108739" y="316616"/>
                  </a:lnTo>
                  <a:lnTo>
                    <a:pt x="108518" y="277876"/>
                  </a:lnTo>
                  <a:lnTo>
                    <a:pt x="108422" y="260350"/>
                  </a:lnTo>
                  <a:lnTo>
                    <a:pt x="108303" y="240160"/>
                  </a:lnTo>
                  <a:lnTo>
                    <a:pt x="108198" y="222321"/>
                  </a:lnTo>
                  <a:lnTo>
                    <a:pt x="107426" y="179101"/>
                  </a:lnTo>
                  <a:lnTo>
                    <a:pt x="106154" y="136786"/>
                  </a:lnTo>
                  <a:lnTo>
                    <a:pt x="104393" y="95377"/>
                  </a:lnTo>
                  <a:lnTo>
                    <a:pt x="118899" y="93783"/>
                  </a:lnTo>
                  <a:lnTo>
                    <a:pt x="131762" y="92630"/>
                  </a:lnTo>
                  <a:lnTo>
                    <a:pt x="143005" y="91930"/>
                  </a:lnTo>
                  <a:lnTo>
                    <a:pt x="152653" y="91694"/>
                  </a:lnTo>
                  <a:lnTo>
                    <a:pt x="389790" y="91694"/>
                  </a:lnTo>
                  <a:lnTo>
                    <a:pt x="383666" y="83566"/>
                  </a:lnTo>
                  <a:lnTo>
                    <a:pt x="353826" y="57032"/>
                  </a:lnTo>
                  <a:lnTo>
                    <a:pt x="317486" y="36405"/>
                  </a:lnTo>
                  <a:lnTo>
                    <a:pt x="274643" y="21679"/>
                  </a:lnTo>
                  <a:lnTo>
                    <a:pt x="225288" y="12848"/>
                  </a:lnTo>
                  <a:lnTo>
                    <a:pt x="170774" y="9977"/>
                  </a:lnTo>
                  <a:close/>
                </a:path>
                <a:path w="2429509" h="560070">
                  <a:moveTo>
                    <a:pt x="389790" y="91694"/>
                  </a:moveTo>
                  <a:lnTo>
                    <a:pt x="152653" y="91694"/>
                  </a:lnTo>
                  <a:lnTo>
                    <a:pt x="196685" y="95053"/>
                  </a:lnTo>
                  <a:lnTo>
                    <a:pt x="234680" y="105140"/>
                  </a:lnTo>
                  <a:lnTo>
                    <a:pt x="292607" y="145542"/>
                  </a:lnTo>
                  <a:lnTo>
                    <a:pt x="327009" y="205517"/>
                  </a:lnTo>
                  <a:lnTo>
                    <a:pt x="338454" y="277876"/>
                  </a:lnTo>
                  <a:lnTo>
                    <a:pt x="335839" y="315287"/>
                  </a:lnTo>
                  <a:lnTo>
                    <a:pt x="314612" y="382335"/>
                  </a:lnTo>
                  <a:lnTo>
                    <a:pt x="272033" y="435028"/>
                  </a:lnTo>
                  <a:lnTo>
                    <a:pt x="206882" y="462408"/>
                  </a:lnTo>
                  <a:lnTo>
                    <a:pt x="165734" y="465836"/>
                  </a:lnTo>
                  <a:lnTo>
                    <a:pt x="373051" y="465836"/>
                  </a:lnTo>
                  <a:lnTo>
                    <a:pt x="408263" y="418101"/>
                  </a:lnTo>
                  <a:lnTo>
                    <a:pt x="431561" y="369204"/>
                  </a:lnTo>
                  <a:lnTo>
                    <a:pt x="445549" y="316616"/>
                  </a:lnTo>
                  <a:lnTo>
                    <a:pt x="450214" y="260350"/>
                  </a:lnTo>
                  <a:lnTo>
                    <a:pt x="446049" y="210581"/>
                  </a:lnTo>
                  <a:lnTo>
                    <a:pt x="433562" y="164528"/>
                  </a:lnTo>
                  <a:lnTo>
                    <a:pt x="412763" y="122189"/>
                  </a:lnTo>
                  <a:lnTo>
                    <a:pt x="389790" y="91694"/>
                  </a:lnTo>
                  <a:close/>
                </a:path>
                <a:path w="2429509" h="560070">
                  <a:moveTo>
                    <a:pt x="2175255" y="0"/>
                  </a:moveTo>
                  <a:lnTo>
                    <a:pt x="2120866" y="5167"/>
                  </a:lnTo>
                  <a:lnTo>
                    <a:pt x="2071036" y="20669"/>
                  </a:lnTo>
                  <a:lnTo>
                    <a:pt x="2025755" y="46505"/>
                  </a:lnTo>
                  <a:lnTo>
                    <a:pt x="1985009" y="82677"/>
                  </a:lnTo>
                  <a:lnTo>
                    <a:pt x="1957303" y="117469"/>
                  </a:lnTo>
                  <a:lnTo>
                    <a:pt x="1935754" y="155707"/>
                  </a:lnTo>
                  <a:lnTo>
                    <a:pt x="1920361" y="197388"/>
                  </a:lnTo>
                  <a:lnTo>
                    <a:pt x="1911126" y="242514"/>
                  </a:lnTo>
                  <a:lnTo>
                    <a:pt x="1908047" y="291084"/>
                  </a:lnTo>
                  <a:lnTo>
                    <a:pt x="1912598" y="347015"/>
                  </a:lnTo>
                  <a:lnTo>
                    <a:pt x="1926256" y="397827"/>
                  </a:lnTo>
                  <a:lnTo>
                    <a:pt x="1949035" y="443495"/>
                  </a:lnTo>
                  <a:lnTo>
                    <a:pt x="1980945" y="483997"/>
                  </a:lnTo>
                  <a:lnTo>
                    <a:pt x="2019544" y="517241"/>
                  </a:lnTo>
                  <a:lnTo>
                    <a:pt x="2062559" y="540972"/>
                  </a:lnTo>
                  <a:lnTo>
                    <a:pt x="2109979" y="555202"/>
                  </a:lnTo>
                  <a:lnTo>
                    <a:pt x="2161793" y="559943"/>
                  </a:lnTo>
                  <a:lnTo>
                    <a:pt x="2216201" y="554775"/>
                  </a:lnTo>
                  <a:lnTo>
                    <a:pt x="2266061" y="539273"/>
                  </a:lnTo>
                  <a:lnTo>
                    <a:pt x="2311348" y="513437"/>
                  </a:lnTo>
                  <a:lnTo>
                    <a:pt x="2352040" y="477266"/>
                  </a:lnTo>
                  <a:lnTo>
                    <a:pt x="2357905" y="469900"/>
                  </a:lnTo>
                  <a:lnTo>
                    <a:pt x="2172842" y="469900"/>
                  </a:lnTo>
                  <a:lnTo>
                    <a:pt x="2142172" y="466564"/>
                  </a:lnTo>
                  <a:lnTo>
                    <a:pt x="2088260" y="439842"/>
                  </a:lnTo>
                  <a:lnTo>
                    <a:pt x="2045757" y="387764"/>
                  </a:lnTo>
                  <a:lnTo>
                    <a:pt x="2032097" y="355377"/>
                  </a:lnTo>
                  <a:lnTo>
                    <a:pt x="2031984" y="355107"/>
                  </a:lnTo>
                  <a:lnTo>
                    <a:pt x="2023711" y="318474"/>
                  </a:lnTo>
                  <a:lnTo>
                    <a:pt x="2020951" y="277876"/>
                  </a:lnTo>
                  <a:lnTo>
                    <a:pt x="2023481" y="240053"/>
                  </a:lnTo>
                  <a:lnTo>
                    <a:pt x="2023568" y="238756"/>
                  </a:lnTo>
                  <a:lnTo>
                    <a:pt x="2031363" y="203358"/>
                  </a:lnTo>
                  <a:lnTo>
                    <a:pt x="2031412" y="203136"/>
                  </a:lnTo>
                  <a:lnTo>
                    <a:pt x="2062733" y="142494"/>
                  </a:lnTo>
                  <a:lnTo>
                    <a:pt x="2108993" y="102266"/>
                  </a:lnTo>
                  <a:lnTo>
                    <a:pt x="2164206" y="88900"/>
                  </a:lnTo>
                  <a:lnTo>
                    <a:pt x="2366612" y="88900"/>
                  </a:lnTo>
                  <a:lnTo>
                    <a:pt x="2356230" y="75692"/>
                  </a:lnTo>
                  <a:lnTo>
                    <a:pt x="2317559" y="42594"/>
                  </a:lnTo>
                  <a:lnTo>
                    <a:pt x="2274506" y="18938"/>
                  </a:lnTo>
                  <a:lnTo>
                    <a:pt x="2227072" y="4736"/>
                  </a:lnTo>
                  <a:lnTo>
                    <a:pt x="2175255" y="0"/>
                  </a:lnTo>
                  <a:close/>
                </a:path>
                <a:path w="2429509" h="560070">
                  <a:moveTo>
                    <a:pt x="2366612" y="88900"/>
                  </a:moveTo>
                  <a:lnTo>
                    <a:pt x="2164206" y="88900"/>
                  </a:lnTo>
                  <a:lnTo>
                    <a:pt x="2195317" y="92237"/>
                  </a:lnTo>
                  <a:lnTo>
                    <a:pt x="2195163" y="92237"/>
                  </a:lnTo>
                  <a:lnTo>
                    <a:pt x="2249110" y="118796"/>
                  </a:lnTo>
                  <a:lnTo>
                    <a:pt x="2291453" y="170711"/>
                  </a:lnTo>
                  <a:lnTo>
                    <a:pt x="2305052" y="203136"/>
                  </a:lnTo>
                  <a:lnTo>
                    <a:pt x="2305145" y="203358"/>
                  </a:lnTo>
                  <a:lnTo>
                    <a:pt x="2313360" y="240053"/>
                  </a:lnTo>
                  <a:lnTo>
                    <a:pt x="2316098" y="280797"/>
                  </a:lnTo>
                  <a:lnTo>
                    <a:pt x="2313637" y="317493"/>
                  </a:lnTo>
                  <a:lnTo>
                    <a:pt x="2313572" y="318474"/>
                  </a:lnTo>
                  <a:lnTo>
                    <a:pt x="2313481" y="319825"/>
                  </a:lnTo>
                  <a:lnTo>
                    <a:pt x="2305696" y="355107"/>
                  </a:lnTo>
                  <a:lnTo>
                    <a:pt x="2305637" y="355377"/>
                  </a:lnTo>
                  <a:lnTo>
                    <a:pt x="2292578" y="387453"/>
                  </a:lnTo>
                  <a:lnTo>
                    <a:pt x="2274316" y="416052"/>
                  </a:lnTo>
                  <a:lnTo>
                    <a:pt x="2252335" y="439628"/>
                  </a:lnTo>
                  <a:lnTo>
                    <a:pt x="2227853" y="456549"/>
                  </a:lnTo>
                  <a:lnTo>
                    <a:pt x="2201547" y="466564"/>
                  </a:lnTo>
                  <a:lnTo>
                    <a:pt x="2201406" y="466564"/>
                  </a:lnTo>
                  <a:lnTo>
                    <a:pt x="2172842" y="469900"/>
                  </a:lnTo>
                  <a:lnTo>
                    <a:pt x="2357905" y="469900"/>
                  </a:lnTo>
                  <a:lnTo>
                    <a:pt x="2379746" y="442474"/>
                  </a:lnTo>
                  <a:lnTo>
                    <a:pt x="2401295" y="404244"/>
                  </a:lnTo>
                  <a:lnTo>
                    <a:pt x="2416688" y="362581"/>
                  </a:lnTo>
                  <a:lnTo>
                    <a:pt x="2425923" y="317493"/>
                  </a:lnTo>
                  <a:lnTo>
                    <a:pt x="2429002" y="268986"/>
                  </a:lnTo>
                  <a:lnTo>
                    <a:pt x="2424453" y="212834"/>
                  </a:lnTo>
                  <a:lnTo>
                    <a:pt x="2410809" y="161909"/>
                  </a:lnTo>
                  <a:lnTo>
                    <a:pt x="2388068" y="116199"/>
                  </a:lnTo>
                  <a:lnTo>
                    <a:pt x="2366612" y="88900"/>
                  </a:lnTo>
                  <a:close/>
                </a:path>
                <a:path w="2429509" h="560070">
                  <a:moveTo>
                    <a:pt x="1334642" y="12319"/>
                  </a:moveTo>
                  <a:lnTo>
                    <a:pt x="1176273" y="12319"/>
                  </a:lnTo>
                  <a:lnTo>
                    <a:pt x="1175448" y="35052"/>
                  </a:lnTo>
                  <a:lnTo>
                    <a:pt x="1172971" y="67818"/>
                  </a:lnTo>
                  <a:lnTo>
                    <a:pt x="1168844" y="110617"/>
                  </a:lnTo>
                  <a:lnTo>
                    <a:pt x="1163065" y="163449"/>
                  </a:lnTo>
                  <a:lnTo>
                    <a:pt x="1155636" y="226314"/>
                  </a:lnTo>
                  <a:lnTo>
                    <a:pt x="1146555" y="299212"/>
                  </a:lnTo>
                  <a:lnTo>
                    <a:pt x="1135709" y="385536"/>
                  </a:lnTo>
                  <a:lnTo>
                    <a:pt x="1127636" y="450744"/>
                  </a:lnTo>
                  <a:lnTo>
                    <a:pt x="1121711" y="499931"/>
                  </a:lnTo>
                  <a:lnTo>
                    <a:pt x="1118152" y="531416"/>
                  </a:lnTo>
                  <a:lnTo>
                    <a:pt x="1116964" y="545211"/>
                  </a:lnTo>
                  <a:lnTo>
                    <a:pt x="1225041" y="545211"/>
                  </a:lnTo>
                  <a:lnTo>
                    <a:pt x="1225599" y="513572"/>
                  </a:lnTo>
                  <a:lnTo>
                    <a:pt x="1225637" y="511425"/>
                  </a:lnTo>
                  <a:lnTo>
                    <a:pt x="1227423" y="463232"/>
                  </a:lnTo>
                  <a:lnTo>
                    <a:pt x="1230399" y="400657"/>
                  </a:lnTo>
                  <a:lnTo>
                    <a:pt x="1234566" y="323723"/>
                  </a:lnTo>
                  <a:lnTo>
                    <a:pt x="1238831" y="246947"/>
                  </a:lnTo>
                  <a:lnTo>
                    <a:pt x="1241917" y="184816"/>
                  </a:lnTo>
                  <a:lnTo>
                    <a:pt x="1243752" y="139366"/>
                  </a:lnTo>
                  <a:lnTo>
                    <a:pt x="1243836" y="137306"/>
                  </a:lnTo>
                  <a:lnTo>
                    <a:pt x="1244599" y="104394"/>
                  </a:lnTo>
                  <a:lnTo>
                    <a:pt x="1352278" y="104394"/>
                  </a:lnTo>
                  <a:lnTo>
                    <a:pt x="1347200" y="85788"/>
                  </a:lnTo>
                  <a:lnTo>
                    <a:pt x="1337784" y="42160"/>
                  </a:lnTo>
                  <a:lnTo>
                    <a:pt x="1334642" y="12319"/>
                  </a:lnTo>
                  <a:close/>
                </a:path>
                <a:path w="2429509" h="560070">
                  <a:moveTo>
                    <a:pt x="1352278" y="104394"/>
                  </a:moveTo>
                  <a:lnTo>
                    <a:pt x="1250822" y="104394"/>
                  </a:lnTo>
                  <a:lnTo>
                    <a:pt x="1255466" y="130044"/>
                  </a:lnTo>
                  <a:lnTo>
                    <a:pt x="1266896" y="181582"/>
                  </a:lnTo>
                  <a:lnTo>
                    <a:pt x="1282848" y="238379"/>
                  </a:lnTo>
                  <a:lnTo>
                    <a:pt x="1296050" y="278955"/>
                  </a:lnTo>
                  <a:lnTo>
                    <a:pt x="1313277" y="329247"/>
                  </a:lnTo>
                  <a:lnTo>
                    <a:pt x="1334515" y="389255"/>
                  </a:lnTo>
                  <a:lnTo>
                    <a:pt x="1354778" y="447645"/>
                  </a:lnTo>
                  <a:lnTo>
                    <a:pt x="1369266" y="493093"/>
                  </a:lnTo>
                  <a:lnTo>
                    <a:pt x="1377967" y="525611"/>
                  </a:lnTo>
                  <a:lnTo>
                    <a:pt x="1380870" y="545211"/>
                  </a:lnTo>
                  <a:lnTo>
                    <a:pt x="1471421" y="545211"/>
                  </a:lnTo>
                  <a:lnTo>
                    <a:pt x="1474448" y="526043"/>
                  </a:lnTo>
                  <a:lnTo>
                    <a:pt x="1483534" y="493887"/>
                  </a:lnTo>
                  <a:lnTo>
                    <a:pt x="1498693" y="448752"/>
                  </a:lnTo>
                  <a:lnTo>
                    <a:pt x="1511160" y="414655"/>
                  </a:lnTo>
                  <a:lnTo>
                    <a:pt x="1434972" y="414655"/>
                  </a:lnTo>
                  <a:lnTo>
                    <a:pt x="1431831" y="385720"/>
                  </a:lnTo>
                  <a:lnTo>
                    <a:pt x="1422415" y="342725"/>
                  </a:lnTo>
                  <a:lnTo>
                    <a:pt x="1406737" y="285656"/>
                  </a:lnTo>
                  <a:lnTo>
                    <a:pt x="1384807" y="214503"/>
                  </a:lnTo>
                  <a:lnTo>
                    <a:pt x="1362878" y="143228"/>
                  </a:lnTo>
                  <a:lnTo>
                    <a:pt x="1352278" y="104394"/>
                  </a:lnTo>
                  <a:close/>
                </a:path>
                <a:path w="2429509" h="560070">
                  <a:moveTo>
                    <a:pt x="1715764" y="104394"/>
                  </a:moveTo>
                  <a:lnTo>
                    <a:pt x="1613788" y="104394"/>
                  </a:lnTo>
                  <a:lnTo>
                    <a:pt x="1614436" y="130044"/>
                  </a:lnTo>
                  <a:lnTo>
                    <a:pt x="1614501" y="132635"/>
                  </a:lnTo>
                  <a:lnTo>
                    <a:pt x="1616249" y="176403"/>
                  </a:lnTo>
                  <a:lnTo>
                    <a:pt x="1619021" y="235696"/>
                  </a:lnTo>
                  <a:lnTo>
                    <a:pt x="1622805" y="310515"/>
                  </a:lnTo>
                  <a:lnTo>
                    <a:pt x="1625898" y="372755"/>
                  </a:lnTo>
                  <a:lnTo>
                    <a:pt x="1628314" y="427344"/>
                  </a:lnTo>
                  <a:lnTo>
                    <a:pt x="1630048" y="474284"/>
                  </a:lnTo>
                  <a:lnTo>
                    <a:pt x="1631035" y="511425"/>
                  </a:lnTo>
                  <a:lnTo>
                    <a:pt x="1631092" y="513572"/>
                  </a:lnTo>
                  <a:lnTo>
                    <a:pt x="1631441" y="545211"/>
                  </a:lnTo>
                  <a:lnTo>
                    <a:pt x="1750440" y="545211"/>
                  </a:lnTo>
                  <a:lnTo>
                    <a:pt x="1747437" y="502012"/>
                  </a:lnTo>
                  <a:lnTo>
                    <a:pt x="1743665" y="455892"/>
                  </a:lnTo>
                  <a:lnTo>
                    <a:pt x="1737694" y="385720"/>
                  </a:lnTo>
                  <a:lnTo>
                    <a:pt x="1731517" y="314579"/>
                  </a:lnTo>
                  <a:lnTo>
                    <a:pt x="1725798" y="246947"/>
                  </a:lnTo>
                  <a:lnTo>
                    <a:pt x="1720973" y="184816"/>
                  </a:lnTo>
                  <a:lnTo>
                    <a:pt x="1717230" y="130254"/>
                  </a:lnTo>
                  <a:lnTo>
                    <a:pt x="1715764" y="104394"/>
                  </a:lnTo>
                  <a:close/>
                </a:path>
                <a:path w="2429509" h="560070">
                  <a:moveTo>
                    <a:pt x="1712467" y="12319"/>
                  </a:moveTo>
                  <a:lnTo>
                    <a:pt x="1555241" y="12319"/>
                  </a:lnTo>
                  <a:lnTo>
                    <a:pt x="1551672" y="41939"/>
                  </a:lnTo>
                  <a:lnTo>
                    <a:pt x="1540970" y="85455"/>
                  </a:lnTo>
                  <a:lnTo>
                    <a:pt x="1523148" y="142853"/>
                  </a:lnTo>
                  <a:lnTo>
                    <a:pt x="1498218" y="214122"/>
                  </a:lnTo>
                  <a:lnTo>
                    <a:pt x="1473215" y="285245"/>
                  </a:lnTo>
                  <a:lnTo>
                    <a:pt x="1455356" y="342392"/>
                  </a:lnTo>
                  <a:lnTo>
                    <a:pt x="1444640" y="385536"/>
                  </a:lnTo>
                  <a:lnTo>
                    <a:pt x="1441068" y="414655"/>
                  </a:lnTo>
                  <a:lnTo>
                    <a:pt x="1511160" y="414655"/>
                  </a:lnTo>
                  <a:lnTo>
                    <a:pt x="1521748" y="385720"/>
                  </a:lnTo>
                  <a:lnTo>
                    <a:pt x="1542220" y="330019"/>
                  </a:lnTo>
                  <a:lnTo>
                    <a:pt x="1560671" y="277256"/>
                  </a:lnTo>
                  <a:lnTo>
                    <a:pt x="1575264" y="232328"/>
                  </a:lnTo>
                  <a:lnTo>
                    <a:pt x="1585975" y="195199"/>
                  </a:lnTo>
                  <a:lnTo>
                    <a:pt x="1600168" y="139366"/>
                  </a:lnTo>
                  <a:lnTo>
                    <a:pt x="1607692" y="104394"/>
                  </a:lnTo>
                  <a:lnTo>
                    <a:pt x="1715764" y="104394"/>
                  </a:lnTo>
                  <a:lnTo>
                    <a:pt x="1714710" y="85788"/>
                  </a:lnTo>
                  <a:lnTo>
                    <a:pt x="1714584" y="83570"/>
                  </a:lnTo>
                  <a:lnTo>
                    <a:pt x="1712997" y="44260"/>
                  </a:lnTo>
                  <a:lnTo>
                    <a:pt x="1712467" y="12319"/>
                  </a:lnTo>
                  <a:close/>
                </a:path>
                <a:path w="2429509" h="560070">
                  <a:moveTo>
                    <a:pt x="949578" y="12319"/>
                  </a:moveTo>
                  <a:lnTo>
                    <a:pt x="617219" y="12319"/>
                  </a:lnTo>
                  <a:lnTo>
                    <a:pt x="619140" y="56134"/>
                  </a:lnTo>
                  <a:lnTo>
                    <a:pt x="620378" y="95377"/>
                  </a:lnTo>
                  <a:lnTo>
                    <a:pt x="620495" y="99073"/>
                  </a:lnTo>
                  <a:lnTo>
                    <a:pt x="620587" y="101981"/>
                  </a:lnTo>
                  <a:lnTo>
                    <a:pt x="620633" y="103454"/>
                  </a:lnTo>
                  <a:lnTo>
                    <a:pt x="621700" y="154279"/>
                  </a:lnTo>
                  <a:lnTo>
                    <a:pt x="622340" y="208610"/>
                  </a:lnTo>
                  <a:lnTo>
                    <a:pt x="622553" y="266446"/>
                  </a:lnTo>
                  <a:lnTo>
                    <a:pt x="622413" y="306578"/>
                  </a:lnTo>
                  <a:lnTo>
                    <a:pt x="621700" y="385492"/>
                  </a:lnTo>
                  <a:lnTo>
                    <a:pt x="620633" y="441251"/>
                  </a:lnTo>
                  <a:lnTo>
                    <a:pt x="619140" y="494493"/>
                  </a:lnTo>
                  <a:lnTo>
                    <a:pt x="617219" y="545211"/>
                  </a:lnTo>
                  <a:lnTo>
                    <a:pt x="965453" y="545211"/>
                  </a:lnTo>
                  <a:lnTo>
                    <a:pt x="968499" y="462153"/>
                  </a:lnTo>
                  <a:lnTo>
                    <a:pt x="729741" y="462153"/>
                  </a:lnTo>
                  <a:lnTo>
                    <a:pt x="728315" y="425217"/>
                  </a:lnTo>
                  <a:lnTo>
                    <a:pt x="727281" y="386984"/>
                  </a:lnTo>
                  <a:lnTo>
                    <a:pt x="726652" y="347442"/>
                  </a:lnTo>
                  <a:lnTo>
                    <a:pt x="726547" y="327222"/>
                  </a:lnTo>
                  <a:lnTo>
                    <a:pt x="726439" y="306578"/>
                  </a:lnTo>
                  <a:lnTo>
                    <a:pt x="909446" y="306578"/>
                  </a:lnTo>
                  <a:lnTo>
                    <a:pt x="909446" y="229616"/>
                  </a:lnTo>
                  <a:lnTo>
                    <a:pt x="726439" y="229616"/>
                  </a:lnTo>
                  <a:lnTo>
                    <a:pt x="726411" y="225171"/>
                  </a:lnTo>
                  <a:lnTo>
                    <a:pt x="726303" y="208610"/>
                  </a:lnTo>
                  <a:lnTo>
                    <a:pt x="726197" y="192228"/>
                  </a:lnTo>
                  <a:lnTo>
                    <a:pt x="725455" y="157400"/>
                  </a:lnTo>
                  <a:lnTo>
                    <a:pt x="724189" y="125120"/>
                  </a:lnTo>
                  <a:lnTo>
                    <a:pt x="722601" y="99073"/>
                  </a:lnTo>
                  <a:lnTo>
                    <a:pt x="722475" y="97012"/>
                  </a:lnTo>
                  <a:lnTo>
                    <a:pt x="722375" y="95377"/>
                  </a:lnTo>
                  <a:lnTo>
                    <a:pt x="945343" y="95377"/>
                  </a:lnTo>
                  <a:lnTo>
                    <a:pt x="949578" y="12319"/>
                  </a:lnTo>
                  <a:close/>
                </a:path>
                <a:path w="2429509" h="560070">
                  <a:moveTo>
                    <a:pt x="968755" y="455168"/>
                  </a:moveTo>
                  <a:lnTo>
                    <a:pt x="869626" y="459601"/>
                  </a:lnTo>
                  <a:lnTo>
                    <a:pt x="821830" y="461011"/>
                  </a:lnTo>
                  <a:lnTo>
                    <a:pt x="775203" y="461865"/>
                  </a:lnTo>
                  <a:lnTo>
                    <a:pt x="729741" y="462153"/>
                  </a:lnTo>
                  <a:lnTo>
                    <a:pt x="968499" y="462153"/>
                  </a:lnTo>
                  <a:lnTo>
                    <a:pt x="968593" y="459601"/>
                  </a:lnTo>
                  <a:lnTo>
                    <a:pt x="968664" y="457650"/>
                  </a:lnTo>
                  <a:lnTo>
                    <a:pt x="968755" y="455168"/>
                  </a:lnTo>
                  <a:close/>
                </a:path>
                <a:path w="2429509" h="560070">
                  <a:moveTo>
                    <a:pt x="909446" y="306578"/>
                  </a:moveTo>
                  <a:lnTo>
                    <a:pt x="726439" y="306578"/>
                  </a:lnTo>
                  <a:lnTo>
                    <a:pt x="770590" y="306837"/>
                  </a:lnTo>
                  <a:lnTo>
                    <a:pt x="815800" y="307609"/>
                  </a:lnTo>
                  <a:lnTo>
                    <a:pt x="909446" y="310642"/>
                  </a:lnTo>
                  <a:lnTo>
                    <a:pt x="909446" y="306578"/>
                  </a:lnTo>
                  <a:close/>
                </a:path>
                <a:path w="2429509" h="560070">
                  <a:moveTo>
                    <a:pt x="909446" y="225171"/>
                  </a:moveTo>
                  <a:lnTo>
                    <a:pt x="861439" y="227097"/>
                  </a:lnTo>
                  <a:lnTo>
                    <a:pt x="814943" y="228488"/>
                  </a:lnTo>
                  <a:lnTo>
                    <a:pt x="769947" y="229332"/>
                  </a:lnTo>
                  <a:lnTo>
                    <a:pt x="726439" y="229616"/>
                  </a:lnTo>
                  <a:lnTo>
                    <a:pt x="909446" y="229616"/>
                  </a:lnTo>
                  <a:lnTo>
                    <a:pt x="909446" y="225171"/>
                  </a:lnTo>
                  <a:close/>
                </a:path>
                <a:path w="2429509" h="560070">
                  <a:moveTo>
                    <a:pt x="945343" y="95377"/>
                  </a:moveTo>
                  <a:lnTo>
                    <a:pt x="722375" y="95377"/>
                  </a:lnTo>
                  <a:lnTo>
                    <a:pt x="773735" y="95783"/>
                  </a:lnTo>
                  <a:lnTo>
                    <a:pt x="827976" y="97012"/>
                  </a:lnTo>
                  <a:lnTo>
                    <a:pt x="885074" y="99073"/>
                  </a:lnTo>
                  <a:lnTo>
                    <a:pt x="945006" y="101981"/>
                  </a:lnTo>
                  <a:lnTo>
                    <a:pt x="945155" y="99073"/>
                  </a:lnTo>
                  <a:lnTo>
                    <a:pt x="945260" y="97012"/>
                  </a:lnTo>
                  <a:lnTo>
                    <a:pt x="945343" y="953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57750" y="3252724"/>
              <a:ext cx="2429510" cy="560070"/>
            </a:xfrm>
            <a:custGeom>
              <a:avLst/>
              <a:gdLst/>
              <a:ahLst/>
              <a:cxnLst/>
              <a:rect l="l" t="t" r="r" b="b"/>
              <a:pathLst>
                <a:path w="2429509" h="560070">
                  <a:moveTo>
                    <a:pt x="152653" y="91694"/>
                  </a:moveTo>
                  <a:lnTo>
                    <a:pt x="143005" y="91930"/>
                  </a:lnTo>
                  <a:lnTo>
                    <a:pt x="131762" y="92630"/>
                  </a:lnTo>
                  <a:lnTo>
                    <a:pt x="118899" y="93783"/>
                  </a:lnTo>
                  <a:lnTo>
                    <a:pt x="104393" y="95377"/>
                  </a:lnTo>
                  <a:lnTo>
                    <a:pt x="106154" y="136786"/>
                  </a:lnTo>
                  <a:lnTo>
                    <a:pt x="107426" y="179101"/>
                  </a:lnTo>
                  <a:lnTo>
                    <a:pt x="108198" y="222321"/>
                  </a:lnTo>
                  <a:lnTo>
                    <a:pt x="108457" y="266446"/>
                  </a:lnTo>
                  <a:lnTo>
                    <a:pt x="108717" y="315287"/>
                  </a:lnTo>
                  <a:lnTo>
                    <a:pt x="109489" y="363902"/>
                  </a:lnTo>
                  <a:lnTo>
                    <a:pt x="110761" y="412303"/>
                  </a:lnTo>
                  <a:lnTo>
                    <a:pt x="112521" y="460502"/>
                  </a:lnTo>
                  <a:lnTo>
                    <a:pt x="152419" y="465502"/>
                  </a:lnTo>
                  <a:lnTo>
                    <a:pt x="165734" y="465836"/>
                  </a:lnTo>
                  <a:lnTo>
                    <a:pt x="206882" y="462408"/>
                  </a:lnTo>
                  <a:lnTo>
                    <a:pt x="272033" y="435028"/>
                  </a:lnTo>
                  <a:lnTo>
                    <a:pt x="314612" y="382335"/>
                  </a:lnTo>
                  <a:lnTo>
                    <a:pt x="335809" y="315712"/>
                  </a:lnTo>
                  <a:lnTo>
                    <a:pt x="338454" y="277876"/>
                  </a:lnTo>
                  <a:lnTo>
                    <a:pt x="335595" y="240160"/>
                  </a:lnTo>
                  <a:lnTo>
                    <a:pt x="312683" y="173970"/>
                  </a:lnTo>
                  <a:lnTo>
                    <a:pt x="266650" y="121965"/>
                  </a:lnTo>
                  <a:lnTo>
                    <a:pt x="196685" y="95053"/>
                  </a:lnTo>
                  <a:lnTo>
                    <a:pt x="152653" y="91694"/>
                  </a:lnTo>
                  <a:close/>
                </a:path>
                <a:path w="2429509" h="560070">
                  <a:moveTo>
                    <a:pt x="2164206" y="88900"/>
                  </a:moveTo>
                  <a:lnTo>
                    <a:pt x="2108993" y="102266"/>
                  </a:lnTo>
                  <a:lnTo>
                    <a:pt x="2062733" y="142494"/>
                  </a:lnTo>
                  <a:lnTo>
                    <a:pt x="2031412" y="203136"/>
                  </a:lnTo>
                  <a:lnTo>
                    <a:pt x="2020951" y="277876"/>
                  </a:lnTo>
                  <a:lnTo>
                    <a:pt x="2023711" y="318474"/>
                  </a:lnTo>
                  <a:lnTo>
                    <a:pt x="2045757" y="387764"/>
                  </a:lnTo>
                  <a:lnTo>
                    <a:pt x="2088260" y="439842"/>
                  </a:lnTo>
                  <a:lnTo>
                    <a:pt x="2142172" y="466564"/>
                  </a:lnTo>
                  <a:lnTo>
                    <a:pt x="2172842" y="469900"/>
                  </a:lnTo>
                  <a:lnTo>
                    <a:pt x="2201610" y="466540"/>
                  </a:lnTo>
                  <a:lnTo>
                    <a:pt x="2252335" y="439628"/>
                  </a:lnTo>
                  <a:lnTo>
                    <a:pt x="2292578" y="387453"/>
                  </a:lnTo>
                  <a:lnTo>
                    <a:pt x="2313481" y="319825"/>
                  </a:lnTo>
                  <a:lnTo>
                    <a:pt x="2316098" y="280797"/>
                  </a:lnTo>
                  <a:lnTo>
                    <a:pt x="2313360" y="240053"/>
                  </a:lnTo>
                  <a:lnTo>
                    <a:pt x="2291453" y="170711"/>
                  </a:lnTo>
                  <a:lnTo>
                    <a:pt x="2249110" y="118796"/>
                  </a:lnTo>
                  <a:lnTo>
                    <a:pt x="2195095" y="92213"/>
                  </a:lnTo>
                  <a:lnTo>
                    <a:pt x="2164206" y="88900"/>
                  </a:lnTo>
                  <a:close/>
                </a:path>
                <a:path w="2429509" h="560070">
                  <a:moveTo>
                    <a:pt x="1176273" y="12319"/>
                  </a:moveTo>
                  <a:lnTo>
                    <a:pt x="1334642" y="12319"/>
                  </a:lnTo>
                  <a:lnTo>
                    <a:pt x="1337784" y="42160"/>
                  </a:lnTo>
                  <a:lnTo>
                    <a:pt x="1347200" y="85788"/>
                  </a:lnTo>
                  <a:lnTo>
                    <a:pt x="1362878" y="143228"/>
                  </a:lnTo>
                  <a:lnTo>
                    <a:pt x="1384807" y="214503"/>
                  </a:lnTo>
                  <a:lnTo>
                    <a:pt x="1406737" y="285656"/>
                  </a:lnTo>
                  <a:lnTo>
                    <a:pt x="1422415" y="342725"/>
                  </a:lnTo>
                  <a:lnTo>
                    <a:pt x="1431831" y="385720"/>
                  </a:lnTo>
                  <a:lnTo>
                    <a:pt x="1434972" y="414655"/>
                  </a:lnTo>
                  <a:lnTo>
                    <a:pt x="1441068" y="414655"/>
                  </a:lnTo>
                  <a:lnTo>
                    <a:pt x="1444640" y="385536"/>
                  </a:lnTo>
                  <a:lnTo>
                    <a:pt x="1455356" y="342392"/>
                  </a:lnTo>
                  <a:lnTo>
                    <a:pt x="1473215" y="285245"/>
                  </a:lnTo>
                  <a:lnTo>
                    <a:pt x="1498218" y="214122"/>
                  </a:lnTo>
                  <a:lnTo>
                    <a:pt x="1523148" y="142853"/>
                  </a:lnTo>
                  <a:lnTo>
                    <a:pt x="1540970" y="85455"/>
                  </a:lnTo>
                  <a:lnTo>
                    <a:pt x="1551672" y="41939"/>
                  </a:lnTo>
                  <a:lnTo>
                    <a:pt x="1555241" y="12319"/>
                  </a:lnTo>
                  <a:lnTo>
                    <a:pt x="1712467" y="12319"/>
                  </a:lnTo>
                  <a:lnTo>
                    <a:pt x="1714584" y="83570"/>
                  </a:lnTo>
                  <a:lnTo>
                    <a:pt x="1717230" y="130254"/>
                  </a:lnTo>
                  <a:lnTo>
                    <a:pt x="1720934" y="184314"/>
                  </a:lnTo>
                  <a:lnTo>
                    <a:pt x="1725697" y="245754"/>
                  </a:lnTo>
                  <a:lnTo>
                    <a:pt x="1731517" y="314579"/>
                  </a:lnTo>
                  <a:lnTo>
                    <a:pt x="1738362" y="393416"/>
                  </a:lnTo>
                  <a:lnTo>
                    <a:pt x="1743665" y="455892"/>
                  </a:lnTo>
                  <a:lnTo>
                    <a:pt x="1747437" y="502012"/>
                  </a:lnTo>
                  <a:lnTo>
                    <a:pt x="1749692" y="531783"/>
                  </a:lnTo>
                  <a:lnTo>
                    <a:pt x="1750440" y="545211"/>
                  </a:lnTo>
                  <a:lnTo>
                    <a:pt x="1631441" y="545211"/>
                  </a:lnTo>
                  <a:lnTo>
                    <a:pt x="1631092" y="513572"/>
                  </a:lnTo>
                  <a:lnTo>
                    <a:pt x="1630048" y="474284"/>
                  </a:lnTo>
                  <a:lnTo>
                    <a:pt x="1628314" y="427344"/>
                  </a:lnTo>
                  <a:lnTo>
                    <a:pt x="1625898" y="372755"/>
                  </a:lnTo>
                  <a:lnTo>
                    <a:pt x="1622805" y="310515"/>
                  </a:lnTo>
                  <a:lnTo>
                    <a:pt x="1619021" y="235696"/>
                  </a:lnTo>
                  <a:lnTo>
                    <a:pt x="1616249" y="176403"/>
                  </a:lnTo>
                  <a:lnTo>
                    <a:pt x="1614501" y="132635"/>
                  </a:lnTo>
                  <a:lnTo>
                    <a:pt x="1613788" y="104394"/>
                  </a:lnTo>
                  <a:lnTo>
                    <a:pt x="1607692" y="104394"/>
                  </a:lnTo>
                  <a:lnTo>
                    <a:pt x="1593905" y="164669"/>
                  </a:lnTo>
                  <a:lnTo>
                    <a:pt x="1575264" y="232328"/>
                  </a:lnTo>
                  <a:lnTo>
                    <a:pt x="1560671" y="277256"/>
                  </a:lnTo>
                  <a:lnTo>
                    <a:pt x="1542220" y="330019"/>
                  </a:lnTo>
                  <a:lnTo>
                    <a:pt x="1519935" y="390652"/>
                  </a:lnTo>
                  <a:lnTo>
                    <a:pt x="1498693" y="448752"/>
                  </a:lnTo>
                  <a:lnTo>
                    <a:pt x="1483534" y="493887"/>
                  </a:lnTo>
                  <a:lnTo>
                    <a:pt x="1474448" y="526043"/>
                  </a:lnTo>
                  <a:lnTo>
                    <a:pt x="1471421" y="545211"/>
                  </a:lnTo>
                  <a:lnTo>
                    <a:pt x="1380870" y="545211"/>
                  </a:lnTo>
                  <a:lnTo>
                    <a:pt x="1369266" y="493093"/>
                  </a:lnTo>
                  <a:lnTo>
                    <a:pt x="1354778" y="447645"/>
                  </a:lnTo>
                  <a:lnTo>
                    <a:pt x="1334515" y="389255"/>
                  </a:lnTo>
                  <a:lnTo>
                    <a:pt x="1313277" y="329247"/>
                  </a:lnTo>
                  <a:lnTo>
                    <a:pt x="1296050" y="278955"/>
                  </a:lnTo>
                  <a:lnTo>
                    <a:pt x="1282848" y="238379"/>
                  </a:lnTo>
                  <a:lnTo>
                    <a:pt x="1266896" y="181582"/>
                  </a:lnTo>
                  <a:lnTo>
                    <a:pt x="1255466" y="130044"/>
                  </a:lnTo>
                  <a:lnTo>
                    <a:pt x="1250822" y="104394"/>
                  </a:lnTo>
                  <a:lnTo>
                    <a:pt x="1244599" y="104394"/>
                  </a:lnTo>
                  <a:lnTo>
                    <a:pt x="1243836" y="137306"/>
                  </a:lnTo>
                  <a:lnTo>
                    <a:pt x="1241917" y="184816"/>
                  </a:lnTo>
                  <a:lnTo>
                    <a:pt x="1238831" y="246947"/>
                  </a:lnTo>
                  <a:lnTo>
                    <a:pt x="1234566" y="323723"/>
                  </a:lnTo>
                  <a:lnTo>
                    <a:pt x="1230399" y="400657"/>
                  </a:lnTo>
                  <a:lnTo>
                    <a:pt x="1227423" y="463232"/>
                  </a:lnTo>
                  <a:lnTo>
                    <a:pt x="1225637" y="511425"/>
                  </a:lnTo>
                  <a:lnTo>
                    <a:pt x="1225041" y="545211"/>
                  </a:lnTo>
                  <a:lnTo>
                    <a:pt x="1116964" y="545211"/>
                  </a:lnTo>
                  <a:lnTo>
                    <a:pt x="1121711" y="499931"/>
                  </a:lnTo>
                  <a:lnTo>
                    <a:pt x="1127636" y="450744"/>
                  </a:lnTo>
                  <a:lnTo>
                    <a:pt x="1135919" y="383841"/>
                  </a:lnTo>
                  <a:lnTo>
                    <a:pt x="1146555" y="299212"/>
                  </a:lnTo>
                  <a:lnTo>
                    <a:pt x="1155636" y="226314"/>
                  </a:lnTo>
                  <a:lnTo>
                    <a:pt x="1163065" y="163449"/>
                  </a:lnTo>
                  <a:lnTo>
                    <a:pt x="1168844" y="110617"/>
                  </a:lnTo>
                  <a:lnTo>
                    <a:pt x="1172971" y="67818"/>
                  </a:lnTo>
                  <a:lnTo>
                    <a:pt x="1175448" y="35052"/>
                  </a:lnTo>
                  <a:lnTo>
                    <a:pt x="1176273" y="12319"/>
                  </a:lnTo>
                  <a:close/>
                </a:path>
                <a:path w="2429509" h="560070">
                  <a:moveTo>
                    <a:pt x="617219" y="12319"/>
                  </a:moveTo>
                  <a:lnTo>
                    <a:pt x="949578" y="12319"/>
                  </a:lnTo>
                  <a:lnTo>
                    <a:pt x="945006" y="101981"/>
                  </a:lnTo>
                  <a:lnTo>
                    <a:pt x="885074" y="99073"/>
                  </a:lnTo>
                  <a:lnTo>
                    <a:pt x="827976" y="97012"/>
                  </a:lnTo>
                  <a:lnTo>
                    <a:pt x="773735" y="95783"/>
                  </a:lnTo>
                  <a:lnTo>
                    <a:pt x="722375" y="95377"/>
                  </a:lnTo>
                  <a:lnTo>
                    <a:pt x="724189" y="125120"/>
                  </a:lnTo>
                  <a:lnTo>
                    <a:pt x="725455" y="157400"/>
                  </a:lnTo>
                  <a:lnTo>
                    <a:pt x="726197" y="192228"/>
                  </a:lnTo>
                  <a:lnTo>
                    <a:pt x="726439" y="229616"/>
                  </a:lnTo>
                  <a:lnTo>
                    <a:pt x="769947" y="229332"/>
                  </a:lnTo>
                  <a:lnTo>
                    <a:pt x="814943" y="228488"/>
                  </a:lnTo>
                  <a:lnTo>
                    <a:pt x="861439" y="227097"/>
                  </a:lnTo>
                  <a:lnTo>
                    <a:pt x="909446" y="225171"/>
                  </a:lnTo>
                  <a:lnTo>
                    <a:pt x="909446" y="310642"/>
                  </a:lnTo>
                  <a:lnTo>
                    <a:pt x="862081" y="308881"/>
                  </a:lnTo>
                  <a:lnTo>
                    <a:pt x="815800" y="307609"/>
                  </a:lnTo>
                  <a:lnTo>
                    <a:pt x="770590" y="306837"/>
                  </a:lnTo>
                  <a:lnTo>
                    <a:pt x="726439" y="306578"/>
                  </a:lnTo>
                  <a:lnTo>
                    <a:pt x="726652" y="347442"/>
                  </a:lnTo>
                  <a:lnTo>
                    <a:pt x="727281" y="386984"/>
                  </a:lnTo>
                  <a:lnTo>
                    <a:pt x="728315" y="425217"/>
                  </a:lnTo>
                  <a:lnTo>
                    <a:pt x="729741" y="462153"/>
                  </a:lnTo>
                  <a:lnTo>
                    <a:pt x="775203" y="461865"/>
                  </a:lnTo>
                  <a:lnTo>
                    <a:pt x="821830" y="461011"/>
                  </a:lnTo>
                  <a:lnTo>
                    <a:pt x="869626" y="459601"/>
                  </a:lnTo>
                  <a:lnTo>
                    <a:pt x="918600" y="457650"/>
                  </a:lnTo>
                  <a:lnTo>
                    <a:pt x="968755" y="455168"/>
                  </a:lnTo>
                  <a:lnTo>
                    <a:pt x="965453" y="545211"/>
                  </a:lnTo>
                  <a:lnTo>
                    <a:pt x="617219" y="545211"/>
                  </a:lnTo>
                  <a:lnTo>
                    <a:pt x="619140" y="494493"/>
                  </a:lnTo>
                  <a:lnTo>
                    <a:pt x="620633" y="441251"/>
                  </a:lnTo>
                  <a:lnTo>
                    <a:pt x="621700" y="385492"/>
                  </a:lnTo>
                  <a:lnTo>
                    <a:pt x="622340" y="327222"/>
                  </a:lnTo>
                  <a:lnTo>
                    <a:pt x="622553" y="266446"/>
                  </a:lnTo>
                  <a:lnTo>
                    <a:pt x="622340" y="208610"/>
                  </a:lnTo>
                  <a:lnTo>
                    <a:pt x="621700" y="154279"/>
                  </a:lnTo>
                  <a:lnTo>
                    <a:pt x="620633" y="103454"/>
                  </a:lnTo>
                  <a:lnTo>
                    <a:pt x="619140" y="56134"/>
                  </a:lnTo>
                  <a:lnTo>
                    <a:pt x="617219" y="12319"/>
                  </a:lnTo>
                  <a:close/>
                </a:path>
                <a:path w="2429509" h="560070">
                  <a:moveTo>
                    <a:pt x="169417" y="9906"/>
                  </a:moveTo>
                  <a:lnTo>
                    <a:pt x="225288" y="12848"/>
                  </a:lnTo>
                  <a:lnTo>
                    <a:pt x="274643" y="21679"/>
                  </a:lnTo>
                  <a:lnTo>
                    <a:pt x="317486" y="36405"/>
                  </a:lnTo>
                  <a:lnTo>
                    <a:pt x="353826" y="57032"/>
                  </a:lnTo>
                  <a:lnTo>
                    <a:pt x="383666" y="83566"/>
                  </a:lnTo>
                  <a:lnTo>
                    <a:pt x="412763" y="122189"/>
                  </a:lnTo>
                  <a:lnTo>
                    <a:pt x="433562" y="164528"/>
                  </a:lnTo>
                  <a:lnTo>
                    <a:pt x="446049" y="210581"/>
                  </a:lnTo>
                  <a:lnTo>
                    <a:pt x="450214" y="260350"/>
                  </a:lnTo>
                  <a:lnTo>
                    <a:pt x="445549" y="316616"/>
                  </a:lnTo>
                  <a:lnTo>
                    <a:pt x="431561" y="369204"/>
                  </a:lnTo>
                  <a:lnTo>
                    <a:pt x="408263" y="418101"/>
                  </a:lnTo>
                  <a:lnTo>
                    <a:pt x="375665" y="463296"/>
                  </a:lnTo>
                  <a:lnTo>
                    <a:pt x="343480" y="494568"/>
                  </a:lnTo>
                  <a:lnTo>
                    <a:pt x="306515" y="518891"/>
                  </a:lnTo>
                  <a:lnTo>
                    <a:pt x="264776" y="536265"/>
                  </a:lnTo>
                  <a:lnTo>
                    <a:pt x="218271" y="546689"/>
                  </a:lnTo>
                  <a:lnTo>
                    <a:pt x="167004" y="550164"/>
                  </a:lnTo>
                  <a:lnTo>
                    <a:pt x="133838" y="549854"/>
                  </a:lnTo>
                  <a:lnTo>
                    <a:pt x="94932" y="548925"/>
                  </a:lnTo>
                  <a:lnTo>
                    <a:pt x="50311" y="547377"/>
                  </a:lnTo>
                  <a:lnTo>
                    <a:pt x="0" y="545211"/>
                  </a:lnTo>
                  <a:lnTo>
                    <a:pt x="1920" y="494493"/>
                  </a:lnTo>
                  <a:lnTo>
                    <a:pt x="3413" y="441251"/>
                  </a:lnTo>
                  <a:lnTo>
                    <a:pt x="4480" y="385492"/>
                  </a:lnTo>
                  <a:lnTo>
                    <a:pt x="5120" y="327222"/>
                  </a:lnTo>
                  <a:lnTo>
                    <a:pt x="5333" y="266446"/>
                  </a:lnTo>
                  <a:lnTo>
                    <a:pt x="5120" y="208610"/>
                  </a:lnTo>
                  <a:lnTo>
                    <a:pt x="4480" y="154279"/>
                  </a:lnTo>
                  <a:lnTo>
                    <a:pt x="3413" y="103454"/>
                  </a:lnTo>
                  <a:lnTo>
                    <a:pt x="1920" y="56134"/>
                  </a:lnTo>
                  <a:lnTo>
                    <a:pt x="0" y="12319"/>
                  </a:lnTo>
                  <a:lnTo>
                    <a:pt x="71627" y="12319"/>
                  </a:lnTo>
                  <a:lnTo>
                    <a:pt x="81482" y="12245"/>
                  </a:lnTo>
                  <a:lnTo>
                    <a:pt x="93503" y="12017"/>
                  </a:lnTo>
                  <a:lnTo>
                    <a:pt x="107668" y="11622"/>
                  </a:lnTo>
                  <a:lnTo>
                    <a:pt x="123951" y="11049"/>
                  </a:lnTo>
                  <a:lnTo>
                    <a:pt x="139860" y="10548"/>
                  </a:lnTo>
                  <a:lnTo>
                    <a:pt x="152733" y="10191"/>
                  </a:lnTo>
                  <a:lnTo>
                    <a:pt x="162581" y="9977"/>
                  </a:lnTo>
                  <a:lnTo>
                    <a:pt x="169417" y="9906"/>
                  </a:lnTo>
                  <a:close/>
                </a:path>
                <a:path w="2429509" h="560070">
                  <a:moveTo>
                    <a:pt x="2175255" y="0"/>
                  </a:moveTo>
                  <a:lnTo>
                    <a:pt x="2227072" y="4736"/>
                  </a:lnTo>
                  <a:lnTo>
                    <a:pt x="2274506" y="18938"/>
                  </a:lnTo>
                  <a:lnTo>
                    <a:pt x="2317559" y="42594"/>
                  </a:lnTo>
                  <a:lnTo>
                    <a:pt x="2356230" y="75692"/>
                  </a:lnTo>
                  <a:lnTo>
                    <a:pt x="2388068" y="116199"/>
                  </a:lnTo>
                  <a:lnTo>
                    <a:pt x="2410809" y="161909"/>
                  </a:lnTo>
                  <a:lnTo>
                    <a:pt x="2424453" y="212834"/>
                  </a:lnTo>
                  <a:lnTo>
                    <a:pt x="2429002" y="268986"/>
                  </a:lnTo>
                  <a:lnTo>
                    <a:pt x="2425923" y="317493"/>
                  </a:lnTo>
                  <a:lnTo>
                    <a:pt x="2416688" y="362581"/>
                  </a:lnTo>
                  <a:lnTo>
                    <a:pt x="2401295" y="404244"/>
                  </a:lnTo>
                  <a:lnTo>
                    <a:pt x="2379746" y="442474"/>
                  </a:lnTo>
                  <a:lnTo>
                    <a:pt x="2352040" y="477266"/>
                  </a:lnTo>
                  <a:lnTo>
                    <a:pt x="2311348" y="513437"/>
                  </a:lnTo>
                  <a:lnTo>
                    <a:pt x="2266061" y="539273"/>
                  </a:lnTo>
                  <a:lnTo>
                    <a:pt x="2216201" y="554775"/>
                  </a:lnTo>
                  <a:lnTo>
                    <a:pt x="2161793" y="559943"/>
                  </a:lnTo>
                  <a:lnTo>
                    <a:pt x="2109979" y="555202"/>
                  </a:lnTo>
                  <a:lnTo>
                    <a:pt x="2062559" y="540972"/>
                  </a:lnTo>
                  <a:lnTo>
                    <a:pt x="2019544" y="517241"/>
                  </a:lnTo>
                  <a:lnTo>
                    <a:pt x="1980945" y="483997"/>
                  </a:lnTo>
                  <a:lnTo>
                    <a:pt x="1949035" y="443495"/>
                  </a:lnTo>
                  <a:lnTo>
                    <a:pt x="1926256" y="397827"/>
                  </a:lnTo>
                  <a:lnTo>
                    <a:pt x="1912598" y="347015"/>
                  </a:lnTo>
                  <a:lnTo>
                    <a:pt x="1908047" y="291084"/>
                  </a:lnTo>
                  <a:lnTo>
                    <a:pt x="1911126" y="242514"/>
                  </a:lnTo>
                  <a:lnTo>
                    <a:pt x="1920361" y="197388"/>
                  </a:lnTo>
                  <a:lnTo>
                    <a:pt x="1935754" y="155707"/>
                  </a:lnTo>
                  <a:lnTo>
                    <a:pt x="1957303" y="117469"/>
                  </a:lnTo>
                  <a:lnTo>
                    <a:pt x="1985009" y="82677"/>
                  </a:lnTo>
                  <a:lnTo>
                    <a:pt x="2025755" y="46505"/>
                  </a:lnTo>
                  <a:lnTo>
                    <a:pt x="2071036" y="20669"/>
                  </a:lnTo>
                  <a:lnTo>
                    <a:pt x="2120866" y="5167"/>
                  </a:lnTo>
                  <a:lnTo>
                    <a:pt x="2175255" y="0"/>
                  </a:lnTo>
                  <a:close/>
                </a:path>
              </a:pathLst>
            </a:custGeom>
            <a:ln w="6096">
              <a:solidFill>
                <a:srgbClr val="4584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/>
            <a:r>
              <a:rPr lang="en-US" sz="5400" kern="1200" spc="-225">
                <a:solidFill>
                  <a:schemeClr val="tx1"/>
                </a:solidFill>
                <a:latin typeface="+mj-lt"/>
                <a:ea typeface="+mj-ea"/>
                <a:cs typeface="+mj-cs"/>
              </a:rPr>
              <a:t>IV.</a:t>
            </a:r>
            <a:r>
              <a:rPr lang="en-US" sz="5400" kern="1200" spc="-25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spc="-130">
                <a:solidFill>
                  <a:schemeClr val="tx1"/>
                </a:solidFill>
                <a:latin typeface="+mj-lt"/>
                <a:ea typeface="+mj-ea"/>
                <a:cs typeface="+mj-cs"/>
              </a:rPr>
              <a:t>Join</a:t>
            </a:r>
            <a:r>
              <a:rPr lang="en-US" sz="5400" kern="1200" spc="-23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spc="-2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Pattern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/>
          <p:nvPr/>
        </p:nvSpPr>
        <p:spPr>
          <a:xfrm>
            <a:off x="793660" y="2599509"/>
            <a:ext cx="10143668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indent="-228600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</a:pPr>
            <a:r>
              <a:rPr lang="en-US" sz="2000"/>
              <a:t>∗</a:t>
            </a:r>
            <a:r>
              <a:rPr lang="en-US" sz="2000" spc="-60"/>
              <a:t>  </a:t>
            </a:r>
            <a:r>
              <a:rPr lang="en-US" sz="2000" spc="-114"/>
              <a:t>The</a:t>
            </a:r>
            <a:r>
              <a:rPr lang="en-US" sz="2000" spc="-95"/>
              <a:t> </a:t>
            </a:r>
            <a:r>
              <a:rPr lang="en-US" sz="2000" spc="-215"/>
              <a:t>SQL</a:t>
            </a:r>
            <a:r>
              <a:rPr lang="en-US" sz="2000" spc="-100"/>
              <a:t> </a:t>
            </a:r>
            <a:r>
              <a:rPr lang="en-US" sz="2000" b="1" spc="-185"/>
              <a:t>Joins</a:t>
            </a:r>
            <a:r>
              <a:rPr lang="en-US" sz="2000" b="1" spc="-110"/>
              <a:t> </a:t>
            </a:r>
            <a:r>
              <a:rPr lang="en-US" sz="2000" spc="-95"/>
              <a:t>clause</a:t>
            </a:r>
            <a:r>
              <a:rPr lang="en-US" sz="2000" spc="-80"/>
              <a:t> </a:t>
            </a:r>
            <a:r>
              <a:rPr lang="en-US" sz="2000" spc="-100"/>
              <a:t>is</a:t>
            </a:r>
            <a:r>
              <a:rPr lang="en-US" sz="2000" spc="-105"/>
              <a:t> </a:t>
            </a:r>
            <a:r>
              <a:rPr lang="en-US" sz="2000" spc="-85"/>
              <a:t>used</a:t>
            </a:r>
            <a:r>
              <a:rPr lang="en-US" sz="2000" spc="-95"/>
              <a:t> </a:t>
            </a:r>
            <a:r>
              <a:rPr lang="en-US" sz="2000" spc="80"/>
              <a:t>to</a:t>
            </a:r>
            <a:r>
              <a:rPr lang="en-US" sz="2000" spc="-105"/>
              <a:t> </a:t>
            </a:r>
            <a:r>
              <a:rPr lang="en-US" sz="2000" spc="-45"/>
              <a:t>combine</a:t>
            </a:r>
            <a:r>
              <a:rPr lang="en-US" sz="2000" spc="-100"/>
              <a:t> </a:t>
            </a:r>
            <a:r>
              <a:rPr lang="en-US" sz="2000" spc="-50"/>
              <a:t>records</a:t>
            </a:r>
            <a:r>
              <a:rPr lang="en-US" sz="2000" spc="-114"/>
              <a:t> </a:t>
            </a:r>
            <a:r>
              <a:rPr lang="en-US" sz="2000"/>
              <a:t>from</a:t>
            </a:r>
            <a:r>
              <a:rPr lang="en-US" sz="2000" spc="-95"/>
              <a:t> </a:t>
            </a:r>
            <a:r>
              <a:rPr lang="en-US" sz="2000" spc="80"/>
              <a:t>two</a:t>
            </a:r>
            <a:r>
              <a:rPr lang="en-US" sz="2000" spc="-114"/>
              <a:t> </a:t>
            </a:r>
            <a:r>
              <a:rPr lang="en-US" sz="2000"/>
              <a:t>or</a:t>
            </a:r>
            <a:r>
              <a:rPr lang="en-US" sz="2000" spc="-95"/>
              <a:t> </a:t>
            </a:r>
            <a:r>
              <a:rPr lang="en-US" sz="2000" spc="-35"/>
              <a:t>more</a:t>
            </a:r>
            <a:r>
              <a:rPr lang="en-US" sz="2000" spc="-114"/>
              <a:t> </a:t>
            </a:r>
            <a:r>
              <a:rPr lang="en-US" sz="2000" spc="-40"/>
              <a:t>tables</a:t>
            </a:r>
            <a:r>
              <a:rPr lang="en-US" sz="2000" spc="-100"/>
              <a:t> </a:t>
            </a:r>
            <a:r>
              <a:rPr lang="en-US" sz="2000" spc="-25"/>
              <a:t>in</a:t>
            </a:r>
            <a:r>
              <a:rPr lang="en-US" sz="2000" spc="-100"/>
              <a:t> </a:t>
            </a:r>
            <a:r>
              <a:rPr lang="en-US" sz="2000" spc="-140"/>
              <a:t>a</a:t>
            </a:r>
            <a:r>
              <a:rPr lang="en-US" sz="2000" spc="-85"/>
              <a:t> </a:t>
            </a:r>
            <a:r>
              <a:rPr lang="en-US" sz="2000" spc="-10"/>
              <a:t>database</a:t>
            </a:r>
            <a:endParaRPr lang="en-US" sz="2000"/>
          </a:p>
          <a:p>
            <a:pPr marL="12700" indent="-228600">
              <a:lnSpc>
                <a:spcPct val="90000"/>
              </a:lnSpc>
              <a:spcBef>
                <a:spcPts val="360"/>
              </a:spcBef>
              <a:buFont typeface="Arial" panose="020B0604020202020204" pitchFamily="34" charset="0"/>
              <a:buChar char="•"/>
            </a:pPr>
            <a:r>
              <a:rPr lang="en-US" sz="2000"/>
              <a:t>∗</a:t>
            </a:r>
            <a:r>
              <a:rPr lang="en-US" sz="2000" spc="-65"/>
              <a:t>  </a:t>
            </a:r>
            <a:r>
              <a:rPr lang="en-US" sz="2000" spc="-85"/>
              <a:t>Joins</a:t>
            </a:r>
            <a:r>
              <a:rPr lang="en-US" sz="2000" spc="-90"/>
              <a:t> </a:t>
            </a:r>
            <a:r>
              <a:rPr lang="en-US" sz="2000" spc="-65"/>
              <a:t>are</a:t>
            </a:r>
            <a:r>
              <a:rPr lang="en-US" sz="2000" spc="-110"/>
              <a:t> </a:t>
            </a:r>
            <a:r>
              <a:rPr lang="en-US" sz="2000" spc="-60"/>
              <a:t>possibly</a:t>
            </a:r>
            <a:r>
              <a:rPr lang="en-US" sz="2000" spc="-100"/>
              <a:t> </a:t>
            </a:r>
            <a:r>
              <a:rPr lang="en-US" sz="2000" spc="-45"/>
              <a:t>one</a:t>
            </a:r>
            <a:r>
              <a:rPr lang="en-US" sz="2000" spc="-105"/>
              <a:t> </a:t>
            </a:r>
            <a:r>
              <a:rPr lang="en-US" sz="2000" spc="55"/>
              <a:t>of</a:t>
            </a:r>
            <a:r>
              <a:rPr lang="en-US" sz="2000" spc="-114"/>
              <a:t> </a:t>
            </a:r>
            <a:r>
              <a:rPr lang="en-US" sz="2000"/>
              <a:t>the</a:t>
            </a:r>
            <a:r>
              <a:rPr lang="en-US" sz="2000" spc="-105"/>
              <a:t> </a:t>
            </a:r>
            <a:r>
              <a:rPr lang="en-US" sz="2000" spc="-10"/>
              <a:t>most</a:t>
            </a:r>
            <a:r>
              <a:rPr lang="en-US" sz="2000" spc="-120"/>
              <a:t> </a:t>
            </a:r>
            <a:r>
              <a:rPr lang="en-US" sz="2000" spc="-35"/>
              <a:t>complex</a:t>
            </a:r>
            <a:r>
              <a:rPr lang="en-US" sz="2000" spc="-100"/>
              <a:t> </a:t>
            </a:r>
            <a:r>
              <a:rPr lang="en-US" sz="2000" spc="-35"/>
              <a:t>operations</a:t>
            </a:r>
            <a:r>
              <a:rPr lang="en-US" sz="2000" spc="-120"/>
              <a:t> </a:t>
            </a:r>
            <a:r>
              <a:rPr lang="en-US" sz="2000" spc="-50"/>
              <a:t>one</a:t>
            </a:r>
            <a:r>
              <a:rPr lang="en-US" sz="2000" spc="-95"/>
              <a:t> </a:t>
            </a:r>
            <a:r>
              <a:rPr lang="en-US" sz="2000" spc="-90"/>
              <a:t>can</a:t>
            </a:r>
            <a:r>
              <a:rPr lang="en-US" sz="2000" spc="-105"/>
              <a:t> </a:t>
            </a:r>
            <a:r>
              <a:rPr lang="en-US" sz="2000" spc="-45"/>
              <a:t>execute</a:t>
            </a:r>
            <a:r>
              <a:rPr lang="en-US" sz="2000" spc="-114"/>
              <a:t> </a:t>
            </a:r>
            <a:r>
              <a:rPr lang="en-US" sz="2000" spc="-30"/>
              <a:t>in</a:t>
            </a:r>
            <a:r>
              <a:rPr lang="en-US" sz="2000" spc="-95"/>
              <a:t> </a:t>
            </a:r>
            <a:r>
              <a:rPr lang="en-US" sz="2000" spc="-10"/>
              <a:t>MapReduce</a:t>
            </a:r>
            <a:endParaRPr lang="en-US" sz="2000"/>
          </a:p>
          <a:p>
            <a:pPr marL="286385" marR="423545" indent="-228600">
              <a:lnSpc>
                <a:spcPct val="90000"/>
              </a:lnSpc>
              <a:spcBef>
                <a:spcPts val="635"/>
              </a:spcBef>
              <a:buFont typeface="Arial" panose="020B0604020202020204" pitchFamily="34" charset="0"/>
              <a:buChar char="•"/>
            </a:pPr>
            <a:r>
              <a:rPr lang="en-US" sz="2000"/>
              <a:t>∗</a:t>
            </a:r>
            <a:r>
              <a:rPr lang="en-US" sz="2000" spc="480"/>
              <a:t> </a:t>
            </a:r>
            <a:r>
              <a:rPr lang="en-US" sz="2000" spc="-100"/>
              <a:t>MapReduce</a:t>
            </a:r>
            <a:r>
              <a:rPr lang="en-US" sz="2000" spc="-40"/>
              <a:t> </a:t>
            </a:r>
            <a:r>
              <a:rPr lang="en-US" sz="2000" spc="-180"/>
              <a:t>is</a:t>
            </a:r>
            <a:r>
              <a:rPr lang="en-US" sz="2000" spc="45"/>
              <a:t> </a:t>
            </a:r>
            <a:r>
              <a:rPr lang="en-US" sz="2000" spc="-55"/>
              <a:t>very</a:t>
            </a:r>
            <a:r>
              <a:rPr lang="en-US" sz="2000" spc="-65"/>
              <a:t> </a:t>
            </a:r>
            <a:r>
              <a:rPr lang="en-US" sz="2000" spc="-30"/>
              <a:t>good</a:t>
            </a:r>
            <a:r>
              <a:rPr lang="en-US" sz="2000" spc="-80"/>
              <a:t> </a:t>
            </a:r>
            <a:r>
              <a:rPr lang="en-US" sz="2000"/>
              <a:t>at</a:t>
            </a:r>
            <a:r>
              <a:rPr lang="en-US" sz="2000" spc="-60"/>
              <a:t> </a:t>
            </a:r>
            <a:r>
              <a:rPr lang="en-US" sz="2000" spc="-75"/>
              <a:t>processing</a:t>
            </a:r>
            <a:r>
              <a:rPr lang="en-US" sz="2000" spc="-55"/>
              <a:t> </a:t>
            </a:r>
            <a:r>
              <a:rPr lang="en-US" sz="2000" spc="-60"/>
              <a:t>large</a:t>
            </a:r>
            <a:r>
              <a:rPr lang="en-US" sz="2000" spc="-65"/>
              <a:t> </a:t>
            </a:r>
            <a:r>
              <a:rPr lang="en-US" sz="2000" spc="-35"/>
              <a:t>data</a:t>
            </a:r>
            <a:r>
              <a:rPr lang="en-US" sz="2000" spc="-60"/>
              <a:t> </a:t>
            </a:r>
            <a:r>
              <a:rPr lang="en-US" sz="2000" spc="-85"/>
              <a:t>sets</a:t>
            </a:r>
            <a:r>
              <a:rPr lang="en-US" sz="2000" spc="-55"/>
              <a:t> </a:t>
            </a:r>
            <a:r>
              <a:rPr lang="en-US" sz="2000" spc="-80"/>
              <a:t>by</a:t>
            </a:r>
            <a:r>
              <a:rPr lang="en-US" sz="2000" spc="-55"/>
              <a:t> </a:t>
            </a:r>
            <a:r>
              <a:rPr lang="en-US" sz="2000" spc="-25"/>
              <a:t>looking</a:t>
            </a:r>
            <a:r>
              <a:rPr lang="en-US" sz="2000" spc="-60"/>
              <a:t> </a:t>
            </a:r>
            <a:r>
              <a:rPr lang="en-US" sz="2000"/>
              <a:t>at</a:t>
            </a:r>
            <a:r>
              <a:rPr lang="en-US" sz="2000" spc="-65"/>
              <a:t> every</a:t>
            </a:r>
            <a:r>
              <a:rPr lang="en-US" sz="2000" spc="-75"/>
              <a:t> </a:t>
            </a:r>
            <a:r>
              <a:rPr lang="en-US" sz="2000" spc="-30"/>
              <a:t>record</a:t>
            </a:r>
            <a:r>
              <a:rPr lang="en-US" sz="2000" spc="-60"/>
              <a:t> </a:t>
            </a:r>
            <a:r>
              <a:rPr lang="en-US" sz="2000" spc="-25"/>
              <a:t>or </a:t>
            </a:r>
            <a:r>
              <a:rPr lang="en-US" sz="2000" spc="-20"/>
              <a:t>group</a:t>
            </a:r>
            <a:r>
              <a:rPr lang="en-US" sz="2000" spc="-120"/>
              <a:t> </a:t>
            </a:r>
            <a:r>
              <a:rPr lang="en-US" sz="2000" spc="-30"/>
              <a:t>in</a:t>
            </a:r>
            <a:r>
              <a:rPr lang="en-US" sz="2000" spc="-105"/>
              <a:t> </a:t>
            </a:r>
            <a:r>
              <a:rPr lang="en-US" sz="2000" spc="-30"/>
              <a:t>isolation,</a:t>
            </a:r>
            <a:r>
              <a:rPr lang="en-US" sz="2000" spc="-70"/>
              <a:t> </a:t>
            </a:r>
            <a:r>
              <a:rPr lang="en-US" sz="2000" spc="-170"/>
              <a:t>so</a:t>
            </a:r>
            <a:r>
              <a:rPr lang="en-US" sz="2000" spc="30"/>
              <a:t> </a:t>
            </a:r>
            <a:r>
              <a:rPr lang="en-US" sz="2000" spc="-30"/>
              <a:t>joining</a:t>
            </a:r>
            <a:r>
              <a:rPr lang="en-US" sz="2000" spc="-35"/>
              <a:t> </a:t>
            </a:r>
            <a:r>
              <a:rPr lang="en-US" sz="2000" spc="80"/>
              <a:t>two</a:t>
            </a:r>
            <a:r>
              <a:rPr lang="en-US" sz="2000" spc="-50"/>
              <a:t> </a:t>
            </a:r>
            <a:r>
              <a:rPr lang="en-US" sz="2000" spc="-55"/>
              <a:t>very</a:t>
            </a:r>
            <a:r>
              <a:rPr lang="en-US" sz="2000" spc="-60"/>
              <a:t> large </a:t>
            </a:r>
            <a:r>
              <a:rPr lang="en-US" sz="2000" spc="-35"/>
              <a:t>data</a:t>
            </a:r>
            <a:r>
              <a:rPr lang="en-US" sz="2000" spc="-55"/>
              <a:t> </a:t>
            </a:r>
            <a:r>
              <a:rPr lang="en-US" sz="2000" spc="-85"/>
              <a:t>sets</a:t>
            </a:r>
            <a:r>
              <a:rPr lang="en-US" sz="2000" spc="-55"/>
              <a:t> </a:t>
            </a:r>
            <a:r>
              <a:rPr lang="en-US" sz="2000"/>
              <a:t>together</a:t>
            </a:r>
            <a:r>
              <a:rPr lang="en-US" sz="2000" spc="-70"/>
              <a:t> </a:t>
            </a:r>
            <a:r>
              <a:rPr lang="en-US" sz="2000" spc="-95"/>
              <a:t>does</a:t>
            </a:r>
            <a:r>
              <a:rPr lang="en-US" sz="2000" spc="-40"/>
              <a:t> </a:t>
            </a:r>
            <a:r>
              <a:rPr lang="en-US" sz="2000"/>
              <a:t>not</a:t>
            </a:r>
            <a:r>
              <a:rPr lang="en-US" sz="2000" spc="-65"/>
              <a:t> </a:t>
            </a:r>
            <a:r>
              <a:rPr lang="en-US" sz="2000" spc="90"/>
              <a:t>fit</a:t>
            </a:r>
            <a:r>
              <a:rPr lang="en-US" sz="2000" spc="-70"/>
              <a:t> </a:t>
            </a:r>
            <a:r>
              <a:rPr lang="en-US" sz="2000"/>
              <a:t>into</a:t>
            </a:r>
            <a:r>
              <a:rPr lang="en-US" sz="2000" spc="-55"/>
              <a:t> </a:t>
            </a:r>
            <a:r>
              <a:rPr lang="en-US" sz="2000" spc="-25"/>
              <a:t>the </a:t>
            </a:r>
            <a:r>
              <a:rPr lang="en-US" sz="2000" spc="-45"/>
              <a:t>paradigm</a:t>
            </a:r>
            <a:r>
              <a:rPr lang="en-US" sz="2000" spc="-80"/>
              <a:t> </a:t>
            </a:r>
            <a:r>
              <a:rPr lang="en-US" sz="2000" spc="-10"/>
              <a:t>gracefully</a:t>
            </a:r>
            <a:endParaRPr lang="en-US" sz="2000"/>
          </a:p>
          <a:p>
            <a:pPr marL="12700" indent="-228600">
              <a:lnSpc>
                <a:spcPct val="90000"/>
              </a:lnSpc>
              <a:spcBef>
                <a:spcPts val="675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000" spc="-50"/>
              <a:t>∗</a:t>
            </a:r>
            <a:r>
              <a:rPr lang="en-US" sz="2000"/>
              <a:t>	</a:t>
            </a:r>
            <a:r>
              <a:rPr lang="en-US" sz="2000" spc="-135"/>
              <a:t>We</a:t>
            </a:r>
            <a:r>
              <a:rPr lang="en-US" sz="2000" spc="-100"/>
              <a:t> </a:t>
            </a:r>
            <a:r>
              <a:rPr lang="en-US" sz="2000" spc="-70"/>
              <a:t>need</a:t>
            </a:r>
            <a:r>
              <a:rPr lang="en-US" sz="2000" spc="-100"/>
              <a:t> </a:t>
            </a:r>
            <a:r>
              <a:rPr lang="en-US" sz="2000" spc="80"/>
              <a:t>to</a:t>
            </a:r>
            <a:r>
              <a:rPr lang="en-US" sz="2000" spc="-114"/>
              <a:t> </a:t>
            </a:r>
            <a:r>
              <a:rPr lang="en-US" sz="2000"/>
              <a:t>know</a:t>
            </a:r>
            <a:r>
              <a:rPr lang="en-US" sz="2000" spc="-100"/>
              <a:t> </a:t>
            </a:r>
            <a:r>
              <a:rPr lang="en-US" sz="2000"/>
              <a:t>what</a:t>
            </a:r>
            <a:r>
              <a:rPr lang="en-US" sz="2000" spc="-90"/>
              <a:t> </a:t>
            </a:r>
            <a:r>
              <a:rPr lang="en-US" sz="2000" spc="-30"/>
              <a:t>data</a:t>
            </a:r>
            <a:r>
              <a:rPr lang="en-US" sz="2000" spc="-95"/>
              <a:t> </a:t>
            </a:r>
            <a:r>
              <a:rPr lang="en-US" sz="2000" spc="-35"/>
              <a:t>set</a:t>
            </a:r>
            <a:r>
              <a:rPr lang="en-US" sz="2000" spc="-110"/>
              <a:t> </a:t>
            </a:r>
            <a:r>
              <a:rPr lang="en-US" sz="2000" spc="-140"/>
              <a:t>a</a:t>
            </a:r>
            <a:r>
              <a:rPr lang="en-US" sz="2000" spc="-90"/>
              <a:t> </a:t>
            </a:r>
            <a:r>
              <a:rPr lang="en-US" sz="2000" spc="-25"/>
              <a:t>record</a:t>
            </a:r>
            <a:r>
              <a:rPr lang="en-US" sz="2000" spc="-100"/>
              <a:t> </a:t>
            </a:r>
            <a:r>
              <a:rPr lang="en-US" sz="2000" spc="-95"/>
              <a:t>came</a:t>
            </a:r>
            <a:r>
              <a:rPr lang="en-US" sz="2000" spc="-100"/>
              <a:t> </a:t>
            </a:r>
            <a:r>
              <a:rPr lang="en-US" sz="2000"/>
              <a:t>from</a:t>
            </a:r>
            <a:r>
              <a:rPr lang="en-US" sz="2000" spc="-110"/>
              <a:t> </a:t>
            </a:r>
            <a:r>
              <a:rPr lang="en-US" sz="2000" spc="-25"/>
              <a:t>in</a:t>
            </a:r>
            <a:r>
              <a:rPr lang="en-US" sz="2000" spc="-105"/>
              <a:t> </a:t>
            </a:r>
            <a:r>
              <a:rPr lang="en-US" sz="2000"/>
              <a:t>order</a:t>
            </a:r>
            <a:r>
              <a:rPr lang="en-US" sz="2000" spc="-95"/>
              <a:t> </a:t>
            </a:r>
            <a:r>
              <a:rPr lang="en-US" sz="2000" spc="80"/>
              <a:t>to</a:t>
            </a:r>
            <a:r>
              <a:rPr lang="en-US" sz="2000" spc="-105"/>
              <a:t> </a:t>
            </a:r>
            <a:r>
              <a:rPr lang="en-US" sz="2000" spc="-80"/>
              <a:t>process</a:t>
            </a:r>
            <a:r>
              <a:rPr lang="en-US" sz="2000" spc="-110"/>
              <a:t> </a:t>
            </a:r>
            <a:r>
              <a:rPr lang="en-US" sz="2000" spc="75"/>
              <a:t>it</a:t>
            </a:r>
            <a:r>
              <a:rPr lang="en-US" sz="2000" spc="-95"/>
              <a:t> </a:t>
            </a:r>
            <a:r>
              <a:rPr lang="en-US" sz="2000" spc="-10"/>
              <a:t>correctly</a:t>
            </a:r>
            <a:endParaRPr lang="en-US" sz="2000"/>
          </a:p>
          <a:p>
            <a:pPr marL="12700" indent="-228600">
              <a:lnSpc>
                <a:spcPct val="90000"/>
              </a:lnSpc>
              <a:spcBef>
                <a:spcPts val="495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000" spc="-50"/>
              <a:t>∗</a:t>
            </a:r>
            <a:r>
              <a:rPr lang="en-US" sz="2000"/>
              <a:t>	Network</a:t>
            </a:r>
            <a:r>
              <a:rPr lang="en-US" sz="2000" spc="-114"/>
              <a:t> </a:t>
            </a:r>
            <a:r>
              <a:rPr lang="en-US" sz="2000" spc="-10"/>
              <a:t>bandwidth</a:t>
            </a:r>
            <a:r>
              <a:rPr lang="en-US" sz="2000" spc="-90"/>
              <a:t> </a:t>
            </a:r>
            <a:r>
              <a:rPr lang="en-US" sz="2000" spc="-100"/>
              <a:t>is</a:t>
            </a:r>
            <a:r>
              <a:rPr lang="en-US" sz="2000" spc="-80"/>
              <a:t> </a:t>
            </a:r>
            <a:r>
              <a:rPr lang="en-US" sz="2000" spc="-140"/>
              <a:t>a</a:t>
            </a:r>
            <a:r>
              <a:rPr lang="en-US" sz="2000" spc="-80"/>
              <a:t> </a:t>
            </a:r>
            <a:r>
              <a:rPr lang="en-US" sz="2000" spc="-45"/>
              <a:t>very</a:t>
            </a:r>
            <a:r>
              <a:rPr lang="en-US" sz="2000" spc="-105"/>
              <a:t> </a:t>
            </a:r>
            <a:r>
              <a:rPr lang="en-US" sz="2000"/>
              <a:t>important</a:t>
            </a:r>
            <a:r>
              <a:rPr lang="en-US" sz="2000" spc="-95"/>
              <a:t> </a:t>
            </a:r>
            <a:r>
              <a:rPr lang="en-US" sz="2000" spc="-55"/>
              <a:t>resource</a:t>
            </a:r>
            <a:r>
              <a:rPr lang="en-US" sz="2000" spc="-90"/>
              <a:t> </a:t>
            </a:r>
            <a:r>
              <a:rPr lang="en-US" sz="2000" spc="-60"/>
              <a:t>and</a:t>
            </a:r>
            <a:r>
              <a:rPr lang="en-US" sz="2000" spc="-95"/>
              <a:t> </a:t>
            </a:r>
            <a:r>
              <a:rPr lang="en-US" sz="2000" spc="-55"/>
              <a:t>joins</a:t>
            </a:r>
            <a:r>
              <a:rPr lang="en-US" sz="2000" spc="-70"/>
              <a:t> </a:t>
            </a:r>
            <a:r>
              <a:rPr lang="en-US" sz="2000" spc="-80"/>
              <a:t>have </a:t>
            </a:r>
            <a:r>
              <a:rPr lang="en-US" sz="2000" spc="-140"/>
              <a:t>a</a:t>
            </a:r>
            <a:r>
              <a:rPr lang="en-US" sz="2000" spc="-95"/>
              <a:t> </a:t>
            </a:r>
            <a:r>
              <a:rPr lang="en-US" sz="2000" spc="-45"/>
              <a:t>tendency</a:t>
            </a:r>
            <a:r>
              <a:rPr lang="en-US" sz="2000" spc="-100"/>
              <a:t> </a:t>
            </a:r>
            <a:r>
              <a:rPr lang="en-US" sz="2000" spc="80"/>
              <a:t>to</a:t>
            </a:r>
            <a:r>
              <a:rPr lang="en-US" sz="2000" spc="-100"/>
              <a:t> </a:t>
            </a:r>
            <a:r>
              <a:rPr lang="en-US" sz="2000" spc="-110"/>
              <a:t>use</a:t>
            </a:r>
            <a:r>
              <a:rPr lang="en-US" sz="2000" spc="-90"/>
              <a:t> </a:t>
            </a:r>
            <a:r>
              <a:rPr lang="en-US" sz="2000" spc="-140"/>
              <a:t>a</a:t>
            </a:r>
            <a:r>
              <a:rPr lang="en-US" sz="2000" spc="-80"/>
              <a:t> </a:t>
            </a:r>
            <a:r>
              <a:rPr lang="en-US" sz="2000" spc="30"/>
              <a:t>lot</a:t>
            </a:r>
            <a:endParaRPr lang="en-US" sz="2000"/>
          </a:p>
          <a:p>
            <a:pPr marL="12700" indent="-228600">
              <a:lnSpc>
                <a:spcPct val="90000"/>
              </a:lnSpc>
              <a:spcBef>
                <a:spcPts val="360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000" spc="-50"/>
              <a:t>∗</a:t>
            </a:r>
            <a:r>
              <a:rPr lang="en-US" sz="2000"/>
              <a:t>	</a:t>
            </a:r>
            <a:r>
              <a:rPr lang="en-US" sz="2000" spc="-10"/>
              <a:t>Patterns</a:t>
            </a:r>
            <a:endParaRPr lang="en-US" sz="2000"/>
          </a:p>
          <a:p>
            <a:pPr marL="314325" indent="-228600">
              <a:lnSpc>
                <a:spcPct val="90000"/>
              </a:lnSpc>
              <a:spcBef>
                <a:spcPts val="434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000" spc="-50"/>
              <a:t>∗</a:t>
            </a:r>
            <a:r>
              <a:rPr lang="en-US" sz="2000"/>
              <a:t>	</a:t>
            </a:r>
            <a:r>
              <a:rPr lang="en-US" sz="2000" spc="-90"/>
              <a:t>Reduce</a:t>
            </a:r>
            <a:r>
              <a:rPr lang="en-US" sz="2000" spc="-35"/>
              <a:t> </a:t>
            </a:r>
            <a:r>
              <a:rPr lang="en-US" sz="2000" spc="-95"/>
              <a:t>Side</a:t>
            </a:r>
            <a:r>
              <a:rPr lang="en-US" sz="2000" spc="-60"/>
              <a:t> </a:t>
            </a:r>
            <a:r>
              <a:rPr lang="en-US" sz="2000" spc="-20"/>
              <a:t>Join</a:t>
            </a:r>
            <a:endParaRPr lang="en-US" sz="2000"/>
          </a:p>
          <a:p>
            <a:pPr marL="314325" indent="-228600">
              <a:lnSpc>
                <a:spcPct val="90000"/>
              </a:lnSpc>
              <a:spcBef>
                <a:spcPts val="409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000" spc="-50"/>
              <a:t>∗</a:t>
            </a:r>
            <a:r>
              <a:rPr lang="en-US" sz="2000"/>
              <a:t>	</a:t>
            </a:r>
            <a:r>
              <a:rPr lang="en-US" sz="2000" spc="-45"/>
              <a:t>Replicated</a:t>
            </a:r>
            <a:r>
              <a:rPr lang="en-US" sz="2000" spc="-50"/>
              <a:t> </a:t>
            </a:r>
            <a:r>
              <a:rPr lang="en-US" sz="2000" spc="-20"/>
              <a:t>Join</a:t>
            </a:r>
            <a:endParaRPr lang="en-US" sz="20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18050" y="2000250"/>
            <a:ext cx="1256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6385" algn="l"/>
              </a:tabLst>
            </a:pPr>
            <a:r>
              <a:rPr sz="1800" spc="-50" dirty="0">
                <a:solidFill>
                  <a:srgbClr val="30B6FC"/>
                </a:solidFill>
                <a:latin typeface="Geneva"/>
                <a:cs typeface="Geneva"/>
              </a:rPr>
              <a:t>∗</a:t>
            </a:r>
            <a:r>
              <a:rPr sz="1800" dirty="0">
                <a:solidFill>
                  <a:srgbClr val="30B6FC"/>
                </a:solidFill>
                <a:latin typeface="Geneva"/>
                <a:cs typeface="Geneva"/>
              </a:rPr>
              <a:t>	</a:t>
            </a:r>
            <a:r>
              <a:rPr sz="1800" spc="-25" dirty="0">
                <a:solidFill>
                  <a:srgbClr val="063D86"/>
                </a:solidFill>
                <a:latin typeface="Arial"/>
                <a:cs typeface="Arial"/>
              </a:rPr>
              <a:t>Inner</a:t>
            </a:r>
            <a:r>
              <a:rPr sz="1800" spc="-9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063D86"/>
                </a:solidFill>
                <a:latin typeface="Arial"/>
                <a:cs typeface="Arial"/>
              </a:rPr>
              <a:t>Join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18050" y="3311144"/>
            <a:ext cx="17481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6385" algn="l"/>
              </a:tabLst>
            </a:pPr>
            <a:r>
              <a:rPr sz="1800" spc="-50" dirty="0">
                <a:solidFill>
                  <a:srgbClr val="30B6FC"/>
                </a:solidFill>
                <a:latin typeface="Geneva"/>
                <a:cs typeface="Geneva"/>
              </a:rPr>
              <a:t>∗</a:t>
            </a:r>
            <a:r>
              <a:rPr sz="1800" dirty="0">
                <a:solidFill>
                  <a:srgbClr val="30B6FC"/>
                </a:solidFill>
                <a:latin typeface="Geneva"/>
                <a:cs typeface="Geneva"/>
              </a:rPr>
              <a:t>	</a:t>
            </a:r>
            <a:r>
              <a:rPr sz="1800" dirty="0">
                <a:solidFill>
                  <a:srgbClr val="063D86"/>
                </a:solidFill>
                <a:latin typeface="Arial"/>
                <a:cs typeface="Arial"/>
              </a:rPr>
              <a:t>Left</a:t>
            </a:r>
            <a:r>
              <a:rPr sz="1800" spc="-6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063D86"/>
                </a:solidFill>
                <a:latin typeface="Arial"/>
                <a:cs typeface="Arial"/>
              </a:rPr>
              <a:t>Outer</a:t>
            </a:r>
            <a:r>
              <a:rPr sz="1800" spc="-7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063D86"/>
                </a:solidFill>
                <a:latin typeface="Arial"/>
                <a:cs typeface="Arial"/>
              </a:rPr>
              <a:t>Join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18050" y="5110098"/>
            <a:ext cx="1874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6385" algn="l"/>
              </a:tabLst>
            </a:pPr>
            <a:r>
              <a:rPr sz="1800" spc="-50" dirty="0">
                <a:solidFill>
                  <a:srgbClr val="30B6FC"/>
                </a:solidFill>
                <a:latin typeface="Geneva"/>
                <a:cs typeface="Geneva"/>
              </a:rPr>
              <a:t>∗</a:t>
            </a:r>
            <a:r>
              <a:rPr sz="1800" dirty="0">
                <a:solidFill>
                  <a:srgbClr val="30B6FC"/>
                </a:solidFill>
                <a:latin typeface="Geneva"/>
                <a:cs typeface="Geneva"/>
              </a:rPr>
              <a:t>	</a:t>
            </a:r>
            <a:r>
              <a:rPr sz="1800" spc="-35" dirty="0">
                <a:solidFill>
                  <a:srgbClr val="063D86"/>
                </a:solidFill>
                <a:latin typeface="Arial"/>
                <a:cs typeface="Arial"/>
              </a:rPr>
              <a:t>Right</a:t>
            </a:r>
            <a:r>
              <a:rPr sz="1800" spc="-9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063D86"/>
                </a:solidFill>
                <a:latin typeface="Arial"/>
                <a:cs typeface="Arial"/>
              </a:rPr>
              <a:t>Outer</a:t>
            </a:r>
            <a:r>
              <a:rPr sz="1800" spc="-7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063D86"/>
                </a:solidFill>
                <a:latin typeface="Arial"/>
                <a:cs typeface="Arial"/>
              </a:rPr>
              <a:t>Join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693414" y="546861"/>
            <a:ext cx="48063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45" dirty="0"/>
              <a:t>Refresher</a:t>
            </a:r>
            <a:r>
              <a:rPr sz="4800" spc="-270" dirty="0"/>
              <a:t> </a:t>
            </a:r>
            <a:r>
              <a:rPr sz="4800" spc="-55" dirty="0"/>
              <a:t>on</a:t>
            </a:r>
            <a:r>
              <a:rPr sz="4800" spc="-270" dirty="0"/>
              <a:t> </a:t>
            </a:r>
            <a:r>
              <a:rPr sz="4800" spc="-145" dirty="0"/>
              <a:t>Joins</a:t>
            </a:r>
            <a:endParaRPr sz="480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2688335"/>
            <a:ext cx="2324100" cy="15240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4839" y="4298043"/>
            <a:ext cx="3171469" cy="164748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56047" y="2346960"/>
            <a:ext cx="4213859" cy="97078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56047" y="3572255"/>
            <a:ext cx="4847844" cy="157276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99482" y="5503900"/>
            <a:ext cx="4734306" cy="1251638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93414" y="546861"/>
            <a:ext cx="48063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45" dirty="0"/>
              <a:t>Refresher</a:t>
            </a:r>
            <a:r>
              <a:rPr sz="4800" spc="-270" dirty="0"/>
              <a:t> </a:t>
            </a:r>
            <a:r>
              <a:rPr sz="4800" spc="-55" dirty="0"/>
              <a:t>on</a:t>
            </a:r>
            <a:r>
              <a:rPr sz="4800" spc="-270" dirty="0"/>
              <a:t> </a:t>
            </a:r>
            <a:r>
              <a:rPr sz="4800" spc="-145" dirty="0"/>
              <a:t>Joins</a:t>
            </a:r>
            <a:endParaRPr sz="4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65191" y="2371344"/>
            <a:ext cx="4853940" cy="177545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87255" y="5439328"/>
            <a:ext cx="4809813" cy="85255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600" y="2688335"/>
            <a:ext cx="2324100" cy="15240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4839" y="4298043"/>
            <a:ext cx="3171469" cy="164748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718050" y="2000250"/>
            <a:ext cx="16948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6385" algn="l"/>
              </a:tabLst>
            </a:pPr>
            <a:r>
              <a:rPr sz="1800" spc="-50" dirty="0">
                <a:solidFill>
                  <a:srgbClr val="30B6FC"/>
                </a:solidFill>
                <a:latin typeface="Geneva"/>
                <a:cs typeface="Geneva"/>
              </a:rPr>
              <a:t>∗</a:t>
            </a:r>
            <a:r>
              <a:rPr sz="1800" dirty="0">
                <a:solidFill>
                  <a:srgbClr val="30B6FC"/>
                </a:solidFill>
                <a:latin typeface="Geneva"/>
                <a:cs typeface="Geneva"/>
              </a:rPr>
              <a:t>	</a:t>
            </a:r>
            <a:r>
              <a:rPr sz="1800" spc="-70" dirty="0">
                <a:solidFill>
                  <a:srgbClr val="063D86"/>
                </a:solidFill>
                <a:latin typeface="Arial"/>
                <a:cs typeface="Arial"/>
              </a:rPr>
              <a:t>Full</a:t>
            </a:r>
            <a:r>
              <a:rPr sz="1800" spc="-9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063D86"/>
                </a:solidFill>
                <a:latin typeface="Arial"/>
                <a:cs typeface="Arial"/>
              </a:rPr>
              <a:t>Outer</a:t>
            </a:r>
            <a:r>
              <a:rPr sz="1800" spc="-8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063D86"/>
                </a:solidFill>
                <a:latin typeface="Arial"/>
                <a:cs typeface="Arial"/>
              </a:rPr>
              <a:t>Join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18050" y="4301997"/>
            <a:ext cx="5511165" cy="1034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6385" algn="l"/>
              </a:tabLst>
            </a:pPr>
            <a:r>
              <a:rPr sz="1800" spc="-50" dirty="0">
                <a:solidFill>
                  <a:srgbClr val="30B6FC"/>
                </a:solidFill>
                <a:latin typeface="Geneva"/>
                <a:cs typeface="Geneva"/>
              </a:rPr>
              <a:t>∗</a:t>
            </a:r>
            <a:r>
              <a:rPr sz="1800" dirty="0">
                <a:solidFill>
                  <a:srgbClr val="30B6FC"/>
                </a:solidFill>
                <a:latin typeface="Geneva"/>
                <a:cs typeface="Geneva"/>
              </a:rPr>
              <a:t>	</a:t>
            </a:r>
            <a:r>
              <a:rPr sz="1800" dirty="0">
                <a:solidFill>
                  <a:srgbClr val="063D86"/>
                </a:solidFill>
                <a:latin typeface="Arial"/>
                <a:cs typeface="Arial"/>
              </a:rPr>
              <a:t>Anti</a:t>
            </a:r>
            <a:r>
              <a:rPr sz="1800" spc="-114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063D86"/>
                </a:solidFill>
                <a:latin typeface="Arial"/>
                <a:cs typeface="Arial"/>
              </a:rPr>
              <a:t>Join</a:t>
            </a:r>
            <a:endParaRPr sz="1800">
              <a:latin typeface="Arial"/>
              <a:cs typeface="Arial"/>
            </a:endParaRPr>
          </a:p>
          <a:p>
            <a:pPr marL="588645" marR="5080" indent="-274320">
              <a:lnSpc>
                <a:spcPct val="100000"/>
              </a:lnSpc>
              <a:spcBef>
                <a:spcPts val="20"/>
              </a:spcBef>
              <a:tabLst>
                <a:tab pos="588645" algn="l"/>
              </a:tabLst>
            </a:pPr>
            <a:r>
              <a:rPr sz="1600" spc="-50" dirty="0">
                <a:solidFill>
                  <a:srgbClr val="30B6FC"/>
                </a:solidFill>
                <a:latin typeface="Geneva"/>
                <a:cs typeface="Geneva"/>
              </a:rPr>
              <a:t>∗</a:t>
            </a:r>
            <a:r>
              <a:rPr sz="1600" dirty="0">
                <a:solidFill>
                  <a:srgbClr val="30B6FC"/>
                </a:solidFill>
                <a:latin typeface="Geneva"/>
                <a:cs typeface="Geneva"/>
              </a:rPr>
              <a:t>	</a:t>
            </a:r>
            <a:r>
              <a:rPr sz="1600" spc="-60" dirty="0">
                <a:solidFill>
                  <a:srgbClr val="063D86"/>
                </a:solidFill>
                <a:latin typeface="Arial"/>
                <a:cs typeface="Arial"/>
              </a:rPr>
              <a:t>An</a:t>
            </a:r>
            <a:r>
              <a:rPr sz="1600" spc="-8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63D86"/>
                </a:solidFill>
                <a:latin typeface="Arial"/>
                <a:cs typeface="Arial"/>
              </a:rPr>
              <a:t>anti</a:t>
            </a:r>
            <a:r>
              <a:rPr sz="1600" spc="-7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63D86"/>
                </a:solidFill>
                <a:latin typeface="Arial"/>
                <a:cs typeface="Arial"/>
              </a:rPr>
              <a:t>join</a:t>
            </a:r>
            <a:r>
              <a:rPr sz="1600" spc="-7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75" dirty="0">
                <a:solidFill>
                  <a:srgbClr val="063D86"/>
                </a:solidFill>
                <a:latin typeface="Arial"/>
                <a:cs typeface="Arial"/>
              </a:rPr>
              <a:t>is</a:t>
            </a:r>
            <a:r>
              <a:rPr sz="1600" spc="-6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114" dirty="0">
                <a:solidFill>
                  <a:srgbClr val="063D86"/>
                </a:solidFill>
                <a:latin typeface="Arial"/>
                <a:cs typeface="Arial"/>
              </a:rPr>
              <a:t>a</a:t>
            </a:r>
            <a:r>
              <a:rPr sz="1600" spc="-7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63D86"/>
                </a:solidFill>
                <a:latin typeface="Arial"/>
                <a:cs typeface="Arial"/>
              </a:rPr>
              <a:t>full</a:t>
            </a:r>
            <a:r>
              <a:rPr sz="1600" spc="-7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63D86"/>
                </a:solidFill>
                <a:latin typeface="Arial"/>
                <a:cs typeface="Arial"/>
              </a:rPr>
              <a:t>outer</a:t>
            </a:r>
            <a:r>
              <a:rPr sz="1600" spc="-4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63D86"/>
                </a:solidFill>
                <a:latin typeface="Arial"/>
                <a:cs typeface="Arial"/>
              </a:rPr>
              <a:t>join</a:t>
            </a:r>
            <a:r>
              <a:rPr sz="1600" spc="-7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60" dirty="0">
                <a:solidFill>
                  <a:srgbClr val="063D86"/>
                </a:solidFill>
                <a:latin typeface="Arial"/>
                <a:cs typeface="Arial"/>
              </a:rPr>
              <a:t>minus</a:t>
            </a:r>
            <a:r>
              <a:rPr sz="1600" spc="-5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63D86"/>
                </a:solidFill>
                <a:latin typeface="Arial"/>
                <a:cs typeface="Arial"/>
              </a:rPr>
              <a:t>the</a:t>
            </a:r>
            <a:r>
              <a:rPr sz="1600" spc="-8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063D86"/>
                </a:solidFill>
                <a:latin typeface="Arial"/>
                <a:cs typeface="Arial"/>
              </a:rPr>
              <a:t>inner</a:t>
            </a:r>
            <a:r>
              <a:rPr sz="1600" spc="-7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063D86"/>
                </a:solidFill>
                <a:latin typeface="Arial"/>
                <a:cs typeface="Arial"/>
              </a:rPr>
              <a:t>join.</a:t>
            </a:r>
            <a:r>
              <a:rPr sz="1600" spc="-6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063D86"/>
                </a:solidFill>
                <a:latin typeface="Arial"/>
                <a:cs typeface="Arial"/>
              </a:rPr>
              <a:t>That</a:t>
            </a:r>
            <a:r>
              <a:rPr sz="1600" spc="-8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35" dirty="0">
                <a:solidFill>
                  <a:srgbClr val="063D86"/>
                </a:solidFill>
                <a:latin typeface="Arial"/>
                <a:cs typeface="Arial"/>
              </a:rPr>
              <a:t>is, </a:t>
            </a:r>
            <a:r>
              <a:rPr sz="1600" dirty="0">
                <a:solidFill>
                  <a:srgbClr val="063D86"/>
                </a:solidFill>
                <a:latin typeface="Arial"/>
                <a:cs typeface="Arial"/>
              </a:rPr>
              <a:t>the</a:t>
            </a:r>
            <a:r>
              <a:rPr sz="1600" spc="-7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063D86"/>
                </a:solidFill>
                <a:latin typeface="Arial"/>
                <a:cs typeface="Arial"/>
              </a:rPr>
              <a:t>resulting</a:t>
            </a:r>
            <a:r>
              <a:rPr sz="1600" spc="-5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63D86"/>
                </a:solidFill>
                <a:latin typeface="Arial"/>
                <a:cs typeface="Arial"/>
              </a:rPr>
              <a:t>table</a:t>
            </a:r>
            <a:r>
              <a:rPr sz="1600" spc="-7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35" dirty="0">
                <a:solidFill>
                  <a:srgbClr val="063D86"/>
                </a:solidFill>
                <a:latin typeface="Arial"/>
                <a:cs typeface="Arial"/>
              </a:rPr>
              <a:t>contains</a:t>
            </a:r>
            <a:r>
              <a:rPr sz="1600" spc="-4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063D86"/>
                </a:solidFill>
                <a:latin typeface="Arial"/>
                <a:cs typeface="Arial"/>
              </a:rPr>
              <a:t>only</a:t>
            </a:r>
            <a:r>
              <a:rPr sz="1600" spc="-7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40" dirty="0">
                <a:solidFill>
                  <a:srgbClr val="063D86"/>
                </a:solidFill>
                <a:latin typeface="Arial"/>
                <a:cs typeface="Arial"/>
              </a:rPr>
              <a:t>records </a:t>
            </a:r>
            <a:r>
              <a:rPr sz="1600" dirty="0">
                <a:solidFill>
                  <a:srgbClr val="063D86"/>
                </a:solidFill>
                <a:latin typeface="Arial"/>
                <a:cs typeface="Arial"/>
              </a:rPr>
              <a:t>that</a:t>
            </a:r>
            <a:r>
              <a:rPr sz="1600" spc="-8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63D86"/>
                </a:solidFill>
                <a:latin typeface="Arial"/>
                <a:cs typeface="Arial"/>
              </a:rPr>
              <a:t>did</a:t>
            </a:r>
            <a:r>
              <a:rPr sz="1600" spc="-8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063D86"/>
                </a:solidFill>
                <a:latin typeface="Arial"/>
                <a:cs typeface="Arial"/>
              </a:rPr>
              <a:t>not </a:t>
            </a:r>
            <a:r>
              <a:rPr sz="1600" spc="-20" dirty="0">
                <a:solidFill>
                  <a:srgbClr val="063D86"/>
                </a:solidFill>
                <a:latin typeface="Arial"/>
                <a:cs typeface="Arial"/>
              </a:rPr>
              <a:t>contain</a:t>
            </a:r>
            <a:r>
              <a:rPr sz="1600" spc="-7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114" dirty="0">
                <a:solidFill>
                  <a:srgbClr val="063D86"/>
                </a:solidFill>
                <a:latin typeface="Arial"/>
                <a:cs typeface="Arial"/>
              </a:rPr>
              <a:t>a</a:t>
            </a:r>
            <a:r>
              <a:rPr sz="1600" spc="-8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063D86"/>
                </a:solidFill>
                <a:latin typeface="Arial"/>
                <a:cs typeface="Arial"/>
              </a:rPr>
              <a:t>match</a:t>
            </a:r>
            <a:r>
              <a:rPr sz="1600" spc="-7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063D86"/>
                </a:solidFill>
                <a:latin typeface="Arial"/>
                <a:cs typeface="Arial"/>
              </a:rPr>
              <a:t>on</a:t>
            </a:r>
            <a:r>
              <a:rPr sz="1600" spc="-8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063D86"/>
                </a:solidFill>
                <a:latin typeface="Arial"/>
                <a:cs typeface="Arial"/>
              </a:rPr>
              <a:t>f.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 descr="$PPTXTitle">
            <a:extLst>
              <a:ext uri="{FF2B5EF4-FFF2-40B4-BE49-F238E27FC236}">
                <a16:creationId xmlns:a16="http://schemas.microsoft.com/office/drawing/2014/main" id="{E972E4F1-5732-92EE-7023-184EF763F8FD}"/>
              </a:ext>
            </a:extLst>
          </p:cNvPr>
          <p:cNvSpPr txBox="1">
            <a:spLocks/>
          </p:cNvSpPr>
          <p:nvPr/>
        </p:nvSpPr>
        <p:spPr>
          <a:xfrm>
            <a:off x="2624835" y="580389"/>
            <a:ext cx="6942328" cy="696594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>
              <a:defRPr sz="4400" b="0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b="0" i="0" spc="-145">
                <a:latin typeface="Arial"/>
                <a:ea typeface="+mj-ea"/>
                <a:cs typeface="Arial"/>
              </a:rPr>
              <a:t>Refresher</a:t>
            </a:r>
            <a:r>
              <a:rPr lang="en-US" b="0" i="0" spc="-270">
                <a:latin typeface="Arial"/>
                <a:ea typeface="+mj-ea"/>
                <a:cs typeface="Arial"/>
              </a:rPr>
              <a:t> </a:t>
            </a:r>
            <a:r>
              <a:rPr lang="en-US" b="0" i="0" spc="-55">
                <a:latin typeface="Arial"/>
                <a:ea typeface="+mj-ea"/>
                <a:cs typeface="Arial"/>
              </a:rPr>
              <a:t>on</a:t>
            </a:r>
            <a:r>
              <a:rPr lang="en-US" b="0" i="0" spc="-270">
                <a:latin typeface="Arial"/>
                <a:ea typeface="+mj-ea"/>
                <a:cs typeface="Arial"/>
              </a:rPr>
              <a:t> </a:t>
            </a:r>
            <a:r>
              <a:rPr lang="en-US" b="0" i="0" spc="-145">
                <a:latin typeface="Arial"/>
                <a:ea typeface="+mj-ea"/>
                <a:cs typeface="Arial"/>
              </a:rPr>
              <a:t>Joins</a:t>
            </a:r>
            <a:endParaRPr lang="en-US" b="0" i="0">
              <a:latin typeface="Arial"/>
              <a:ea typeface="+mj-ea"/>
              <a:cs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C6814D4-9837-3A8A-1995-CA0ED61EF8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374520"/>
              </p:ext>
            </p:extLst>
          </p:nvPr>
        </p:nvGraphicFramePr>
        <p:xfrm>
          <a:off x="866773" y="2261235"/>
          <a:ext cx="4789173" cy="3158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6404">
                  <a:extLst>
                    <a:ext uri="{9D8B030D-6E8A-4147-A177-3AD203B41FA5}">
                      <a16:colId xmlns:a16="http://schemas.microsoft.com/office/drawing/2014/main" val="3835157686"/>
                    </a:ext>
                  </a:extLst>
                </a:gridCol>
                <a:gridCol w="1396365">
                  <a:extLst>
                    <a:ext uri="{9D8B030D-6E8A-4147-A177-3AD203B41FA5}">
                      <a16:colId xmlns:a16="http://schemas.microsoft.com/office/drawing/2014/main" val="4166761405"/>
                    </a:ext>
                  </a:extLst>
                </a:gridCol>
                <a:gridCol w="1696404">
                  <a:extLst>
                    <a:ext uri="{9D8B030D-6E8A-4147-A177-3AD203B41FA5}">
                      <a16:colId xmlns:a16="http://schemas.microsoft.com/office/drawing/2014/main" val="1398055075"/>
                    </a:ext>
                  </a:extLst>
                </a:gridCol>
              </a:tblGrid>
              <a:tr h="631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300" u="none" strike="noStrike" dirty="0" err="1">
                          <a:effectLst/>
                        </a:rPr>
                        <a:t>emp_id</a:t>
                      </a:r>
                      <a:endParaRPr lang="en-US" sz="33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300" u="none" strike="noStrike">
                          <a:effectLst/>
                        </a:rPr>
                        <a:t>name</a:t>
                      </a:r>
                      <a:endParaRPr lang="en-US" sz="3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300" u="none" strike="noStrike">
                          <a:effectLst/>
                        </a:rPr>
                        <a:t>dept_id</a:t>
                      </a:r>
                      <a:endParaRPr lang="en-US" sz="3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extLst>
                  <a:ext uri="{0D108BD9-81ED-4DB2-BD59-A6C34878D82A}">
                    <a16:rowId xmlns:a16="http://schemas.microsoft.com/office/drawing/2014/main" val="2509204755"/>
                  </a:ext>
                </a:extLst>
              </a:tr>
              <a:tr h="63169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3300" u="none" strike="noStrike">
                          <a:effectLst/>
                        </a:rPr>
                        <a:t>1</a:t>
                      </a:r>
                      <a:endParaRPr lang="en-US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300" u="none" strike="noStrike">
                          <a:effectLst/>
                        </a:rPr>
                        <a:t>Alice</a:t>
                      </a:r>
                      <a:endParaRPr lang="en-US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3300" u="none" strike="noStrike" dirty="0">
                          <a:effectLst/>
                        </a:rPr>
                        <a:t>1</a:t>
                      </a:r>
                      <a:endParaRPr lang="en-US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extLst>
                  <a:ext uri="{0D108BD9-81ED-4DB2-BD59-A6C34878D82A}">
                    <a16:rowId xmlns:a16="http://schemas.microsoft.com/office/drawing/2014/main" val="605431733"/>
                  </a:ext>
                </a:extLst>
              </a:tr>
              <a:tr h="63169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3300" u="none" strike="noStrike">
                          <a:effectLst/>
                        </a:rPr>
                        <a:t>2</a:t>
                      </a:r>
                      <a:endParaRPr lang="en-US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300" u="none" strike="noStrike">
                          <a:effectLst/>
                        </a:rPr>
                        <a:t>Bob</a:t>
                      </a:r>
                      <a:endParaRPr lang="en-US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3300" u="none" strike="noStrike">
                          <a:effectLst/>
                        </a:rPr>
                        <a:t>2</a:t>
                      </a:r>
                      <a:endParaRPr lang="en-US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extLst>
                  <a:ext uri="{0D108BD9-81ED-4DB2-BD59-A6C34878D82A}">
                    <a16:rowId xmlns:a16="http://schemas.microsoft.com/office/drawing/2014/main" val="4199614040"/>
                  </a:ext>
                </a:extLst>
              </a:tr>
              <a:tr h="63169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3300" u="none" strike="noStrike">
                          <a:effectLst/>
                        </a:rPr>
                        <a:t>3</a:t>
                      </a:r>
                      <a:endParaRPr lang="en-US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300" u="none" strike="noStrike">
                          <a:effectLst/>
                        </a:rPr>
                        <a:t>Carol</a:t>
                      </a:r>
                      <a:endParaRPr lang="en-US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300" u="none" strike="noStrike">
                          <a:effectLst/>
                        </a:rPr>
                        <a:t>NULL</a:t>
                      </a:r>
                      <a:endParaRPr lang="en-US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extLst>
                  <a:ext uri="{0D108BD9-81ED-4DB2-BD59-A6C34878D82A}">
                    <a16:rowId xmlns:a16="http://schemas.microsoft.com/office/drawing/2014/main" val="1767843492"/>
                  </a:ext>
                </a:extLst>
              </a:tr>
              <a:tr h="63169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3300" u="none" strike="noStrike">
                          <a:effectLst/>
                        </a:rPr>
                        <a:t>4</a:t>
                      </a:r>
                      <a:endParaRPr lang="en-US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300" u="none" strike="noStrike">
                          <a:effectLst/>
                        </a:rPr>
                        <a:t>David</a:t>
                      </a:r>
                      <a:endParaRPr lang="en-US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300" u="none" strike="noStrike" dirty="0">
                          <a:effectLst/>
                        </a:rPr>
                        <a:t>NULL</a:t>
                      </a:r>
                      <a:endParaRPr lang="en-US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extLst>
                  <a:ext uri="{0D108BD9-81ED-4DB2-BD59-A6C34878D82A}">
                    <a16:rowId xmlns:a16="http://schemas.microsoft.com/office/drawing/2014/main" val="346172352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3DB8B93-6092-8697-3F16-BD41951C58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39794"/>
              </p:ext>
            </p:extLst>
          </p:nvPr>
        </p:nvGraphicFramePr>
        <p:xfrm>
          <a:off x="6095999" y="2244302"/>
          <a:ext cx="4038601" cy="2526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1">
                  <a:extLst>
                    <a:ext uri="{9D8B030D-6E8A-4147-A177-3AD203B41FA5}">
                      <a16:colId xmlns:a16="http://schemas.microsoft.com/office/drawing/2014/main" val="416676140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398055075"/>
                    </a:ext>
                  </a:extLst>
                </a:gridCol>
              </a:tblGrid>
              <a:tr h="631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300" b="1" u="none" strike="noStrike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dept_name</a:t>
                      </a:r>
                      <a:endParaRPr lang="en-US" sz="3300" b="1" u="none" strike="noStrike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300" b="1" u="none" strike="noStrike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dept_id</a:t>
                      </a:r>
                      <a:endParaRPr lang="en-US" sz="3300" b="1" u="none" strike="noStrike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09204755"/>
                  </a:ext>
                </a:extLst>
              </a:tr>
              <a:tr h="63169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30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HR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3300" u="none" strike="noStrik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05431733"/>
                  </a:ext>
                </a:extLst>
              </a:tr>
              <a:tr h="63169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300" u="none" strike="noStrik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3300" u="none" strike="noStrik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99614040"/>
                  </a:ext>
                </a:extLst>
              </a:tr>
              <a:tr h="63169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300" u="none" strike="noStrik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Finance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330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76784349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C773DB2-BADA-6B0C-6CC9-2949E957712D}"/>
              </a:ext>
            </a:extLst>
          </p:cNvPr>
          <p:cNvSpPr txBox="1"/>
          <p:nvPr/>
        </p:nvSpPr>
        <p:spPr>
          <a:xfrm>
            <a:off x="1004886" y="1791474"/>
            <a:ext cx="45129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Employees Table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729A1A-BA81-7FE7-C68B-ACE6E4E92840}"/>
              </a:ext>
            </a:extLst>
          </p:cNvPr>
          <p:cNvSpPr txBox="1"/>
          <p:nvPr/>
        </p:nvSpPr>
        <p:spPr>
          <a:xfrm>
            <a:off x="5943600" y="1791474"/>
            <a:ext cx="45129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>
                <a:latin typeface="Arial" panose="020B0604020202020204" pitchFamily="34" charset="0"/>
                <a:cs typeface="Arial" panose="020B0604020202020204" pitchFamily="34" charset="0"/>
              </a:rPr>
              <a:t>Departments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2173876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531DD-8F27-17C8-E2B2-8688E56F6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F984D393-D281-52DC-1C56-E4414B6ECC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93414" y="546861"/>
            <a:ext cx="48063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spc="-145"/>
              <a:t>Refresher</a:t>
            </a:r>
            <a:r>
              <a:rPr lang="en-US" sz="4800" spc="-270"/>
              <a:t> </a:t>
            </a:r>
            <a:r>
              <a:rPr lang="en-US" sz="4800" spc="-55"/>
              <a:t>on</a:t>
            </a:r>
            <a:r>
              <a:rPr lang="en-US" sz="4800" spc="-270"/>
              <a:t> </a:t>
            </a:r>
            <a:r>
              <a:rPr lang="en-US" sz="4800" spc="-145"/>
              <a:t>Joins</a:t>
            </a:r>
            <a:endParaRPr lang="en-US" sz="4800" dirty="0"/>
          </a:p>
        </p:txBody>
      </p:sp>
      <p:sp>
        <p:nvSpPr>
          <p:cNvPr id="9" name="object 2" descr="$PPTXTitle"/>
          <p:cNvSpPr txBox="1">
            <a:spLocks/>
          </p:cNvSpPr>
          <p:nvPr/>
        </p:nvSpPr>
        <p:spPr>
          <a:xfrm>
            <a:off x="990600" y="1478280"/>
            <a:ext cx="7620000" cy="3031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400" b="1" spc="-180" dirty="0">
                <a:solidFill>
                  <a:schemeClr val="tx1"/>
                </a:solidFill>
                <a:latin typeface="Times New Roman"/>
                <a:cs typeface="Times New Roman"/>
              </a:rPr>
              <a:t>LEFT</a:t>
            </a:r>
            <a:r>
              <a:rPr lang="en-US" sz="2400" b="1" spc="-5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75" dirty="0">
                <a:solidFill>
                  <a:schemeClr val="tx1"/>
                </a:solidFill>
                <a:latin typeface="Times New Roman"/>
                <a:cs typeface="Times New Roman"/>
              </a:rPr>
              <a:t>JOIN</a:t>
            </a:r>
          </a:p>
          <a:p>
            <a:pPr marL="12700">
              <a:spcBef>
                <a:spcPts val="100"/>
              </a:spcBef>
            </a:pPr>
            <a:endParaRPr lang="en-US" sz="2400" b="1" spc="-75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2700" marR="2898775">
              <a:lnSpc>
                <a:spcPct val="100000"/>
              </a:lnSpc>
              <a:spcBef>
                <a:spcPts val="100"/>
              </a:spcBef>
            </a:pPr>
            <a:r>
              <a:rPr lang="en-US" sz="2400" b="1" spc="-180" dirty="0">
                <a:solidFill>
                  <a:schemeClr val="tx1"/>
                </a:solidFill>
                <a:latin typeface="Times New Roman"/>
                <a:cs typeface="Times New Roman"/>
              </a:rPr>
              <a:t>SELECT</a:t>
            </a:r>
            <a:r>
              <a:rPr lang="en-US" sz="2400" b="1" spc="-7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e.name,</a:t>
            </a:r>
            <a:r>
              <a:rPr lang="en-US" sz="2400" b="1" spc="-6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10" dirty="0" err="1">
                <a:solidFill>
                  <a:schemeClr val="tx1"/>
                </a:solidFill>
                <a:latin typeface="Times New Roman"/>
                <a:cs typeface="Times New Roman"/>
              </a:rPr>
              <a:t>d.dept_name</a:t>
            </a:r>
            <a:r>
              <a:rPr lang="en-US" sz="24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135" dirty="0">
                <a:solidFill>
                  <a:schemeClr val="tx1"/>
                </a:solidFill>
                <a:latin typeface="Times New Roman"/>
                <a:cs typeface="Times New Roman"/>
              </a:rPr>
              <a:t>FROM</a:t>
            </a:r>
            <a:r>
              <a:rPr lang="en-US" sz="2400" b="1" spc="-7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employees</a:t>
            </a:r>
            <a:r>
              <a:rPr lang="en-US" sz="2400" b="1" spc="-7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50" dirty="0">
                <a:solidFill>
                  <a:schemeClr val="tx1"/>
                </a:solidFill>
                <a:latin typeface="Times New Roman"/>
                <a:cs typeface="Times New Roman"/>
              </a:rPr>
              <a:t>e</a:t>
            </a:r>
            <a:endParaRPr lang="en-US" sz="24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US" sz="2400" b="1" spc="-180" dirty="0">
                <a:solidFill>
                  <a:schemeClr val="tx1"/>
                </a:solidFill>
                <a:latin typeface="Times New Roman"/>
                <a:cs typeface="Times New Roman"/>
              </a:rPr>
              <a:t>LEFT</a:t>
            </a:r>
            <a:r>
              <a:rPr lang="en-US" sz="2400" b="1" spc="-7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90" dirty="0">
                <a:solidFill>
                  <a:schemeClr val="tx1"/>
                </a:solidFill>
                <a:latin typeface="Times New Roman"/>
                <a:cs typeface="Times New Roman"/>
              </a:rPr>
              <a:t>JOIN</a:t>
            </a:r>
            <a:r>
              <a:rPr lang="en-US" sz="2400" b="1" spc="-7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25" dirty="0">
                <a:solidFill>
                  <a:schemeClr val="tx1"/>
                </a:solidFill>
                <a:latin typeface="Times New Roman"/>
                <a:cs typeface="Times New Roman"/>
              </a:rPr>
              <a:t>departments</a:t>
            </a:r>
            <a:r>
              <a:rPr lang="en-US" sz="2400" b="1" spc="-7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d</a:t>
            </a:r>
            <a:r>
              <a:rPr lang="en-US" sz="2400" b="1" spc="-7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ON</a:t>
            </a:r>
            <a:r>
              <a:rPr lang="en-US" sz="2400" b="1" spc="-7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10" dirty="0" err="1">
                <a:solidFill>
                  <a:schemeClr val="tx1"/>
                </a:solidFill>
                <a:latin typeface="Times New Roman"/>
                <a:cs typeface="Times New Roman"/>
              </a:rPr>
              <a:t>e.dept_id</a:t>
            </a:r>
            <a:r>
              <a:rPr lang="en-US" sz="2400" b="1" spc="-7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=</a:t>
            </a:r>
            <a:r>
              <a:rPr lang="en-US" sz="2400" b="1" spc="-7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10" dirty="0" err="1">
                <a:solidFill>
                  <a:schemeClr val="tx1"/>
                </a:solidFill>
                <a:latin typeface="Times New Roman"/>
                <a:cs typeface="Times New Roman"/>
              </a:rPr>
              <a:t>d.dept_id</a:t>
            </a:r>
            <a:r>
              <a:rPr lang="en-US" sz="24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;</a:t>
            </a:r>
            <a:endParaRPr lang="en-US" sz="24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2700">
              <a:spcBef>
                <a:spcPts val="100"/>
              </a:spcBef>
            </a:pPr>
            <a:endParaRPr lang="en-US" sz="24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2700">
              <a:spcBef>
                <a:spcPts val="100"/>
              </a:spcBef>
            </a:pPr>
            <a:endParaRPr lang="en-US" sz="24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2700">
              <a:spcBef>
                <a:spcPts val="100"/>
              </a:spcBef>
            </a:pPr>
            <a:endParaRPr lang="en-US" sz="24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2" name="object 4"/>
          <p:cNvSpPr txBox="1"/>
          <p:nvPr/>
        </p:nvSpPr>
        <p:spPr>
          <a:xfrm>
            <a:off x="974889" y="3962400"/>
            <a:ext cx="2367280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lang="en-US" sz="2400" b="1" spc="-10" dirty="0">
                <a:latin typeface="Times New Roman"/>
                <a:cs typeface="Times New Roman"/>
              </a:rPr>
              <a:t>Output</a:t>
            </a:r>
            <a:r>
              <a:rPr lang="en-US" sz="2400" b="1" spc="-95" dirty="0">
                <a:latin typeface="Times New Roman"/>
                <a:cs typeface="Times New Roman"/>
              </a:rPr>
              <a:t> </a:t>
            </a:r>
            <a:r>
              <a:rPr lang="en-US" sz="2400" b="1" spc="-10" dirty="0">
                <a:latin typeface="Times New Roman"/>
                <a:cs typeface="Times New Roman"/>
              </a:rPr>
              <a:t>Table </a:t>
            </a:r>
            <a:r>
              <a:rPr lang="en-US" sz="2400" b="1" spc="-20" dirty="0">
                <a:latin typeface="Times New Roman"/>
                <a:cs typeface="Times New Roman"/>
              </a:rPr>
              <a:t>name</a:t>
            </a:r>
            <a:r>
              <a:rPr lang="en-US" sz="2400" b="1" dirty="0">
                <a:latin typeface="Times New Roman"/>
                <a:cs typeface="Times New Roman"/>
              </a:rPr>
              <a:t>	</a:t>
            </a:r>
            <a:r>
              <a:rPr lang="en-US" sz="2400" b="1" spc="-20" dirty="0" err="1">
                <a:latin typeface="Times New Roman"/>
                <a:cs typeface="Times New Roman"/>
              </a:rPr>
              <a:t>dept_name</a:t>
            </a:r>
            <a:r>
              <a:rPr lang="en-US" sz="2400" b="1" spc="-20" dirty="0">
                <a:latin typeface="Times New Roman"/>
                <a:cs typeface="Times New Roman"/>
              </a:rPr>
              <a:t> </a:t>
            </a:r>
            <a:r>
              <a:rPr lang="en-US" sz="2400" b="1" spc="-10" dirty="0">
                <a:latin typeface="Times New Roman"/>
                <a:cs typeface="Times New Roman"/>
              </a:rPr>
              <a:t>Alice</a:t>
            </a:r>
            <a:r>
              <a:rPr lang="en-US" sz="2400" b="1" dirty="0">
                <a:latin typeface="Times New Roman"/>
                <a:cs typeface="Times New Roman"/>
              </a:rPr>
              <a:t>	</a:t>
            </a:r>
            <a:r>
              <a:rPr lang="en-US" sz="2400" b="1" spc="-25" dirty="0">
                <a:latin typeface="Times New Roman"/>
                <a:cs typeface="Times New Roman"/>
              </a:rPr>
              <a:t>HR</a:t>
            </a:r>
            <a:endParaRPr lang="en-US" sz="2400" dirty="0">
              <a:latin typeface="Times New Roman"/>
              <a:cs typeface="Times New Roman"/>
            </a:endParaRPr>
          </a:p>
          <a:p>
            <a:pPr marL="12700" marR="648335">
              <a:lnSpc>
                <a:spcPct val="100000"/>
              </a:lnSpc>
              <a:tabLst>
                <a:tab pos="926465" algn="l"/>
              </a:tabLst>
            </a:pPr>
            <a:r>
              <a:rPr lang="en-US" sz="2400" b="1" spc="-25" dirty="0">
                <a:latin typeface="Times New Roman"/>
                <a:cs typeface="Times New Roman"/>
              </a:rPr>
              <a:t>Bob</a:t>
            </a:r>
            <a:r>
              <a:rPr lang="en-US" sz="2400" b="1" dirty="0">
                <a:latin typeface="Times New Roman"/>
                <a:cs typeface="Times New Roman"/>
              </a:rPr>
              <a:t>	</a:t>
            </a:r>
            <a:r>
              <a:rPr lang="en-US" sz="2400" b="1" spc="-25" dirty="0">
                <a:latin typeface="Times New Roman"/>
                <a:cs typeface="Times New Roman"/>
              </a:rPr>
              <a:t>IT </a:t>
            </a:r>
            <a:r>
              <a:rPr lang="en-US" sz="2400" b="1" spc="-10" dirty="0">
                <a:latin typeface="Times New Roman"/>
                <a:cs typeface="Times New Roman"/>
              </a:rPr>
              <a:t>Carol</a:t>
            </a:r>
            <a:r>
              <a:rPr lang="en-US" sz="2400" b="1" dirty="0">
                <a:latin typeface="Times New Roman"/>
                <a:cs typeface="Times New Roman"/>
              </a:rPr>
              <a:t>	</a:t>
            </a:r>
            <a:r>
              <a:rPr lang="en-US" sz="2400" b="1" spc="-140" dirty="0">
                <a:latin typeface="Times New Roman"/>
                <a:cs typeface="Times New Roman"/>
              </a:rPr>
              <a:t>NULL </a:t>
            </a:r>
            <a:r>
              <a:rPr lang="en-US" sz="2400" b="1" spc="-10" dirty="0">
                <a:latin typeface="Times New Roman"/>
                <a:cs typeface="Times New Roman"/>
              </a:rPr>
              <a:t>David</a:t>
            </a:r>
            <a:r>
              <a:rPr lang="en-US" sz="2400" b="1" dirty="0">
                <a:latin typeface="Times New Roman"/>
                <a:cs typeface="Times New Roman"/>
              </a:rPr>
              <a:t>	</a:t>
            </a:r>
            <a:r>
              <a:rPr lang="en-US" sz="2400" b="1" spc="-140" dirty="0">
                <a:latin typeface="Times New Roman"/>
                <a:cs typeface="Times New Roman"/>
              </a:rPr>
              <a:t>NULL</a:t>
            </a:r>
            <a:endParaRPr lang="en-US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194257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882FA9-044C-CF3B-0052-4B34488F6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033060DB-6BA3-4CB3-09AF-ACF8884C29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/>
            <a:r>
              <a:rPr lang="en-US" sz="5400" kern="1200" spc="-145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Refresher</a:t>
            </a:r>
            <a:r>
              <a:rPr lang="en-US" sz="5400" kern="1200" spc="-27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spc="-55">
                <a:solidFill>
                  <a:schemeClr val="tx1"/>
                </a:solidFill>
                <a:latin typeface="+mj-lt"/>
                <a:ea typeface="+mj-ea"/>
                <a:cs typeface="+mj-cs"/>
              </a:rPr>
              <a:t>on</a:t>
            </a:r>
            <a:r>
              <a:rPr lang="en-US" sz="5400" kern="1200" spc="-27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spc="-145">
                <a:solidFill>
                  <a:schemeClr val="tx1"/>
                </a:solidFill>
                <a:latin typeface="+mj-lt"/>
                <a:ea typeface="+mj-ea"/>
                <a:cs typeface="+mj-cs"/>
              </a:rPr>
              <a:t>Joins</a:t>
            </a:r>
            <a:endParaRPr lang="en-US" sz="5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bject 3"/>
          <p:cNvSpPr txBox="1"/>
          <p:nvPr/>
        </p:nvSpPr>
        <p:spPr>
          <a:xfrm>
            <a:off x="793660" y="2599509"/>
            <a:ext cx="10143668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marR="179451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b="1" spc="-85"/>
              <a:t>RIGHT</a:t>
            </a:r>
            <a:r>
              <a:rPr lang="en-US" sz="2400" b="1" spc="-55"/>
              <a:t> </a:t>
            </a:r>
            <a:r>
              <a:rPr lang="en-US" sz="2400" b="1" spc="-65"/>
              <a:t>JOIN</a:t>
            </a:r>
            <a:endParaRPr lang="en-US" sz="2400" b="1" spc="-180"/>
          </a:p>
          <a:p>
            <a:pPr marL="12700" marR="179451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2400" b="1" spc="-180"/>
          </a:p>
          <a:p>
            <a:pPr marL="12700" marR="179451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b="1" spc="-180"/>
              <a:t>SELECT</a:t>
            </a:r>
            <a:r>
              <a:rPr lang="en-US" sz="2400" b="1" spc="-70"/>
              <a:t> </a:t>
            </a:r>
            <a:r>
              <a:rPr lang="en-US" sz="2400" b="1" spc="-10"/>
              <a:t>e.name,</a:t>
            </a:r>
            <a:r>
              <a:rPr lang="en-US" sz="2400" b="1" spc="-65"/>
              <a:t> </a:t>
            </a:r>
            <a:r>
              <a:rPr lang="en-US" sz="2400" b="1" spc="-10"/>
              <a:t>d.dept_name </a:t>
            </a:r>
            <a:r>
              <a:rPr lang="en-US" sz="2400" b="1" spc="-135"/>
              <a:t>FROM</a:t>
            </a:r>
            <a:r>
              <a:rPr lang="en-US" sz="2400" b="1" spc="-75"/>
              <a:t> </a:t>
            </a:r>
            <a:r>
              <a:rPr lang="en-US" sz="2400" b="1" spc="-10"/>
              <a:t>employees</a:t>
            </a:r>
            <a:r>
              <a:rPr lang="en-US" sz="2400" b="1" spc="-75"/>
              <a:t> </a:t>
            </a:r>
            <a:r>
              <a:rPr lang="en-US" sz="2400" b="1" spc="-50"/>
              <a:t>e</a:t>
            </a:r>
            <a:endParaRPr lang="en-US" sz="2400"/>
          </a:p>
          <a:p>
            <a:pPr marL="12700" marR="508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b="1" spc="-85"/>
              <a:t>RIGHT</a:t>
            </a:r>
            <a:r>
              <a:rPr lang="en-US" sz="2400" b="1" spc="-80"/>
              <a:t> </a:t>
            </a:r>
            <a:r>
              <a:rPr lang="en-US" sz="2400" b="1" spc="-90"/>
              <a:t>JOIN</a:t>
            </a:r>
            <a:r>
              <a:rPr lang="en-US" sz="2400" b="1" spc="-75"/>
              <a:t> </a:t>
            </a:r>
            <a:r>
              <a:rPr lang="en-US" sz="2400" b="1" spc="-25"/>
              <a:t>departments</a:t>
            </a:r>
            <a:r>
              <a:rPr lang="en-US" sz="2400" b="1" spc="-75"/>
              <a:t> </a:t>
            </a:r>
            <a:r>
              <a:rPr lang="en-US" sz="2400" b="1"/>
              <a:t>d</a:t>
            </a:r>
            <a:r>
              <a:rPr lang="en-US" sz="2400" b="1" spc="-75"/>
              <a:t> </a:t>
            </a:r>
            <a:r>
              <a:rPr lang="en-US" sz="2400" b="1"/>
              <a:t>ON</a:t>
            </a:r>
            <a:r>
              <a:rPr lang="en-US" sz="2400" b="1" spc="-75"/>
              <a:t> </a:t>
            </a:r>
            <a:r>
              <a:rPr lang="en-US" sz="2400" b="1" spc="-10"/>
              <a:t>e.dept_id</a:t>
            </a:r>
            <a:r>
              <a:rPr lang="en-US" sz="2400" b="1" spc="-75"/>
              <a:t> </a:t>
            </a:r>
            <a:r>
              <a:rPr lang="en-US" sz="2400" b="1" spc="-50"/>
              <a:t>= </a:t>
            </a:r>
            <a:r>
              <a:rPr lang="en-US" sz="2400" b="1" spc="-10"/>
              <a:t>d.dept_id;</a:t>
            </a:r>
            <a:endParaRPr lang="en-US" sz="2400"/>
          </a:p>
          <a:p>
            <a:pPr indent="-228600">
              <a:lnSpc>
                <a:spcPct val="90000"/>
              </a:lnSpc>
              <a:spcBef>
                <a:spcPts val="1380"/>
              </a:spcBef>
              <a:buFont typeface="Arial" panose="020B0604020202020204" pitchFamily="34" charset="0"/>
              <a:buChar char="•"/>
            </a:pPr>
            <a:endParaRPr lang="en-US" sz="2400"/>
          </a:p>
          <a:p>
            <a:pPr marL="23622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b="1" spc="-10"/>
              <a:t>Output</a:t>
            </a:r>
            <a:r>
              <a:rPr lang="en-US" sz="2400" b="1" spc="-95"/>
              <a:t> </a:t>
            </a:r>
            <a:r>
              <a:rPr lang="en-US" sz="2400" b="1" spc="-10"/>
              <a:t>Table</a:t>
            </a:r>
            <a:endParaRPr lang="en-US" sz="2400"/>
          </a:p>
          <a:p>
            <a:pPr indent="-228600">
              <a:lnSpc>
                <a:spcPct val="90000"/>
              </a:lnSpc>
              <a:spcBef>
                <a:spcPts val="120"/>
              </a:spcBef>
              <a:buFont typeface="Arial" panose="020B0604020202020204" pitchFamily="34" charset="0"/>
              <a:buChar char="•"/>
            </a:pPr>
            <a:endParaRPr lang="en-US" sz="2400"/>
          </a:p>
          <a:p>
            <a:pPr marL="236220" marR="3102610" indent="-22860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1150620" algn="l"/>
              </a:tabLst>
            </a:pPr>
            <a:r>
              <a:rPr lang="en-US" sz="2400" b="1" spc="-20"/>
              <a:t>name</a:t>
            </a:r>
            <a:r>
              <a:rPr lang="en-US" sz="2400" b="1"/>
              <a:t>	</a:t>
            </a:r>
            <a:r>
              <a:rPr lang="en-US" sz="2400" b="1" spc="-20"/>
              <a:t>dept_name </a:t>
            </a:r>
            <a:r>
              <a:rPr lang="en-US" sz="2400" b="1" spc="-10"/>
              <a:t>Alice</a:t>
            </a:r>
            <a:r>
              <a:rPr lang="en-US" sz="2400" b="1"/>
              <a:t>	</a:t>
            </a:r>
            <a:r>
              <a:rPr lang="en-US" sz="2400" b="1" spc="-25"/>
              <a:t>HR</a:t>
            </a:r>
            <a:endParaRPr lang="en-US" sz="2400"/>
          </a:p>
          <a:p>
            <a:pPr marL="236220" marR="3522345" indent="-22860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1150620" algn="l"/>
              </a:tabLst>
            </a:pPr>
            <a:r>
              <a:rPr lang="en-US" sz="2400" b="1" spc="-25"/>
              <a:t>Bob</a:t>
            </a:r>
            <a:r>
              <a:rPr lang="en-US" sz="2400" b="1"/>
              <a:t>	</a:t>
            </a:r>
            <a:r>
              <a:rPr lang="en-US" sz="2400" b="1" spc="-25"/>
              <a:t>IT </a:t>
            </a:r>
            <a:r>
              <a:rPr lang="en-US" sz="2400" b="1" spc="-20"/>
              <a:t>NULL</a:t>
            </a:r>
            <a:r>
              <a:rPr lang="en-US" sz="2400" b="1"/>
              <a:t>	</a:t>
            </a:r>
            <a:r>
              <a:rPr lang="en-US" sz="2400" b="1" spc="-40"/>
              <a:t>Finance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7775430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E62D8-E191-E513-CE38-FF4FEAE2E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71B9EDC9-640D-6A8D-0972-CC1A079860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93414" y="546861"/>
            <a:ext cx="48063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45" dirty="0"/>
              <a:t>Refresher</a:t>
            </a:r>
            <a:r>
              <a:rPr sz="4800" spc="-270" dirty="0"/>
              <a:t> </a:t>
            </a:r>
            <a:r>
              <a:rPr sz="4800" spc="-55" dirty="0"/>
              <a:t>on</a:t>
            </a:r>
            <a:r>
              <a:rPr sz="4800" spc="-270" dirty="0"/>
              <a:t> </a:t>
            </a:r>
            <a:r>
              <a:rPr sz="4800" spc="-145" dirty="0"/>
              <a:t>Joins</a:t>
            </a:r>
            <a:endParaRPr sz="4800"/>
          </a:p>
        </p:txBody>
      </p:sp>
      <p:sp>
        <p:nvSpPr>
          <p:cNvPr id="3" name="object 2" descr="$PPTXTitle"/>
          <p:cNvSpPr txBox="1">
            <a:spLocks/>
          </p:cNvSpPr>
          <p:nvPr/>
        </p:nvSpPr>
        <p:spPr>
          <a:xfrm>
            <a:off x="1295400" y="1783080"/>
            <a:ext cx="14941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400" b="1" spc="-20">
                <a:solidFill>
                  <a:srgbClr val="000000"/>
                </a:solidFill>
                <a:latin typeface="Times New Roman"/>
                <a:cs typeface="Times New Roman"/>
              </a:rPr>
              <a:t>Inner</a:t>
            </a:r>
            <a:r>
              <a:rPr lang="en-US" sz="2400" b="1" spc="-9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75">
                <a:solidFill>
                  <a:srgbClr val="000000"/>
                </a:solidFill>
                <a:latin typeface="Times New Roman"/>
                <a:cs typeface="Times New Roman"/>
              </a:rPr>
              <a:t>JOIN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4" name="object 3"/>
          <p:cNvSpPr txBox="1"/>
          <p:nvPr/>
        </p:nvSpPr>
        <p:spPr>
          <a:xfrm>
            <a:off x="1295400" y="2514600"/>
            <a:ext cx="702818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133725">
              <a:lnSpc>
                <a:spcPct val="100000"/>
              </a:lnSpc>
              <a:spcBef>
                <a:spcPts val="100"/>
              </a:spcBef>
            </a:pPr>
            <a:r>
              <a:rPr sz="2400" b="1" spc="-180" dirty="0">
                <a:latin typeface="Times New Roman"/>
                <a:cs typeface="Times New Roman"/>
              </a:rPr>
              <a:t>SELECT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e.name,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d.dept_name </a:t>
            </a:r>
            <a:r>
              <a:rPr sz="2400" b="1" spc="-135" dirty="0">
                <a:latin typeface="Times New Roman"/>
                <a:cs typeface="Times New Roman"/>
              </a:rPr>
              <a:t>FROM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employees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spc="-50" dirty="0">
                <a:latin typeface="Times New Roman"/>
                <a:cs typeface="Times New Roman"/>
              </a:rPr>
              <a:t>e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85" dirty="0">
                <a:latin typeface="Times New Roman"/>
                <a:cs typeface="Times New Roman"/>
              </a:rPr>
              <a:t>INNER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spc="-90" dirty="0">
                <a:latin typeface="Times New Roman"/>
                <a:cs typeface="Times New Roman"/>
              </a:rPr>
              <a:t>JOIN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departments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ON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e.dept_id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d.dept_id;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1327551" y="4662919"/>
            <a:ext cx="2367280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Times New Roman"/>
                <a:cs typeface="Times New Roman"/>
              </a:rPr>
              <a:t>Output</a:t>
            </a:r>
            <a:r>
              <a:rPr sz="2400" b="1" spc="-9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Table</a:t>
            </a:r>
            <a:endParaRPr sz="24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tabLst>
                <a:tab pos="926465" algn="l"/>
              </a:tabLst>
            </a:pPr>
            <a:r>
              <a:rPr lang="en-US" sz="2400" b="1" spc="-20" dirty="0">
                <a:latin typeface="Times New Roman"/>
                <a:cs typeface="Times New Roman"/>
              </a:rPr>
              <a:t>name</a:t>
            </a:r>
            <a:r>
              <a:rPr lang="en-US" sz="2400" b="1" dirty="0">
                <a:latin typeface="Times New Roman"/>
                <a:cs typeface="Times New Roman"/>
              </a:rPr>
              <a:t>	</a:t>
            </a:r>
            <a:r>
              <a:rPr lang="en-US" sz="2400" b="1" spc="-20" dirty="0" err="1">
                <a:latin typeface="Times New Roman"/>
                <a:cs typeface="Times New Roman"/>
              </a:rPr>
              <a:t>dept_name</a:t>
            </a:r>
            <a:r>
              <a:rPr lang="en-US" sz="2400" b="1" spc="-20" dirty="0">
                <a:latin typeface="Times New Roman"/>
                <a:cs typeface="Times New Roman"/>
              </a:rPr>
              <a:t> </a:t>
            </a:r>
            <a:r>
              <a:rPr lang="en-US" sz="2400" b="1" spc="-10" dirty="0">
                <a:latin typeface="Times New Roman"/>
                <a:cs typeface="Times New Roman"/>
              </a:rPr>
              <a:t>Alice</a:t>
            </a:r>
            <a:r>
              <a:rPr lang="en-US" sz="2400" b="1" dirty="0">
                <a:latin typeface="Times New Roman"/>
                <a:cs typeface="Times New Roman"/>
              </a:rPr>
              <a:t>	</a:t>
            </a:r>
            <a:r>
              <a:rPr lang="en-US" sz="2400" b="1" spc="-25" dirty="0">
                <a:latin typeface="Times New Roman"/>
                <a:cs typeface="Times New Roman"/>
              </a:rPr>
              <a:t>HR</a:t>
            </a:r>
            <a:endParaRPr lang="en-US"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926465" algn="l"/>
              </a:tabLst>
            </a:pPr>
            <a:r>
              <a:rPr lang="en-US" sz="2400" b="1" spc="-25" dirty="0">
                <a:latin typeface="Times New Roman"/>
                <a:cs typeface="Times New Roman"/>
              </a:rPr>
              <a:t>Bob</a:t>
            </a:r>
            <a:r>
              <a:rPr lang="en-US" sz="2400" b="1" dirty="0">
                <a:latin typeface="Times New Roman"/>
                <a:cs typeface="Times New Roman"/>
              </a:rPr>
              <a:t>	</a:t>
            </a:r>
            <a:r>
              <a:rPr lang="en-US" sz="2400" b="1" spc="-25" dirty="0">
                <a:latin typeface="Times New Roman"/>
                <a:cs typeface="Times New Roman"/>
              </a:rPr>
              <a:t>IT</a:t>
            </a:r>
            <a:endParaRPr lang="en-US" sz="24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tabLst>
                <a:tab pos="926465" algn="l"/>
              </a:tabLst>
            </a:pPr>
            <a:endParaRPr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5242907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406310-FEC9-0B3E-1867-C6A16C75E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C47615D8-E262-EE5A-14F4-9A44492C5C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/>
            <a:r>
              <a:rPr lang="en-US" sz="5400" kern="1200" spc="-145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Refresher</a:t>
            </a:r>
            <a:r>
              <a:rPr lang="en-US" sz="5400" kern="1200" spc="-27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spc="-55">
                <a:solidFill>
                  <a:schemeClr val="tx1"/>
                </a:solidFill>
                <a:latin typeface="+mj-lt"/>
                <a:ea typeface="+mj-ea"/>
                <a:cs typeface="+mj-cs"/>
              </a:rPr>
              <a:t>on</a:t>
            </a:r>
            <a:r>
              <a:rPr lang="en-US" sz="5400" kern="1200" spc="-27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spc="-145">
                <a:solidFill>
                  <a:schemeClr val="tx1"/>
                </a:solidFill>
                <a:latin typeface="+mj-lt"/>
                <a:ea typeface="+mj-ea"/>
                <a:cs typeface="+mj-cs"/>
              </a:rPr>
              <a:t>Joins</a:t>
            </a:r>
            <a:endParaRPr lang="en-US" sz="5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bject 3"/>
          <p:cNvSpPr txBox="1"/>
          <p:nvPr/>
        </p:nvSpPr>
        <p:spPr>
          <a:xfrm>
            <a:off x="793660" y="2599509"/>
            <a:ext cx="10143668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85725" marR="4011929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000" b="1" spc="-185"/>
              <a:t>FULL</a:t>
            </a:r>
            <a:r>
              <a:rPr lang="en-US" sz="2000" b="1" spc="-45"/>
              <a:t> </a:t>
            </a:r>
            <a:r>
              <a:rPr lang="en-US" sz="2000" b="1" spc="-110"/>
              <a:t>OUTER</a:t>
            </a:r>
            <a:r>
              <a:rPr lang="en-US" sz="2000" b="1" spc="-45"/>
              <a:t> </a:t>
            </a:r>
            <a:r>
              <a:rPr lang="en-US" sz="2000" b="1" spc="-50"/>
              <a:t>JOIN</a:t>
            </a:r>
            <a:endParaRPr lang="en-US" sz="2000"/>
          </a:p>
          <a:p>
            <a:pPr marL="85725" marR="4011929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2000" b="1" spc="-180"/>
          </a:p>
          <a:p>
            <a:pPr marL="85725" marR="4011929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000" b="1" spc="-180"/>
              <a:t>SELECT</a:t>
            </a:r>
            <a:r>
              <a:rPr lang="en-US" sz="2000" b="1" spc="-70"/>
              <a:t> </a:t>
            </a:r>
            <a:r>
              <a:rPr lang="en-US" sz="2000" b="1" spc="-10"/>
              <a:t>e.name,</a:t>
            </a:r>
            <a:r>
              <a:rPr lang="en-US" sz="2000" b="1" spc="-65"/>
              <a:t> </a:t>
            </a:r>
            <a:r>
              <a:rPr lang="en-US" sz="2000" b="1" spc="-10"/>
              <a:t>d.dept_name </a:t>
            </a:r>
            <a:r>
              <a:rPr lang="en-US" sz="2000" b="1" spc="-135"/>
              <a:t>FROM</a:t>
            </a:r>
            <a:r>
              <a:rPr lang="en-US" sz="2000" b="1" spc="-75"/>
              <a:t> </a:t>
            </a:r>
            <a:r>
              <a:rPr lang="en-US" sz="2000" b="1" spc="-10"/>
              <a:t>employees</a:t>
            </a:r>
            <a:r>
              <a:rPr lang="en-US" sz="2000" b="1" spc="-75"/>
              <a:t> </a:t>
            </a:r>
            <a:r>
              <a:rPr lang="en-US" sz="2000" b="1" spc="-50"/>
              <a:t>e</a:t>
            </a:r>
            <a:endParaRPr lang="en-US" sz="2000"/>
          </a:p>
          <a:p>
            <a:pPr marL="85725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b="1" spc="-185"/>
              <a:t>FULL</a:t>
            </a:r>
            <a:r>
              <a:rPr lang="en-US" sz="2000" b="1" spc="-70"/>
              <a:t> </a:t>
            </a:r>
            <a:r>
              <a:rPr lang="en-US" sz="2000" b="1" spc="-110"/>
              <a:t>OUTER</a:t>
            </a:r>
            <a:r>
              <a:rPr lang="en-US" sz="2000" b="1" spc="-70"/>
              <a:t> </a:t>
            </a:r>
            <a:r>
              <a:rPr lang="en-US" sz="2000" b="1" spc="-90"/>
              <a:t>JOIN</a:t>
            </a:r>
            <a:r>
              <a:rPr lang="en-US" sz="2000" b="1" spc="-70"/>
              <a:t> </a:t>
            </a:r>
            <a:r>
              <a:rPr lang="en-US" sz="2000" b="1" spc="-25"/>
              <a:t>departments</a:t>
            </a:r>
            <a:r>
              <a:rPr lang="en-US" sz="2000" b="1" spc="-70"/>
              <a:t> </a:t>
            </a:r>
            <a:r>
              <a:rPr lang="en-US" sz="2000" b="1"/>
              <a:t>d</a:t>
            </a:r>
            <a:r>
              <a:rPr lang="en-US" sz="2000" b="1" spc="-65"/>
              <a:t> </a:t>
            </a:r>
            <a:r>
              <a:rPr lang="en-US" sz="2000" b="1"/>
              <a:t>ON</a:t>
            </a:r>
            <a:r>
              <a:rPr lang="en-US" sz="2000" b="1" spc="-70"/>
              <a:t> </a:t>
            </a:r>
            <a:r>
              <a:rPr lang="en-US" sz="2000" b="1" spc="-10"/>
              <a:t>e.dept_id</a:t>
            </a:r>
            <a:r>
              <a:rPr lang="en-US" sz="2000" b="1" spc="-70"/>
              <a:t> </a:t>
            </a:r>
            <a:r>
              <a:rPr lang="en-US" sz="2000" b="1"/>
              <a:t>=</a:t>
            </a:r>
            <a:r>
              <a:rPr lang="en-US" sz="2000" b="1" spc="-70"/>
              <a:t> </a:t>
            </a:r>
            <a:r>
              <a:rPr lang="en-US" sz="2000" b="1" spc="-10"/>
              <a:t>d.dept_id;</a:t>
            </a:r>
            <a:endParaRPr lang="en-US" sz="2000"/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/>
          </a:p>
          <a:p>
            <a:pPr indent="-228600">
              <a:lnSpc>
                <a:spcPct val="90000"/>
              </a:lnSpc>
              <a:spcBef>
                <a:spcPts val="430"/>
              </a:spcBef>
              <a:buFont typeface="Arial" panose="020B0604020202020204" pitchFamily="34" charset="0"/>
              <a:buChar char="•"/>
            </a:pPr>
            <a:r>
              <a:rPr lang="en-US" sz="2000" b="1"/>
              <a:t>Output Table</a:t>
            </a:r>
          </a:p>
          <a:p>
            <a:pPr marL="12700" marR="5617210" indent="-228600">
              <a:lnSpc>
                <a:spcPct val="90000"/>
              </a:lnSpc>
              <a:spcBef>
                <a:spcPts val="5"/>
              </a:spcBef>
              <a:buFont typeface="Arial" panose="020B0604020202020204" pitchFamily="34" charset="0"/>
              <a:buChar char="•"/>
              <a:tabLst>
                <a:tab pos="926465" algn="l"/>
              </a:tabLst>
            </a:pPr>
            <a:r>
              <a:rPr lang="en-US" sz="2000" b="1" spc="-20"/>
              <a:t>name</a:t>
            </a:r>
            <a:r>
              <a:rPr lang="en-US" sz="2000" b="1"/>
              <a:t>	</a:t>
            </a:r>
            <a:r>
              <a:rPr lang="en-US" sz="2000" b="1" spc="-20"/>
              <a:t>dept_name </a:t>
            </a:r>
            <a:r>
              <a:rPr lang="en-US" sz="2000" b="1" spc="-10"/>
              <a:t>Alice</a:t>
            </a:r>
            <a:r>
              <a:rPr lang="en-US" sz="2000" b="1"/>
              <a:t>	</a:t>
            </a:r>
            <a:r>
              <a:rPr lang="en-US" sz="2000" b="1" spc="-25"/>
              <a:t>HR</a:t>
            </a:r>
            <a:endParaRPr lang="en-US" sz="2000"/>
          </a:p>
          <a:p>
            <a:pPr marL="12700" marR="6036310" indent="-22860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926465" algn="l"/>
              </a:tabLst>
            </a:pPr>
            <a:r>
              <a:rPr lang="en-US" sz="2000" b="1" spc="-25"/>
              <a:t>Bob</a:t>
            </a:r>
            <a:r>
              <a:rPr lang="en-US" sz="2000" b="1"/>
              <a:t>	</a:t>
            </a:r>
            <a:r>
              <a:rPr lang="en-US" sz="2000" b="1" spc="-25"/>
              <a:t>IT </a:t>
            </a:r>
            <a:r>
              <a:rPr lang="en-US" sz="2000" b="1" spc="-10"/>
              <a:t>Carol</a:t>
            </a:r>
            <a:r>
              <a:rPr lang="en-US" sz="2000" b="1"/>
              <a:t>	</a:t>
            </a:r>
            <a:r>
              <a:rPr lang="en-US" sz="2000" b="1" spc="-20"/>
              <a:t>NULL </a:t>
            </a:r>
            <a:r>
              <a:rPr lang="en-US" sz="2000" b="1" spc="-10"/>
              <a:t>David</a:t>
            </a:r>
            <a:r>
              <a:rPr lang="en-US" sz="2000" b="1"/>
              <a:t>	</a:t>
            </a:r>
            <a:r>
              <a:rPr lang="en-US" sz="2000" b="1" spc="-20"/>
              <a:t>NULL NULL</a:t>
            </a:r>
            <a:r>
              <a:rPr lang="en-US" sz="2000" b="1"/>
              <a:t>	</a:t>
            </a:r>
            <a:r>
              <a:rPr lang="en-US" sz="2000" b="1" spc="-40"/>
              <a:t>Finance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9261105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6FF605-9869-F8D4-5CF6-AC5BA438D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60EEB1BA-3E46-7EA9-27DA-1F8AFE48F8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/>
            <a:r>
              <a:rPr lang="en-US" sz="5400" kern="1200" spc="-145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Refresher</a:t>
            </a:r>
            <a:r>
              <a:rPr lang="en-US" sz="5400" kern="1200" spc="-27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spc="-55">
                <a:solidFill>
                  <a:schemeClr val="tx1"/>
                </a:solidFill>
                <a:latin typeface="+mj-lt"/>
                <a:ea typeface="+mj-ea"/>
                <a:cs typeface="+mj-cs"/>
              </a:rPr>
              <a:t>on</a:t>
            </a:r>
            <a:r>
              <a:rPr lang="en-US" sz="5400" kern="1200" spc="-27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spc="-145">
                <a:solidFill>
                  <a:schemeClr val="tx1"/>
                </a:solidFill>
                <a:latin typeface="+mj-lt"/>
                <a:ea typeface="+mj-ea"/>
                <a:cs typeface="+mj-cs"/>
              </a:rPr>
              <a:t>Joins</a:t>
            </a:r>
            <a:endParaRPr lang="en-US" sz="5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bject 4"/>
          <p:cNvSpPr txBox="1"/>
          <p:nvPr/>
        </p:nvSpPr>
        <p:spPr>
          <a:xfrm>
            <a:off x="793660" y="2599509"/>
            <a:ext cx="10143668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85725" marR="2165985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700" b="1"/>
              <a:t>5</a:t>
            </a:r>
            <a:r>
              <a:rPr lang="en-US" sz="1700" b="1" spc="-105"/>
              <a:t> </a:t>
            </a:r>
            <a:r>
              <a:rPr lang="en-US" sz="1700" b="1" spc="-20"/>
              <a:t>ANTI</a:t>
            </a:r>
            <a:r>
              <a:rPr lang="en-US" sz="1700" b="1" spc="-100"/>
              <a:t> </a:t>
            </a:r>
            <a:r>
              <a:rPr lang="en-US" sz="1700" b="1" spc="-70"/>
              <a:t>JOIN </a:t>
            </a:r>
          </a:p>
          <a:p>
            <a:pPr marL="85725" marR="2165985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1700" b="1"/>
          </a:p>
          <a:p>
            <a:pPr marL="85725" marR="2165985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700" b="1"/>
              <a:t>a)</a:t>
            </a:r>
            <a:r>
              <a:rPr lang="en-US" sz="1700" b="1" spc="-110"/>
              <a:t> </a:t>
            </a:r>
            <a:r>
              <a:rPr lang="en-US" sz="1700" b="1" spc="-35"/>
              <a:t>Employees</a:t>
            </a:r>
            <a:r>
              <a:rPr lang="en-US" sz="1700" b="1" spc="-90"/>
              <a:t> </a:t>
            </a:r>
            <a:r>
              <a:rPr lang="en-US" sz="1700" b="1"/>
              <a:t>without</a:t>
            </a:r>
            <a:r>
              <a:rPr lang="en-US" sz="1700" b="1" spc="-95"/>
              <a:t> </a:t>
            </a:r>
            <a:r>
              <a:rPr lang="en-US" sz="1700" b="1" spc="-90"/>
              <a:t>a</a:t>
            </a:r>
            <a:r>
              <a:rPr lang="en-US" sz="1700" b="1" spc="-80"/>
              <a:t> </a:t>
            </a:r>
            <a:r>
              <a:rPr lang="en-US" sz="1700" b="1" spc="-20"/>
              <a:t>department</a:t>
            </a:r>
          </a:p>
          <a:p>
            <a:pPr marL="85725" marR="2165985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1700" b="1" spc="-20"/>
          </a:p>
          <a:p>
            <a:pPr marL="85725" marR="2165985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700" b="1" spc="-20"/>
              <a:t> </a:t>
            </a:r>
            <a:r>
              <a:rPr lang="en-US" sz="1700" b="1" spc="-180"/>
              <a:t>SELECT</a:t>
            </a:r>
            <a:r>
              <a:rPr lang="en-US" sz="1700" b="1" spc="-45"/>
              <a:t> </a:t>
            </a:r>
            <a:r>
              <a:rPr lang="en-US" sz="1700" b="1" spc="-10"/>
              <a:t>e.name</a:t>
            </a:r>
            <a:endParaRPr lang="en-US" sz="1700"/>
          </a:p>
          <a:p>
            <a:pPr marL="85725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1" spc="-135"/>
              <a:t>FROM</a:t>
            </a:r>
            <a:r>
              <a:rPr lang="en-US" sz="1700" b="1" spc="-75"/>
              <a:t> </a:t>
            </a:r>
            <a:r>
              <a:rPr lang="en-US" sz="1700" b="1" spc="-10"/>
              <a:t>employees</a:t>
            </a:r>
            <a:r>
              <a:rPr lang="en-US" sz="1700" b="1" spc="-75"/>
              <a:t> </a:t>
            </a:r>
            <a:r>
              <a:rPr lang="en-US" sz="1700" b="1" spc="-50"/>
              <a:t>e</a:t>
            </a:r>
            <a:endParaRPr lang="en-US" sz="1700"/>
          </a:p>
          <a:p>
            <a:pPr marL="85725" marR="508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1" spc="-180"/>
              <a:t>LEFT</a:t>
            </a:r>
            <a:r>
              <a:rPr lang="en-US" sz="1700" b="1" spc="-75"/>
              <a:t> </a:t>
            </a:r>
            <a:r>
              <a:rPr lang="en-US" sz="1700" b="1" spc="-90"/>
              <a:t>JOIN</a:t>
            </a:r>
            <a:r>
              <a:rPr lang="en-US" sz="1700" b="1" spc="-75"/>
              <a:t> </a:t>
            </a:r>
            <a:r>
              <a:rPr lang="en-US" sz="1700" b="1" spc="-25"/>
              <a:t>departments</a:t>
            </a:r>
            <a:r>
              <a:rPr lang="en-US" sz="1700" b="1" spc="-75"/>
              <a:t> </a:t>
            </a:r>
            <a:r>
              <a:rPr lang="en-US" sz="1700" b="1"/>
              <a:t>d</a:t>
            </a:r>
            <a:r>
              <a:rPr lang="en-US" sz="1700" b="1" spc="-70"/>
              <a:t> </a:t>
            </a:r>
            <a:r>
              <a:rPr lang="en-US" sz="1700" b="1"/>
              <a:t>ON</a:t>
            </a:r>
            <a:r>
              <a:rPr lang="en-US" sz="1700" b="1" spc="-75"/>
              <a:t> </a:t>
            </a:r>
            <a:r>
              <a:rPr lang="en-US" sz="1700" b="1" spc="-10"/>
              <a:t>e.dept_id</a:t>
            </a:r>
            <a:r>
              <a:rPr lang="en-US" sz="1700" b="1" spc="-75"/>
              <a:t> </a:t>
            </a:r>
            <a:r>
              <a:rPr lang="en-US" sz="1700" b="1"/>
              <a:t>=</a:t>
            </a:r>
            <a:r>
              <a:rPr lang="en-US" sz="1700" b="1" spc="-70"/>
              <a:t> </a:t>
            </a:r>
            <a:r>
              <a:rPr lang="en-US" sz="1700" b="1" spc="-10"/>
              <a:t>d.dept_id </a:t>
            </a:r>
            <a:r>
              <a:rPr lang="en-US" sz="1700" b="1" spc="-135"/>
              <a:t>WHERE</a:t>
            </a:r>
            <a:r>
              <a:rPr lang="en-US" sz="1700" b="1" spc="-85"/>
              <a:t> </a:t>
            </a:r>
            <a:r>
              <a:rPr lang="en-US" sz="1700" b="1" spc="-10"/>
              <a:t>d.dept_id</a:t>
            </a:r>
            <a:r>
              <a:rPr lang="en-US" sz="1700" b="1" spc="-70"/>
              <a:t> </a:t>
            </a:r>
            <a:r>
              <a:rPr lang="en-US" sz="1700" b="1" spc="-80"/>
              <a:t>IS</a:t>
            </a:r>
            <a:r>
              <a:rPr lang="en-US" sz="1700" b="1" spc="-70"/>
              <a:t> </a:t>
            </a:r>
            <a:r>
              <a:rPr lang="en-US" sz="1700" b="1" spc="-10"/>
              <a:t>NULL;</a:t>
            </a:r>
            <a:endParaRPr lang="en-US" sz="1700"/>
          </a:p>
          <a:p>
            <a:pPr indent="-228600">
              <a:lnSpc>
                <a:spcPct val="90000"/>
              </a:lnSpc>
              <a:spcBef>
                <a:spcPts val="150"/>
              </a:spcBef>
              <a:buFont typeface="Arial" panose="020B0604020202020204" pitchFamily="34" charset="0"/>
              <a:buChar char="•"/>
            </a:pPr>
            <a:endParaRPr lang="en-US" sz="1700"/>
          </a:p>
          <a:p>
            <a:pPr marL="85725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1" spc="-10"/>
              <a:t>Output</a:t>
            </a:r>
            <a:r>
              <a:rPr lang="en-US" sz="1700" b="1" spc="-95"/>
              <a:t> </a:t>
            </a:r>
            <a:r>
              <a:rPr lang="en-US" sz="1700" b="1" spc="-10"/>
              <a:t>Table</a:t>
            </a:r>
            <a:endParaRPr lang="en-US" sz="1700"/>
          </a:p>
          <a:p>
            <a:pPr marL="12700" indent="-22860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997585" algn="l"/>
              </a:tabLst>
            </a:pPr>
            <a:r>
              <a:rPr lang="en-US" sz="1700" b="1" spc="120"/>
              <a:t>|</a:t>
            </a:r>
            <a:r>
              <a:rPr lang="en-US" sz="1700" b="1" spc="-80"/>
              <a:t> </a:t>
            </a:r>
            <a:r>
              <a:rPr lang="en-US" sz="1700" b="1" spc="-20"/>
              <a:t>name</a:t>
            </a:r>
            <a:r>
              <a:rPr lang="en-US" sz="1700" b="1"/>
              <a:t>	</a:t>
            </a:r>
            <a:r>
              <a:rPr lang="en-US" sz="1700" b="1" spc="70"/>
              <a:t>|</a:t>
            </a:r>
            <a:endParaRPr lang="en-US" sz="1700"/>
          </a:p>
          <a:p>
            <a:pPr marL="12700" indent="-22860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748030" algn="l"/>
              </a:tabLst>
            </a:pPr>
            <a:r>
              <a:rPr lang="en-US" sz="1700" b="1" spc="70"/>
              <a:t>|</a:t>
            </a:r>
            <a:r>
              <a:rPr lang="en-US" sz="1700" b="1"/>
              <a:t>	</a:t>
            </a:r>
            <a:r>
              <a:rPr lang="en-US" sz="1700" b="1" spc="60"/>
              <a:t>|</a:t>
            </a:r>
            <a:endParaRPr lang="en-US" sz="1700"/>
          </a:p>
          <a:p>
            <a:pPr marL="1270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1" spc="120"/>
              <a:t>|</a:t>
            </a:r>
            <a:r>
              <a:rPr lang="en-US" sz="1700" b="1" spc="-75"/>
              <a:t> </a:t>
            </a:r>
            <a:r>
              <a:rPr lang="en-US" sz="1700" b="1" spc="-50"/>
              <a:t>Carol</a:t>
            </a:r>
            <a:r>
              <a:rPr lang="en-US" sz="1700" b="1" spc="-70"/>
              <a:t> </a:t>
            </a:r>
            <a:r>
              <a:rPr lang="en-US" sz="1700" b="1" spc="70"/>
              <a:t>|</a:t>
            </a:r>
            <a:endParaRPr lang="en-US" sz="1700"/>
          </a:p>
          <a:p>
            <a:pPr marL="1270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1" spc="120"/>
              <a:t>|</a:t>
            </a:r>
            <a:r>
              <a:rPr lang="en-US" sz="1700" b="1" spc="-114"/>
              <a:t> </a:t>
            </a:r>
            <a:r>
              <a:rPr lang="en-US" sz="1700" b="1"/>
              <a:t>David</a:t>
            </a:r>
            <a:r>
              <a:rPr lang="en-US" sz="1700" b="1" spc="-110"/>
              <a:t> </a:t>
            </a:r>
            <a:r>
              <a:rPr lang="en-US" sz="1700" b="1" spc="70"/>
              <a:t>|</a:t>
            </a: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32476171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4D762F-836F-DE1D-1AA3-789C087D7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CBCEFADF-0578-7CC8-8695-2F7F1B268D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/>
            <a:r>
              <a:rPr lang="en-US" sz="5400" kern="1200" spc="-145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Refresher</a:t>
            </a:r>
            <a:r>
              <a:rPr lang="en-US" sz="5400" kern="1200" spc="-27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spc="-55">
                <a:solidFill>
                  <a:schemeClr val="tx1"/>
                </a:solidFill>
                <a:latin typeface="+mj-lt"/>
                <a:ea typeface="+mj-ea"/>
                <a:cs typeface="+mj-cs"/>
              </a:rPr>
              <a:t>on</a:t>
            </a:r>
            <a:r>
              <a:rPr lang="en-US" sz="5400" kern="1200" spc="-27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spc="-145">
                <a:solidFill>
                  <a:schemeClr val="tx1"/>
                </a:solidFill>
                <a:latin typeface="+mj-lt"/>
                <a:ea typeface="+mj-ea"/>
                <a:cs typeface="+mj-cs"/>
              </a:rPr>
              <a:t>Joins</a:t>
            </a:r>
            <a:endParaRPr lang="en-US" sz="5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bject 3"/>
          <p:cNvSpPr txBox="1"/>
          <p:nvPr/>
        </p:nvSpPr>
        <p:spPr>
          <a:xfrm>
            <a:off x="793660" y="2599509"/>
            <a:ext cx="10143668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84455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900" b="1"/>
              <a:t>5</a:t>
            </a:r>
            <a:r>
              <a:rPr lang="en-US" sz="1900" b="1" spc="-105"/>
              <a:t> </a:t>
            </a:r>
            <a:r>
              <a:rPr lang="en-US" sz="1900" b="1" spc="-20"/>
              <a:t>ANTI</a:t>
            </a:r>
            <a:r>
              <a:rPr lang="en-US" sz="1900" b="1" spc="-100"/>
              <a:t> </a:t>
            </a:r>
            <a:r>
              <a:rPr lang="en-US" sz="1900" b="1" spc="-20"/>
              <a:t>JOIN</a:t>
            </a:r>
            <a:endParaRPr lang="en-US" sz="1900"/>
          </a:p>
          <a:p>
            <a:pPr marL="84455" marR="1890395" indent="-228600">
              <a:lnSpc>
                <a:spcPct val="90000"/>
              </a:lnSpc>
              <a:spcBef>
                <a:spcPts val="125"/>
              </a:spcBef>
              <a:buFont typeface="Arial" panose="020B0604020202020204" pitchFamily="34" charset="0"/>
              <a:buChar char="•"/>
            </a:pPr>
            <a:r>
              <a:rPr lang="en-US" sz="1900" b="1"/>
              <a:t>b)</a:t>
            </a:r>
            <a:r>
              <a:rPr lang="en-US" sz="1900" b="1" spc="-95"/>
              <a:t> </a:t>
            </a:r>
            <a:r>
              <a:rPr lang="en-US" sz="1900" b="1" spc="-10"/>
              <a:t>Departments</a:t>
            </a:r>
            <a:r>
              <a:rPr lang="en-US" sz="1900" b="1" spc="-95"/>
              <a:t> </a:t>
            </a:r>
            <a:r>
              <a:rPr lang="en-US" sz="1900" b="1"/>
              <a:t>without</a:t>
            </a:r>
            <a:r>
              <a:rPr lang="en-US" sz="1900" b="1" spc="-95"/>
              <a:t> </a:t>
            </a:r>
            <a:r>
              <a:rPr lang="en-US" sz="1900" b="1" spc="-10"/>
              <a:t>employees</a:t>
            </a:r>
          </a:p>
          <a:p>
            <a:pPr marL="84455" marR="1890395" indent="-228600">
              <a:lnSpc>
                <a:spcPct val="90000"/>
              </a:lnSpc>
              <a:spcBef>
                <a:spcPts val="125"/>
              </a:spcBef>
              <a:buFont typeface="Arial" panose="020B0604020202020204" pitchFamily="34" charset="0"/>
              <a:buChar char="•"/>
            </a:pPr>
            <a:endParaRPr lang="en-US" sz="1900" b="1" spc="-10"/>
          </a:p>
          <a:p>
            <a:pPr marL="84455" marR="1890395" indent="-228600">
              <a:lnSpc>
                <a:spcPct val="90000"/>
              </a:lnSpc>
              <a:spcBef>
                <a:spcPts val="125"/>
              </a:spcBef>
              <a:buFont typeface="Arial" panose="020B0604020202020204" pitchFamily="34" charset="0"/>
              <a:buChar char="•"/>
            </a:pPr>
            <a:r>
              <a:rPr lang="en-US" sz="1900" b="1" spc="-10"/>
              <a:t> </a:t>
            </a:r>
            <a:r>
              <a:rPr lang="en-US" sz="1900" b="1" spc="-180"/>
              <a:t>SELECT</a:t>
            </a:r>
            <a:r>
              <a:rPr lang="en-US" sz="1900" b="1" spc="-45"/>
              <a:t> </a:t>
            </a:r>
            <a:r>
              <a:rPr lang="en-US" sz="1900" b="1" spc="-10"/>
              <a:t>d.dept_name</a:t>
            </a:r>
            <a:endParaRPr lang="en-US" sz="1900"/>
          </a:p>
          <a:p>
            <a:pPr marL="84455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b="1" spc="-135"/>
              <a:t>FROM</a:t>
            </a:r>
            <a:r>
              <a:rPr lang="en-US" sz="1900" b="1" spc="-60"/>
              <a:t> </a:t>
            </a:r>
            <a:r>
              <a:rPr lang="en-US" sz="1900" b="1" spc="-25"/>
              <a:t>departments</a:t>
            </a:r>
            <a:r>
              <a:rPr lang="en-US" sz="1900" b="1" spc="-60"/>
              <a:t> </a:t>
            </a:r>
            <a:r>
              <a:rPr lang="en-US" sz="1900" b="1" spc="-50"/>
              <a:t>d</a:t>
            </a:r>
            <a:endParaRPr lang="en-US" sz="1900"/>
          </a:p>
          <a:p>
            <a:pPr marL="84455" marR="508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900" b="1" spc="-180"/>
              <a:t>LEFT</a:t>
            </a:r>
            <a:r>
              <a:rPr lang="en-US" sz="1900" b="1" spc="-90"/>
              <a:t> JOIN</a:t>
            </a:r>
            <a:r>
              <a:rPr lang="en-US" sz="1900" b="1" spc="-75"/>
              <a:t> </a:t>
            </a:r>
            <a:r>
              <a:rPr lang="en-US" sz="1900" b="1" spc="-10"/>
              <a:t>employees</a:t>
            </a:r>
            <a:r>
              <a:rPr lang="en-US" sz="1900" b="1" spc="-80"/>
              <a:t> </a:t>
            </a:r>
            <a:r>
              <a:rPr lang="en-US" sz="1900" b="1"/>
              <a:t>e</a:t>
            </a:r>
            <a:r>
              <a:rPr lang="en-US" sz="1900" b="1" spc="-75"/>
              <a:t> </a:t>
            </a:r>
            <a:r>
              <a:rPr lang="en-US" sz="1900" b="1"/>
              <a:t>ON</a:t>
            </a:r>
            <a:r>
              <a:rPr lang="en-US" sz="1900" b="1" spc="-80"/>
              <a:t> </a:t>
            </a:r>
            <a:r>
              <a:rPr lang="en-US" sz="1900" b="1" spc="-10"/>
              <a:t>e.dept_id</a:t>
            </a:r>
            <a:r>
              <a:rPr lang="en-US" sz="1900" b="1" spc="-75"/>
              <a:t> </a:t>
            </a:r>
            <a:r>
              <a:rPr lang="en-US" sz="1900" b="1"/>
              <a:t>=</a:t>
            </a:r>
            <a:r>
              <a:rPr lang="en-US" sz="1900" b="1" spc="-75"/>
              <a:t> </a:t>
            </a:r>
            <a:r>
              <a:rPr lang="en-US" sz="1900" b="1" spc="-10"/>
              <a:t>d.dept_id </a:t>
            </a:r>
            <a:r>
              <a:rPr lang="en-US" sz="1900" b="1" spc="-135"/>
              <a:t>WHERE</a:t>
            </a:r>
            <a:r>
              <a:rPr lang="en-US" sz="1900" b="1" spc="-75"/>
              <a:t> </a:t>
            </a:r>
            <a:r>
              <a:rPr lang="en-US" sz="1900" b="1" spc="-10"/>
              <a:t>e.dept_id</a:t>
            </a:r>
            <a:r>
              <a:rPr lang="en-US" sz="1900" b="1" spc="-70"/>
              <a:t> </a:t>
            </a:r>
            <a:r>
              <a:rPr lang="en-US" sz="1900" b="1" spc="-80"/>
              <a:t>IS</a:t>
            </a:r>
            <a:r>
              <a:rPr lang="en-US" sz="1900" b="1" spc="-70"/>
              <a:t> </a:t>
            </a:r>
            <a:r>
              <a:rPr lang="en-US" sz="1900" b="1" spc="-20"/>
              <a:t>NULL;</a:t>
            </a:r>
            <a:endParaRPr lang="en-US" sz="1900"/>
          </a:p>
          <a:p>
            <a:pPr indent="-228600">
              <a:lnSpc>
                <a:spcPct val="90000"/>
              </a:lnSpc>
              <a:spcBef>
                <a:spcPts val="45"/>
              </a:spcBef>
              <a:buFont typeface="Arial" panose="020B0604020202020204" pitchFamily="34" charset="0"/>
              <a:buChar char="•"/>
            </a:pPr>
            <a:endParaRPr lang="en-US" sz="1900"/>
          </a:p>
          <a:p>
            <a:pPr marL="84455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b="1" spc="-10"/>
              <a:t>Output</a:t>
            </a:r>
            <a:r>
              <a:rPr lang="en-US" sz="1900" b="1" spc="-95"/>
              <a:t> </a:t>
            </a:r>
            <a:r>
              <a:rPr lang="en-US" sz="1900" b="1" spc="-10"/>
              <a:t>Table</a:t>
            </a:r>
            <a:endParaRPr lang="en-US" sz="1900"/>
          </a:p>
          <a:p>
            <a:pPr indent="-228600">
              <a:lnSpc>
                <a:spcPct val="90000"/>
              </a:lnSpc>
              <a:spcBef>
                <a:spcPts val="125"/>
              </a:spcBef>
              <a:buFont typeface="Arial" panose="020B0604020202020204" pitchFamily="34" charset="0"/>
              <a:buChar char="•"/>
            </a:pPr>
            <a:endParaRPr lang="en-US" sz="1900"/>
          </a:p>
          <a:p>
            <a:pPr marL="1270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b="1" spc="120"/>
              <a:t>|</a:t>
            </a:r>
            <a:r>
              <a:rPr lang="en-US" sz="1900" b="1" spc="-95"/>
              <a:t> </a:t>
            </a:r>
            <a:r>
              <a:rPr lang="en-US" sz="1900" b="1" spc="-10"/>
              <a:t>dept_name</a:t>
            </a:r>
            <a:r>
              <a:rPr lang="en-US" sz="1900" b="1" spc="-90"/>
              <a:t> </a:t>
            </a:r>
            <a:r>
              <a:rPr lang="en-US" sz="1900" b="1" spc="70"/>
              <a:t>|</a:t>
            </a:r>
            <a:endParaRPr lang="en-US" sz="1900"/>
          </a:p>
          <a:p>
            <a:pPr marL="12700" indent="-22860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1165225" algn="l"/>
              </a:tabLst>
            </a:pPr>
            <a:r>
              <a:rPr lang="en-US" sz="1900" b="1" spc="70"/>
              <a:t>|</a:t>
            </a:r>
            <a:r>
              <a:rPr lang="en-US" sz="1900" b="1"/>
              <a:t>	</a:t>
            </a:r>
            <a:r>
              <a:rPr lang="en-US" sz="1900" b="1" spc="70"/>
              <a:t>|</a:t>
            </a:r>
            <a:endParaRPr lang="en-US" sz="1900"/>
          </a:p>
          <a:p>
            <a:pPr marL="12700" indent="-22860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1367155" algn="l"/>
              </a:tabLst>
            </a:pPr>
            <a:r>
              <a:rPr lang="en-US" sz="1900" b="1" spc="120"/>
              <a:t>|</a:t>
            </a:r>
            <a:r>
              <a:rPr lang="en-US" sz="1900" b="1" spc="-80"/>
              <a:t> </a:t>
            </a:r>
            <a:r>
              <a:rPr lang="en-US" sz="1900" b="1" spc="-10"/>
              <a:t>Finance</a:t>
            </a:r>
            <a:r>
              <a:rPr lang="en-US" sz="1900" b="1"/>
              <a:t>	</a:t>
            </a:r>
            <a:r>
              <a:rPr lang="en-US" sz="1900" b="1" spc="70"/>
              <a:t>|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198966174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59C6B72-F8E6-4281-8F3E-93FC0DC98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12648" y="365125"/>
            <a:ext cx="5295015" cy="20638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/>
            <a:r>
              <a:rPr lang="en-US" sz="5400" spc="-145"/>
              <a:t>Refresher</a:t>
            </a:r>
            <a:r>
              <a:rPr lang="en-US" sz="5400" spc="-270"/>
              <a:t> </a:t>
            </a:r>
            <a:r>
              <a:rPr lang="en-US" sz="5400" spc="-55"/>
              <a:t>on</a:t>
            </a:r>
            <a:r>
              <a:rPr lang="en-US" sz="5400" spc="-270"/>
              <a:t> </a:t>
            </a:r>
            <a:r>
              <a:rPr lang="en-US" sz="5400" spc="-145"/>
              <a:t>Joins</a:t>
            </a:r>
            <a:endParaRPr lang="en-US" sz="5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03972" y="365125"/>
            <a:ext cx="2398426" cy="21945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87394" y="629441"/>
            <a:ext cx="2540538" cy="1665927"/>
          </a:xfrm>
          <a:prstGeom prst="rect">
            <a:avLst/>
          </a:prstGeom>
        </p:spPr>
      </p:pic>
      <p:sp>
        <p:nvSpPr>
          <p:cNvPr id="25" name="sketch line">
            <a:extLst>
              <a:ext uri="{FF2B5EF4-FFF2-40B4-BE49-F238E27FC236}">
                <a16:creationId xmlns:a16="http://schemas.microsoft.com/office/drawing/2014/main" id="{490234EE-E0D8-4805-9227-CCEAC60169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650181"/>
            <a:ext cx="4343400" cy="18288"/>
          </a:xfrm>
          <a:custGeom>
            <a:avLst/>
            <a:gdLst>
              <a:gd name="csX0" fmla="*/ 0 w 4343400"/>
              <a:gd name="csY0" fmla="*/ 0 h 18288"/>
              <a:gd name="csX1" fmla="*/ 577052 w 4343400"/>
              <a:gd name="csY1" fmla="*/ 0 h 18288"/>
              <a:gd name="csX2" fmla="*/ 1067235 w 4343400"/>
              <a:gd name="csY2" fmla="*/ 0 h 18288"/>
              <a:gd name="csX3" fmla="*/ 1600853 w 4343400"/>
              <a:gd name="csY3" fmla="*/ 0 h 18288"/>
              <a:gd name="csX4" fmla="*/ 2264773 w 4343400"/>
              <a:gd name="csY4" fmla="*/ 0 h 18288"/>
              <a:gd name="csX5" fmla="*/ 2841825 w 4343400"/>
              <a:gd name="csY5" fmla="*/ 0 h 18288"/>
              <a:gd name="csX6" fmla="*/ 3375442 w 4343400"/>
              <a:gd name="csY6" fmla="*/ 0 h 18288"/>
              <a:gd name="csX7" fmla="*/ 4343400 w 4343400"/>
              <a:gd name="csY7" fmla="*/ 0 h 18288"/>
              <a:gd name="csX8" fmla="*/ 4343400 w 4343400"/>
              <a:gd name="csY8" fmla="*/ 18288 h 18288"/>
              <a:gd name="csX9" fmla="*/ 3722914 w 4343400"/>
              <a:gd name="csY9" fmla="*/ 18288 h 18288"/>
              <a:gd name="csX10" fmla="*/ 3189297 w 4343400"/>
              <a:gd name="csY10" fmla="*/ 18288 h 18288"/>
              <a:gd name="csX11" fmla="*/ 2481943 w 4343400"/>
              <a:gd name="csY11" fmla="*/ 18288 h 18288"/>
              <a:gd name="csX12" fmla="*/ 1904891 w 4343400"/>
              <a:gd name="csY12" fmla="*/ 18288 h 18288"/>
              <a:gd name="csX13" fmla="*/ 1414707 w 4343400"/>
              <a:gd name="csY13" fmla="*/ 18288 h 18288"/>
              <a:gd name="csX14" fmla="*/ 750788 w 4343400"/>
              <a:gd name="csY14" fmla="*/ 18288 h 18288"/>
              <a:gd name="csX15" fmla="*/ 0 w 4343400"/>
              <a:gd name="csY15" fmla="*/ 18288 h 18288"/>
              <a:gd name="csX16" fmla="*/ 0 w 43434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bject 6"/>
          <p:cNvSpPr txBox="1"/>
          <p:nvPr/>
        </p:nvSpPr>
        <p:spPr>
          <a:xfrm>
            <a:off x="612648" y="2908005"/>
            <a:ext cx="5295015" cy="3268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2700" indent="-228600">
              <a:lnSpc>
                <a:spcPct val="90000"/>
              </a:lnSpc>
              <a:spcBef>
                <a:spcPts val="555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200" spc="-50"/>
              <a:t>∗</a:t>
            </a:r>
            <a:r>
              <a:rPr lang="en-US" sz="2200"/>
              <a:t>	</a:t>
            </a:r>
            <a:r>
              <a:rPr lang="en-US" sz="2200" spc="-75"/>
              <a:t>Cartesian </a:t>
            </a:r>
            <a:r>
              <a:rPr lang="en-US" sz="2200" spc="-10"/>
              <a:t>product</a:t>
            </a:r>
            <a:endParaRPr lang="en-US" sz="2200"/>
          </a:p>
          <a:p>
            <a:pPr marL="588645" marR="5080" indent="-228600">
              <a:lnSpc>
                <a:spcPct val="90000"/>
              </a:lnSpc>
              <a:spcBef>
                <a:spcPts val="365"/>
              </a:spcBef>
              <a:buFont typeface="Arial" panose="020B0604020202020204" pitchFamily="34" charset="0"/>
              <a:buChar char="•"/>
            </a:pPr>
            <a:r>
              <a:rPr lang="en-US" sz="2200" spc="-15"/>
              <a:t>∗</a:t>
            </a:r>
            <a:r>
              <a:rPr lang="en-US" sz="2200" spc="980"/>
              <a:t> </a:t>
            </a:r>
            <a:r>
              <a:rPr lang="en-US" sz="2200" spc="-75"/>
              <a:t>A</a:t>
            </a:r>
            <a:r>
              <a:rPr lang="en-US" sz="2200" spc="-95"/>
              <a:t> </a:t>
            </a:r>
            <a:r>
              <a:rPr lang="en-US" sz="2200" spc="-60"/>
              <a:t>Cartesian</a:t>
            </a:r>
            <a:r>
              <a:rPr lang="en-US" sz="2200" spc="-85"/>
              <a:t> </a:t>
            </a:r>
            <a:r>
              <a:rPr lang="en-US" sz="2200"/>
              <a:t>product</a:t>
            </a:r>
            <a:r>
              <a:rPr lang="en-US" sz="2200" spc="-80"/>
              <a:t> </a:t>
            </a:r>
            <a:r>
              <a:rPr lang="en-US" sz="2200" spc="15"/>
              <a:t>or</a:t>
            </a:r>
            <a:r>
              <a:rPr lang="en-US" sz="2200" spc="-85"/>
              <a:t> </a:t>
            </a:r>
            <a:r>
              <a:rPr lang="en-US" sz="2200" spc="-55"/>
              <a:t>cross</a:t>
            </a:r>
            <a:r>
              <a:rPr lang="en-US" sz="2200" spc="-70"/>
              <a:t> </a:t>
            </a:r>
            <a:r>
              <a:rPr lang="en-US" sz="2200"/>
              <a:t>product</a:t>
            </a:r>
            <a:r>
              <a:rPr lang="en-US" sz="2200" spc="-85"/>
              <a:t> </a:t>
            </a:r>
            <a:r>
              <a:rPr lang="en-US" sz="2200" spc="-40"/>
              <a:t>takes</a:t>
            </a:r>
            <a:r>
              <a:rPr lang="en-US" sz="2200" spc="-95"/>
              <a:t> </a:t>
            </a:r>
            <a:r>
              <a:rPr lang="en-US" sz="2200" spc="-60"/>
              <a:t>each</a:t>
            </a:r>
            <a:r>
              <a:rPr lang="en-US" sz="2200" spc="-95"/>
              <a:t> </a:t>
            </a:r>
            <a:r>
              <a:rPr lang="en-US" sz="2200" spc="-15"/>
              <a:t>record</a:t>
            </a:r>
            <a:r>
              <a:rPr lang="en-US" sz="2200" spc="-75"/>
              <a:t> </a:t>
            </a:r>
            <a:r>
              <a:rPr lang="en-US" sz="2200" spc="25"/>
              <a:t>from</a:t>
            </a:r>
            <a:r>
              <a:rPr lang="en-US" sz="2200" spc="-80"/>
              <a:t> </a:t>
            </a:r>
            <a:r>
              <a:rPr lang="en-US" sz="2200" spc="-90"/>
              <a:t>a</a:t>
            </a:r>
            <a:r>
              <a:rPr lang="en-US" sz="2200" spc="-100"/>
              <a:t> </a:t>
            </a:r>
            <a:r>
              <a:rPr lang="en-US" sz="2200" spc="-10"/>
              <a:t>table</a:t>
            </a:r>
            <a:r>
              <a:rPr lang="en-US" sz="2200" spc="-105"/>
              <a:t> </a:t>
            </a:r>
            <a:r>
              <a:rPr lang="en-US" sz="2200" spc="-45"/>
              <a:t>and</a:t>
            </a:r>
            <a:r>
              <a:rPr lang="en-US" sz="2200" spc="-75"/>
              <a:t> </a:t>
            </a:r>
            <a:r>
              <a:rPr lang="en-US" sz="2200" spc="-40"/>
              <a:t>matches</a:t>
            </a:r>
            <a:r>
              <a:rPr lang="en-US" sz="2200" spc="-50"/>
              <a:t> </a:t>
            </a:r>
            <a:r>
              <a:rPr lang="en-US" sz="2200" spc="45"/>
              <a:t>it</a:t>
            </a:r>
            <a:r>
              <a:rPr lang="en-US" sz="2200" spc="-90"/>
              <a:t> </a:t>
            </a:r>
            <a:r>
              <a:rPr lang="en-US" sz="2200" spc="-20"/>
              <a:t>up</a:t>
            </a:r>
            <a:r>
              <a:rPr lang="en-US" sz="2200" spc="-100"/>
              <a:t> </a:t>
            </a:r>
            <a:r>
              <a:rPr lang="en-US" sz="2200" spc="30"/>
              <a:t>with</a:t>
            </a:r>
            <a:r>
              <a:rPr lang="en-US" sz="2200" spc="-95"/>
              <a:t> </a:t>
            </a:r>
            <a:r>
              <a:rPr lang="en-US" sz="2200" spc="-35"/>
              <a:t>every</a:t>
            </a:r>
            <a:r>
              <a:rPr lang="en-US" sz="2200" spc="-110"/>
              <a:t> </a:t>
            </a:r>
            <a:r>
              <a:rPr lang="en-US" sz="2200" spc="-15"/>
              <a:t>record</a:t>
            </a:r>
            <a:r>
              <a:rPr lang="en-US" sz="2200" spc="-75"/>
              <a:t> </a:t>
            </a:r>
            <a:r>
              <a:rPr lang="en-US" sz="2200" spc="20"/>
              <a:t>from</a:t>
            </a:r>
            <a:r>
              <a:rPr lang="en-US" sz="2200" spc="-80"/>
              <a:t> </a:t>
            </a:r>
            <a:r>
              <a:rPr lang="en-US" sz="2200" spc="-10"/>
              <a:t>another</a:t>
            </a:r>
            <a:r>
              <a:rPr lang="en-US" sz="2200" spc="-75"/>
              <a:t> </a:t>
            </a:r>
            <a:r>
              <a:rPr lang="en-US" sz="2200" spc="-15"/>
              <a:t>table.</a:t>
            </a:r>
            <a:r>
              <a:rPr lang="en-US" sz="2200" spc="-110"/>
              <a:t> </a:t>
            </a:r>
            <a:r>
              <a:rPr lang="en-US" sz="2200" spc="40"/>
              <a:t>If</a:t>
            </a:r>
            <a:r>
              <a:rPr lang="en-US" sz="2200" spc="-85"/>
              <a:t> </a:t>
            </a:r>
            <a:r>
              <a:rPr lang="en-US" sz="2200" spc="-15"/>
              <a:t>table</a:t>
            </a:r>
            <a:r>
              <a:rPr lang="en-US" sz="2200" spc="-100"/>
              <a:t> </a:t>
            </a:r>
            <a:r>
              <a:rPr lang="en-US" sz="2200" spc="-160"/>
              <a:t>X</a:t>
            </a:r>
            <a:r>
              <a:rPr lang="en-US" sz="2200" spc="-85"/>
              <a:t> </a:t>
            </a:r>
            <a:r>
              <a:rPr lang="en-US" sz="2200" spc="-30"/>
              <a:t>contains</a:t>
            </a:r>
            <a:r>
              <a:rPr lang="en-US" sz="2200" spc="-80"/>
              <a:t> </a:t>
            </a:r>
            <a:r>
              <a:rPr lang="en-US" sz="2200" spc="-20"/>
              <a:t>n</a:t>
            </a:r>
            <a:r>
              <a:rPr lang="en-US" sz="2200" spc="-85"/>
              <a:t> </a:t>
            </a:r>
            <a:r>
              <a:rPr lang="en-US" sz="2200" spc="-30"/>
              <a:t>records</a:t>
            </a:r>
            <a:r>
              <a:rPr lang="en-US" sz="2200" spc="-75"/>
              <a:t> </a:t>
            </a:r>
            <a:r>
              <a:rPr lang="en-US" sz="2200" spc="-45"/>
              <a:t>and</a:t>
            </a:r>
            <a:r>
              <a:rPr lang="en-US" sz="2200" spc="-85"/>
              <a:t> </a:t>
            </a:r>
            <a:r>
              <a:rPr lang="en-US" sz="2200" spc="-15"/>
              <a:t>table</a:t>
            </a:r>
            <a:r>
              <a:rPr lang="en-US" sz="2200" spc="-10"/>
              <a:t> </a:t>
            </a:r>
            <a:r>
              <a:rPr lang="en-US" sz="2200" spc="-170"/>
              <a:t>Y</a:t>
            </a:r>
            <a:r>
              <a:rPr lang="en-US" sz="2200" spc="-85"/>
              <a:t> </a:t>
            </a:r>
            <a:r>
              <a:rPr lang="en-US" sz="2200" spc="-30"/>
              <a:t>contains</a:t>
            </a:r>
            <a:r>
              <a:rPr lang="en-US" sz="2200" spc="-80"/>
              <a:t> </a:t>
            </a:r>
            <a:r>
              <a:rPr lang="en-US" sz="2200" spc="-25"/>
              <a:t>m</a:t>
            </a:r>
            <a:r>
              <a:rPr lang="en-US" sz="2200" spc="-85"/>
              <a:t> </a:t>
            </a:r>
            <a:r>
              <a:rPr lang="en-US" sz="2200" spc="-30"/>
              <a:t>records,</a:t>
            </a:r>
            <a:r>
              <a:rPr lang="en-US" sz="2200" spc="-75"/>
              <a:t> </a:t>
            </a:r>
            <a:r>
              <a:rPr lang="en-US" sz="2200" spc="5"/>
              <a:t>the</a:t>
            </a:r>
            <a:r>
              <a:rPr lang="en-US" sz="2200" spc="-95"/>
              <a:t> </a:t>
            </a:r>
            <a:r>
              <a:rPr lang="en-US" sz="2200" spc="-55"/>
              <a:t>cross</a:t>
            </a:r>
            <a:r>
              <a:rPr lang="en-US" sz="2200" spc="-80"/>
              <a:t> </a:t>
            </a:r>
            <a:r>
              <a:rPr lang="en-US" sz="2200"/>
              <a:t>product</a:t>
            </a:r>
            <a:r>
              <a:rPr lang="en-US" sz="2200" spc="-80"/>
              <a:t> </a:t>
            </a:r>
            <a:r>
              <a:rPr lang="en-US" sz="2200" spc="40"/>
              <a:t>of</a:t>
            </a:r>
            <a:r>
              <a:rPr lang="en-US" sz="2200" spc="-85"/>
              <a:t> </a:t>
            </a:r>
            <a:r>
              <a:rPr lang="en-US" sz="2200" spc="-160"/>
              <a:t>X</a:t>
            </a:r>
            <a:r>
              <a:rPr lang="en-US" sz="2200" spc="-85"/>
              <a:t> </a:t>
            </a:r>
            <a:r>
              <a:rPr lang="en-US" sz="2200" spc="-45"/>
              <a:t>and</a:t>
            </a:r>
            <a:r>
              <a:rPr lang="en-US" sz="2200" spc="-85"/>
              <a:t> </a:t>
            </a:r>
            <a:r>
              <a:rPr lang="en-US" sz="2200" spc="-100"/>
              <a:t>Y,</a:t>
            </a:r>
            <a:r>
              <a:rPr lang="en-US" sz="2200" spc="-90"/>
              <a:t> </a:t>
            </a:r>
            <a:r>
              <a:rPr lang="en-US" sz="2200" spc="-10"/>
              <a:t>denoted</a:t>
            </a:r>
            <a:r>
              <a:rPr lang="en-US" sz="2200" spc="-85"/>
              <a:t> </a:t>
            </a:r>
            <a:r>
              <a:rPr lang="en-US" sz="2200" spc="-160"/>
              <a:t>X</a:t>
            </a:r>
            <a:r>
              <a:rPr lang="en-US" sz="2200" spc="-85"/>
              <a:t> </a:t>
            </a:r>
            <a:r>
              <a:rPr lang="en-US" sz="2200" spc="-114"/>
              <a:t>×</a:t>
            </a:r>
            <a:r>
              <a:rPr lang="en-US" sz="2200" spc="-85"/>
              <a:t> </a:t>
            </a:r>
            <a:r>
              <a:rPr lang="en-US" sz="2200" spc="-100"/>
              <a:t>Y, </a:t>
            </a:r>
            <a:r>
              <a:rPr lang="en-US" sz="2200" spc="-30"/>
              <a:t>contains</a:t>
            </a:r>
            <a:r>
              <a:rPr lang="en-US" sz="2200" spc="-70"/>
              <a:t> </a:t>
            </a:r>
            <a:r>
              <a:rPr lang="en-US" sz="2200" spc="-20"/>
              <a:t>n</a:t>
            </a:r>
            <a:r>
              <a:rPr lang="en-US" sz="2200" spc="-85"/>
              <a:t> </a:t>
            </a:r>
            <a:r>
              <a:rPr lang="en-US" sz="2200" spc="-114"/>
              <a:t>×</a:t>
            </a:r>
            <a:r>
              <a:rPr lang="en-US" sz="2200" spc="-95"/>
              <a:t> </a:t>
            </a:r>
            <a:r>
              <a:rPr lang="en-US" sz="2200" spc="-25"/>
              <a:t>m</a:t>
            </a:r>
            <a:r>
              <a:rPr lang="en-US" sz="2200" spc="-10"/>
              <a:t> </a:t>
            </a:r>
            <a:r>
              <a:rPr lang="en-US" sz="2200" spc="-30"/>
              <a:t>records.</a:t>
            </a:r>
            <a:endParaRPr lang="en-US" sz="2200"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32916" y="3096175"/>
            <a:ext cx="5295016" cy="2750863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DB8DF-2D78-F87A-3FD0-4AF74E6C0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81DC5FA7-8A97-4535-A312-8F31ED452B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93414" y="546861"/>
            <a:ext cx="48063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45" dirty="0"/>
              <a:t>Refresher</a:t>
            </a:r>
            <a:r>
              <a:rPr sz="4800" spc="-270" dirty="0"/>
              <a:t> </a:t>
            </a:r>
            <a:r>
              <a:rPr sz="4800" spc="-55" dirty="0"/>
              <a:t>on</a:t>
            </a:r>
            <a:r>
              <a:rPr sz="4800" spc="-270" dirty="0"/>
              <a:t> </a:t>
            </a:r>
            <a:r>
              <a:rPr sz="4800" spc="-145" dirty="0"/>
              <a:t>Joins</a:t>
            </a:r>
            <a:endParaRPr sz="4800"/>
          </a:p>
        </p:txBody>
      </p:sp>
      <p:sp>
        <p:nvSpPr>
          <p:cNvPr id="7" name="object 2" descr="$PPTXTitle">
            <a:extLst>
              <a:ext uri="{FF2B5EF4-FFF2-40B4-BE49-F238E27FC236}">
                <a16:creationId xmlns:a16="http://schemas.microsoft.com/office/drawing/2014/main" id="{91E734BD-7786-6624-E0BF-5B7A5A8D4357}"/>
              </a:ext>
            </a:extLst>
          </p:cNvPr>
          <p:cNvSpPr txBox="1">
            <a:spLocks/>
          </p:cNvSpPr>
          <p:nvPr/>
        </p:nvSpPr>
        <p:spPr>
          <a:xfrm>
            <a:off x="1666341" y="1568196"/>
            <a:ext cx="3835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400" b="1" spc="-120">
                <a:solidFill>
                  <a:srgbClr val="000000"/>
                </a:solidFill>
                <a:latin typeface="Times New Roman"/>
                <a:cs typeface="Times New Roman"/>
              </a:rPr>
              <a:t>CROSS</a:t>
            </a:r>
            <a:r>
              <a:rPr lang="en-US" sz="2400" b="1" spc="-5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90">
                <a:solidFill>
                  <a:srgbClr val="000000"/>
                </a:solidFill>
                <a:latin typeface="Times New Roman"/>
                <a:cs typeface="Times New Roman"/>
              </a:rPr>
              <a:t>JOIN</a:t>
            </a:r>
            <a:r>
              <a:rPr lang="en-US" sz="2400" b="1" spc="-5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35">
                <a:solidFill>
                  <a:srgbClr val="000000"/>
                </a:solidFill>
                <a:latin typeface="Times New Roman"/>
                <a:cs typeface="Times New Roman"/>
              </a:rPr>
              <a:t>(Cartesian</a:t>
            </a:r>
            <a:r>
              <a:rPr lang="en-US" sz="2400" b="1" spc="-5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10">
                <a:solidFill>
                  <a:srgbClr val="000000"/>
                </a:solidFill>
                <a:latin typeface="Times New Roman"/>
                <a:cs typeface="Times New Roman"/>
              </a:rPr>
              <a:t>Join)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BA4529FE-2F1E-89F8-EA82-F6934061D954}"/>
              </a:ext>
            </a:extLst>
          </p:cNvPr>
          <p:cNvSpPr txBox="1"/>
          <p:nvPr/>
        </p:nvSpPr>
        <p:spPr>
          <a:xfrm>
            <a:off x="1295400" y="2286000"/>
            <a:ext cx="892365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-95" dirty="0">
                <a:latin typeface="Times New Roman"/>
                <a:cs typeface="Times New Roman"/>
              </a:rPr>
              <a:t> </a:t>
            </a:r>
            <a:r>
              <a:rPr sz="2400" b="1" spc="-120" dirty="0">
                <a:latin typeface="Times New Roman"/>
                <a:cs typeface="Times New Roman"/>
              </a:rPr>
              <a:t>CROSS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90" dirty="0">
                <a:latin typeface="Times New Roman"/>
                <a:cs typeface="Times New Roman"/>
              </a:rPr>
              <a:t>JOIN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30" dirty="0">
                <a:latin typeface="Times New Roman"/>
                <a:cs typeface="Times New Roman"/>
              </a:rPr>
              <a:t>returns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70" dirty="0">
                <a:latin typeface="Times New Roman"/>
                <a:cs typeface="Times New Roman"/>
              </a:rPr>
              <a:t>every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possible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combination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50" dirty="0">
                <a:latin typeface="Times New Roman"/>
                <a:cs typeface="Times New Roman"/>
              </a:rPr>
              <a:t>rows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from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both </a:t>
            </a:r>
            <a:r>
              <a:rPr sz="2400" b="1" spc="-10" dirty="0">
                <a:latin typeface="Times New Roman"/>
                <a:cs typeface="Times New Roman"/>
              </a:rPr>
              <a:t>tables.</a:t>
            </a:r>
            <a:endParaRPr sz="2400">
              <a:latin typeface="Times New Roman"/>
              <a:cs typeface="Times New Roman"/>
            </a:endParaRPr>
          </a:p>
          <a:p>
            <a:pPr marL="12700" marR="2009775">
              <a:lnSpc>
                <a:spcPct val="100000"/>
              </a:lnSpc>
            </a:pPr>
            <a:r>
              <a:rPr sz="2400" b="1" dirty="0">
                <a:latin typeface="Times New Roman"/>
                <a:cs typeface="Times New Roman"/>
              </a:rPr>
              <a:t>If</a:t>
            </a:r>
            <a:r>
              <a:rPr sz="2400" b="1" spc="-1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12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first</a:t>
            </a:r>
            <a:r>
              <a:rPr sz="2400" b="1" spc="-11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table</a:t>
            </a:r>
            <a:r>
              <a:rPr sz="2400" b="1" spc="-114" dirty="0">
                <a:latin typeface="Times New Roman"/>
                <a:cs typeface="Times New Roman"/>
              </a:rPr>
              <a:t> </a:t>
            </a:r>
            <a:r>
              <a:rPr sz="2400" b="1" spc="-40" dirty="0">
                <a:latin typeface="Times New Roman"/>
                <a:cs typeface="Times New Roman"/>
              </a:rPr>
              <a:t>has</a:t>
            </a:r>
            <a:r>
              <a:rPr sz="2400" b="1" spc="-1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-110" dirty="0">
                <a:latin typeface="Times New Roman"/>
                <a:cs typeface="Times New Roman"/>
              </a:rPr>
              <a:t> </a:t>
            </a:r>
            <a:r>
              <a:rPr sz="2400" b="1" spc="-50" dirty="0">
                <a:latin typeface="Times New Roman"/>
                <a:cs typeface="Times New Roman"/>
              </a:rPr>
              <a:t>rows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and</a:t>
            </a:r>
            <a:r>
              <a:rPr sz="2400" b="1" spc="-1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114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second</a:t>
            </a:r>
            <a:r>
              <a:rPr sz="2400" b="1" spc="-110" dirty="0">
                <a:latin typeface="Times New Roman"/>
                <a:cs typeface="Times New Roman"/>
              </a:rPr>
              <a:t> </a:t>
            </a:r>
            <a:r>
              <a:rPr sz="2400" b="1" spc="-40" dirty="0">
                <a:latin typeface="Times New Roman"/>
                <a:cs typeface="Times New Roman"/>
              </a:rPr>
              <a:t>has</a:t>
            </a:r>
            <a:r>
              <a:rPr sz="2400" b="1" spc="-110" dirty="0">
                <a:latin typeface="Times New Roman"/>
                <a:cs typeface="Times New Roman"/>
              </a:rPr>
              <a:t> </a:t>
            </a:r>
            <a:r>
              <a:rPr sz="2400" b="1" spc="-80" dirty="0">
                <a:latin typeface="Times New Roman"/>
                <a:cs typeface="Times New Roman"/>
              </a:rPr>
              <a:t>B </a:t>
            </a:r>
            <a:r>
              <a:rPr sz="2400" b="1" spc="-10" dirty="0">
                <a:latin typeface="Times New Roman"/>
                <a:cs typeface="Times New Roman"/>
              </a:rPr>
              <a:t>rows,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1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result</a:t>
            </a:r>
            <a:r>
              <a:rPr sz="2400" b="1" spc="-10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will</a:t>
            </a:r>
            <a:r>
              <a:rPr sz="2400" b="1" spc="-105" dirty="0">
                <a:latin typeface="Times New Roman"/>
                <a:cs typeface="Times New Roman"/>
              </a:rPr>
              <a:t> </a:t>
            </a:r>
            <a:r>
              <a:rPr sz="2400" b="1" spc="-60" dirty="0">
                <a:latin typeface="Times New Roman"/>
                <a:cs typeface="Times New Roman"/>
              </a:rPr>
              <a:t>have</a:t>
            </a:r>
            <a:r>
              <a:rPr sz="2400" b="1" spc="-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×</a:t>
            </a:r>
            <a:r>
              <a:rPr sz="2400" b="1" spc="-105" dirty="0">
                <a:latin typeface="Times New Roman"/>
                <a:cs typeface="Times New Roman"/>
              </a:rPr>
              <a:t> </a:t>
            </a:r>
            <a:r>
              <a:rPr sz="2400" b="1" spc="-80" dirty="0">
                <a:latin typeface="Times New Roman"/>
                <a:cs typeface="Times New Roman"/>
              </a:rPr>
              <a:t>B </a:t>
            </a:r>
            <a:r>
              <a:rPr sz="2400" b="1" spc="-10" dirty="0">
                <a:latin typeface="Times New Roman"/>
                <a:cs typeface="Times New Roman"/>
              </a:rPr>
              <a:t>rows.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5F15AAD5-8855-BCE0-A1E7-1CF890931A9E}"/>
              </a:ext>
            </a:extLst>
          </p:cNvPr>
          <p:cNvSpPr txBox="1"/>
          <p:nvPr/>
        </p:nvSpPr>
        <p:spPr>
          <a:xfrm>
            <a:off x="1351255" y="4089497"/>
            <a:ext cx="2463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Times New Roman"/>
                <a:cs typeface="Times New Roman"/>
              </a:rPr>
              <a:t>Employment</a:t>
            </a:r>
            <a:r>
              <a:rPr sz="2400" b="1" spc="-95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Table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70771C26-F5A5-C1D1-821A-895F6A9BD87B}"/>
              </a:ext>
            </a:extLst>
          </p:cNvPr>
          <p:cNvSpPr txBox="1"/>
          <p:nvPr/>
        </p:nvSpPr>
        <p:spPr>
          <a:xfrm>
            <a:off x="1351255" y="4455257"/>
            <a:ext cx="32905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83665" algn="l"/>
                <a:tab pos="2298065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emp_id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20" dirty="0">
                <a:latin typeface="Times New Roman"/>
                <a:cs typeface="Times New Roman"/>
              </a:rPr>
              <a:t>name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10" dirty="0">
                <a:latin typeface="Times New Roman"/>
                <a:cs typeface="Times New Roman"/>
              </a:rPr>
              <a:t>dept_id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469265" algn="l"/>
                <a:tab pos="1383665" algn="l"/>
              </a:tabLst>
            </a:pPr>
            <a:r>
              <a:rPr lang="en-US" sz="2400" b="1" spc="-50" dirty="0">
                <a:latin typeface="Times New Roman"/>
                <a:cs typeface="Times New Roman"/>
              </a:rPr>
              <a:t>	</a:t>
            </a:r>
            <a:r>
              <a:rPr sz="2400" b="1" spc="-50" dirty="0">
                <a:latin typeface="Times New Roman"/>
                <a:cs typeface="Times New Roman"/>
              </a:rPr>
              <a:t>1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10" dirty="0">
                <a:latin typeface="Times New Roman"/>
                <a:cs typeface="Times New Roman"/>
              </a:rPr>
              <a:t>Alice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25" dirty="0">
                <a:latin typeface="Times New Roman"/>
                <a:cs typeface="Times New Roman"/>
              </a:rPr>
              <a:t>10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E0670057-8715-958F-F186-9CABD4987CB9}"/>
              </a:ext>
            </a:extLst>
          </p:cNvPr>
          <p:cNvSpPr txBox="1"/>
          <p:nvPr/>
        </p:nvSpPr>
        <p:spPr>
          <a:xfrm>
            <a:off x="1785916" y="5186777"/>
            <a:ext cx="2633683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  <a:tab pos="1383665" algn="l"/>
              </a:tabLst>
            </a:pPr>
            <a:r>
              <a:rPr sz="2400" b="1" spc="-50" dirty="0">
                <a:latin typeface="Times New Roman"/>
                <a:cs typeface="Times New Roman"/>
              </a:rPr>
              <a:t>2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lang="en-US" sz="2400" b="1" dirty="0">
                <a:latin typeface="Times New Roman"/>
                <a:cs typeface="Times New Roman"/>
              </a:rPr>
              <a:t>     </a:t>
            </a:r>
            <a:r>
              <a:rPr sz="2400" b="1" spc="-25" dirty="0">
                <a:latin typeface="Times New Roman"/>
                <a:cs typeface="Times New Roman"/>
              </a:rPr>
              <a:t>Bob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lang="en-US" sz="2400" b="1" dirty="0">
                <a:latin typeface="Times New Roman"/>
                <a:cs typeface="Times New Roman"/>
              </a:rPr>
              <a:t>            </a:t>
            </a:r>
            <a:r>
              <a:rPr sz="2400" b="1" spc="-25" dirty="0">
                <a:latin typeface="Times New Roman"/>
                <a:cs typeface="Times New Roman"/>
              </a:rPr>
              <a:t>20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2" name="object 7">
            <a:extLst>
              <a:ext uri="{FF2B5EF4-FFF2-40B4-BE49-F238E27FC236}">
                <a16:creationId xmlns:a16="http://schemas.microsoft.com/office/drawing/2014/main" id="{1A6148D8-EC5C-985A-8331-7BC0DD93EB28}"/>
              </a:ext>
            </a:extLst>
          </p:cNvPr>
          <p:cNvSpPr txBox="1"/>
          <p:nvPr/>
        </p:nvSpPr>
        <p:spPr>
          <a:xfrm>
            <a:off x="1823714" y="5552537"/>
            <a:ext cx="2818111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  <a:tab pos="1383665" algn="l"/>
              </a:tabLst>
            </a:pPr>
            <a:r>
              <a:rPr sz="2400" b="1" spc="-50" dirty="0">
                <a:latin typeface="Times New Roman"/>
                <a:cs typeface="Times New Roman"/>
              </a:rPr>
              <a:t>3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lang="en-US" sz="2400" b="1" dirty="0">
                <a:latin typeface="Times New Roman"/>
                <a:cs typeface="Times New Roman"/>
              </a:rPr>
              <a:t>  </a:t>
            </a:r>
            <a:r>
              <a:rPr sz="2400" b="1" spc="-10" dirty="0">
                <a:latin typeface="Times New Roman"/>
                <a:cs typeface="Times New Roman"/>
              </a:rPr>
              <a:t>Carol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lang="en-US" sz="2400" b="1" dirty="0">
                <a:latin typeface="Times New Roman"/>
                <a:cs typeface="Times New Roman"/>
              </a:rPr>
              <a:t>            </a:t>
            </a:r>
            <a:r>
              <a:rPr sz="2400" b="1" spc="-25" dirty="0">
                <a:latin typeface="Times New Roman"/>
                <a:cs typeface="Times New Roman"/>
              </a:rPr>
              <a:t>30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3" name="object 8">
            <a:extLst>
              <a:ext uri="{FF2B5EF4-FFF2-40B4-BE49-F238E27FC236}">
                <a16:creationId xmlns:a16="http://schemas.microsoft.com/office/drawing/2014/main" id="{20F6C079-0A21-6402-3305-782464EE1470}"/>
              </a:ext>
            </a:extLst>
          </p:cNvPr>
          <p:cNvSpPr txBox="1"/>
          <p:nvPr/>
        </p:nvSpPr>
        <p:spPr>
          <a:xfrm>
            <a:off x="7028116" y="4070447"/>
            <a:ext cx="294322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Times New Roman"/>
                <a:cs typeface="Times New Roman"/>
              </a:rPr>
              <a:t>Department</a:t>
            </a:r>
            <a:r>
              <a:rPr sz="2400" b="1" spc="-10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Table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120" dirty="0">
                <a:latin typeface="Times New Roman"/>
                <a:cs typeface="Times New Roman"/>
              </a:rPr>
              <a:t>|</a:t>
            </a:r>
            <a:r>
              <a:rPr sz="2400" b="1" spc="-9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dept_id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b="1" spc="120" dirty="0">
                <a:latin typeface="Times New Roman"/>
                <a:cs typeface="Times New Roman"/>
              </a:rPr>
              <a:t>|</a:t>
            </a:r>
            <a:r>
              <a:rPr sz="2400" b="1" spc="-9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dept_name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b="1" spc="70" dirty="0">
                <a:latin typeface="Times New Roman"/>
                <a:cs typeface="Times New Roman"/>
              </a:rPr>
              <a:t>|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120" dirty="0">
                <a:latin typeface="Times New Roman"/>
                <a:cs typeface="Times New Roman"/>
              </a:rPr>
              <a:t>|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-------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spc="120" dirty="0">
                <a:latin typeface="Times New Roman"/>
                <a:cs typeface="Times New Roman"/>
              </a:rPr>
              <a:t>|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---------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spc="70" dirty="0">
                <a:latin typeface="Times New Roman"/>
                <a:cs typeface="Times New Roman"/>
              </a:rPr>
              <a:t>|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9">
            <a:extLst>
              <a:ext uri="{FF2B5EF4-FFF2-40B4-BE49-F238E27FC236}">
                <a16:creationId xmlns:a16="http://schemas.microsoft.com/office/drawing/2014/main" id="{57743B2C-107F-70DA-AA8B-656B3AE9FC11}"/>
              </a:ext>
            </a:extLst>
          </p:cNvPr>
          <p:cNvSpPr txBox="1"/>
          <p:nvPr/>
        </p:nvSpPr>
        <p:spPr>
          <a:xfrm>
            <a:off x="7028116" y="5167727"/>
            <a:ext cx="20751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62330" algn="l"/>
                <a:tab pos="1979295" algn="l"/>
              </a:tabLst>
            </a:pPr>
            <a:r>
              <a:rPr sz="2400" b="1" spc="120" dirty="0">
                <a:latin typeface="Times New Roman"/>
                <a:cs typeface="Times New Roman"/>
              </a:rPr>
              <a:t>|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35" dirty="0">
                <a:latin typeface="Times New Roman"/>
                <a:cs typeface="Times New Roman"/>
              </a:rPr>
              <a:t>10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120" dirty="0">
                <a:latin typeface="Times New Roman"/>
                <a:cs typeface="Times New Roman"/>
              </a:rPr>
              <a:t>|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HR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70" dirty="0">
                <a:latin typeface="Times New Roman"/>
                <a:cs typeface="Times New Roman"/>
              </a:rPr>
              <a:t>|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862330" algn="l"/>
                <a:tab pos="1850389" algn="l"/>
              </a:tabLst>
            </a:pPr>
            <a:r>
              <a:rPr sz="2400" b="1" spc="120" dirty="0">
                <a:latin typeface="Times New Roman"/>
                <a:cs typeface="Times New Roman"/>
              </a:rPr>
              <a:t>|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35" dirty="0">
                <a:latin typeface="Times New Roman"/>
                <a:cs typeface="Times New Roman"/>
              </a:rPr>
              <a:t>20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120" dirty="0">
                <a:latin typeface="Times New Roman"/>
                <a:cs typeface="Times New Roman"/>
              </a:rPr>
              <a:t>|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IT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70" dirty="0">
                <a:latin typeface="Times New Roman"/>
                <a:cs typeface="Times New Roman"/>
              </a:rPr>
              <a:t>|</a:t>
            </a:r>
            <a:endParaRPr sz="2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224810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2DA56-6741-6D0D-1EA9-F427FDEBD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4BE795AB-5344-BAC7-EEB9-2885A67A13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93414" y="546861"/>
            <a:ext cx="48063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45" dirty="0"/>
              <a:t>Refresher</a:t>
            </a:r>
            <a:r>
              <a:rPr sz="4800" spc="-270" dirty="0"/>
              <a:t> </a:t>
            </a:r>
            <a:r>
              <a:rPr sz="4800" spc="-55" dirty="0"/>
              <a:t>on</a:t>
            </a:r>
            <a:r>
              <a:rPr sz="4800" spc="-270" dirty="0"/>
              <a:t> </a:t>
            </a:r>
            <a:r>
              <a:rPr sz="4800" spc="-145" dirty="0"/>
              <a:t>Joins</a:t>
            </a:r>
            <a:endParaRPr sz="480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47604E7A-EB35-152E-98C8-C63C1B532684}"/>
              </a:ext>
            </a:extLst>
          </p:cNvPr>
          <p:cNvSpPr txBox="1"/>
          <p:nvPr/>
        </p:nvSpPr>
        <p:spPr>
          <a:xfrm>
            <a:off x="990600" y="1600200"/>
            <a:ext cx="3899535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spc="-180" dirty="0">
                <a:latin typeface="Times New Roman"/>
                <a:cs typeface="Times New Roman"/>
              </a:rPr>
              <a:t>SELECT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e.name,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d.dept_name </a:t>
            </a:r>
            <a:r>
              <a:rPr sz="2400" b="1" spc="-135" dirty="0">
                <a:latin typeface="Times New Roman"/>
                <a:cs typeface="Times New Roman"/>
              </a:rPr>
              <a:t>FROM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employees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spc="-50" dirty="0">
                <a:latin typeface="Times New Roman"/>
                <a:cs typeface="Times New Roman"/>
              </a:rPr>
              <a:t>e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120" dirty="0">
                <a:latin typeface="Times New Roman"/>
                <a:cs typeface="Times New Roman"/>
              </a:rPr>
              <a:t>CROSS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-90" dirty="0">
                <a:latin typeface="Times New Roman"/>
                <a:cs typeface="Times New Roman"/>
              </a:rPr>
              <a:t>JOIN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departments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d;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latin typeface="Times New Roman"/>
                <a:cs typeface="Times New Roman"/>
              </a:rPr>
              <a:t>Output</a:t>
            </a:r>
            <a:r>
              <a:rPr sz="2400" b="1" spc="-9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Table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997585" algn="l"/>
              </a:tabLst>
            </a:pPr>
            <a:r>
              <a:rPr sz="2400" b="1" spc="120" dirty="0">
                <a:latin typeface="Times New Roman"/>
                <a:cs typeface="Times New Roman"/>
              </a:rPr>
              <a:t>|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name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120" dirty="0">
                <a:latin typeface="Times New Roman"/>
                <a:cs typeface="Times New Roman"/>
              </a:rPr>
              <a:t>|</a:t>
            </a:r>
            <a:r>
              <a:rPr sz="2400" b="1" spc="-9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dept_name</a:t>
            </a:r>
            <a:r>
              <a:rPr sz="2400" b="1" spc="-90" dirty="0">
                <a:latin typeface="Times New Roman"/>
                <a:cs typeface="Times New Roman"/>
              </a:rPr>
              <a:t> </a:t>
            </a:r>
            <a:r>
              <a:rPr sz="2400" b="1" spc="70" dirty="0">
                <a:latin typeface="Times New Roman"/>
                <a:cs typeface="Times New Roman"/>
              </a:rPr>
              <a:t>|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C3074703-A4AC-13B9-74BE-4CFF6AE5F2CD}"/>
              </a:ext>
            </a:extLst>
          </p:cNvPr>
          <p:cNvSpPr txBox="1"/>
          <p:nvPr/>
        </p:nvSpPr>
        <p:spPr>
          <a:xfrm>
            <a:off x="990600" y="3794760"/>
            <a:ext cx="2155825" cy="2585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63830" algn="r">
              <a:lnSpc>
                <a:spcPct val="100000"/>
              </a:lnSpc>
              <a:spcBef>
                <a:spcPts val="100"/>
              </a:spcBef>
            </a:pPr>
            <a:r>
              <a:rPr sz="2400" b="1" spc="70" dirty="0">
                <a:latin typeface="Times New Roman"/>
                <a:cs typeface="Times New Roman"/>
              </a:rPr>
              <a:t>|</a:t>
            </a:r>
            <a:endParaRPr sz="2400">
              <a:latin typeface="Times New Roman"/>
              <a:cs typeface="Times New Roman"/>
            </a:endParaRPr>
          </a:p>
          <a:p>
            <a:pPr marR="69215" algn="r">
              <a:lnSpc>
                <a:spcPct val="100000"/>
              </a:lnSpc>
              <a:tabLst>
                <a:tab pos="1983105" algn="l"/>
              </a:tabLst>
            </a:pPr>
            <a:r>
              <a:rPr sz="2400" b="1" spc="120" dirty="0">
                <a:latin typeface="Times New Roman"/>
                <a:cs typeface="Times New Roman"/>
              </a:rPr>
              <a:t>|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Alice</a:t>
            </a:r>
            <a:r>
              <a:rPr sz="2400" b="1" spc="-95" dirty="0">
                <a:latin typeface="Times New Roman"/>
                <a:cs typeface="Times New Roman"/>
              </a:rPr>
              <a:t> </a:t>
            </a:r>
            <a:r>
              <a:rPr sz="2400" b="1" spc="120" dirty="0">
                <a:latin typeface="Times New Roman"/>
                <a:cs typeface="Times New Roman"/>
              </a:rPr>
              <a:t>|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HR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70" dirty="0">
                <a:latin typeface="Times New Roman"/>
                <a:cs typeface="Times New Roman"/>
              </a:rPr>
              <a:t>|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866900" algn="l"/>
              </a:tabLst>
            </a:pPr>
            <a:r>
              <a:rPr sz="2400" b="1" spc="120" dirty="0">
                <a:latin typeface="Times New Roman"/>
                <a:cs typeface="Times New Roman"/>
              </a:rPr>
              <a:t>|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Alice</a:t>
            </a:r>
            <a:r>
              <a:rPr sz="2400" b="1" spc="-95" dirty="0">
                <a:latin typeface="Times New Roman"/>
                <a:cs typeface="Times New Roman"/>
              </a:rPr>
              <a:t> </a:t>
            </a:r>
            <a:r>
              <a:rPr sz="2400" b="1" spc="120" dirty="0">
                <a:latin typeface="Times New Roman"/>
                <a:cs typeface="Times New Roman"/>
              </a:rPr>
              <a:t>|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IT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70" dirty="0">
                <a:latin typeface="Times New Roman"/>
                <a:cs typeface="Times New Roman"/>
              </a:rPr>
              <a:t>|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876300" algn="l"/>
                <a:tab pos="1993264" algn="l"/>
              </a:tabLst>
            </a:pPr>
            <a:r>
              <a:rPr sz="2400" b="1" spc="120" dirty="0">
                <a:latin typeface="Times New Roman"/>
                <a:cs typeface="Times New Roman"/>
              </a:rPr>
              <a:t>|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Bob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120" dirty="0">
                <a:latin typeface="Times New Roman"/>
                <a:cs typeface="Times New Roman"/>
              </a:rPr>
              <a:t>|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HR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70" dirty="0">
                <a:latin typeface="Times New Roman"/>
                <a:cs typeface="Times New Roman"/>
              </a:rPr>
              <a:t>|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876300" algn="l"/>
                <a:tab pos="1864360" algn="l"/>
              </a:tabLst>
            </a:pPr>
            <a:r>
              <a:rPr sz="2400" b="1" spc="120" dirty="0">
                <a:latin typeface="Times New Roman"/>
                <a:cs typeface="Times New Roman"/>
              </a:rPr>
              <a:t>|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Bob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120" dirty="0">
                <a:latin typeface="Times New Roman"/>
                <a:cs typeface="Times New Roman"/>
              </a:rPr>
              <a:t>|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IT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70" dirty="0">
                <a:latin typeface="Times New Roman"/>
                <a:cs typeface="Times New Roman"/>
              </a:rPr>
              <a:t>|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059939" algn="l"/>
              </a:tabLst>
            </a:pPr>
            <a:r>
              <a:rPr sz="2400" b="1" spc="120" dirty="0">
                <a:latin typeface="Times New Roman"/>
                <a:cs typeface="Times New Roman"/>
              </a:rPr>
              <a:t>|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spc="-50" dirty="0">
                <a:latin typeface="Times New Roman"/>
                <a:cs typeface="Times New Roman"/>
              </a:rPr>
              <a:t>Carol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spc="120" dirty="0">
                <a:latin typeface="Times New Roman"/>
                <a:cs typeface="Times New Roman"/>
              </a:rPr>
              <a:t>|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HR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70" dirty="0">
                <a:latin typeface="Times New Roman"/>
                <a:cs typeface="Times New Roman"/>
              </a:rPr>
              <a:t>|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931035" algn="l"/>
              </a:tabLst>
            </a:pPr>
            <a:r>
              <a:rPr sz="2400" b="1" spc="120" dirty="0">
                <a:latin typeface="Times New Roman"/>
                <a:cs typeface="Times New Roman"/>
              </a:rPr>
              <a:t>|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spc="-50" dirty="0">
                <a:latin typeface="Times New Roman"/>
                <a:cs typeface="Times New Roman"/>
              </a:rPr>
              <a:t>Carol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spc="120" dirty="0">
                <a:latin typeface="Times New Roman"/>
                <a:cs typeface="Times New Roman"/>
              </a:rPr>
              <a:t>|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IT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70" dirty="0">
                <a:latin typeface="Times New Roman"/>
                <a:cs typeface="Times New Roman"/>
              </a:rPr>
              <a:t>|</a:t>
            </a:r>
            <a:endParaRPr sz="2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243655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C57F0A-9C39-4647-64EB-BDBECD320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A51D2AFE-CA17-0C56-D4DA-6D6F728A8D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/>
            <a:r>
              <a:rPr lang="en-US" sz="4800" kern="1200" spc="-145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Refresher</a:t>
            </a:r>
            <a:r>
              <a:rPr lang="en-US" sz="4800" kern="1200" spc="-27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spc="-55">
                <a:solidFill>
                  <a:schemeClr val="tx1"/>
                </a:solidFill>
                <a:latin typeface="+mj-lt"/>
                <a:ea typeface="+mj-ea"/>
                <a:cs typeface="+mj-cs"/>
              </a:rPr>
              <a:t>on</a:t>
            </a:r>
            <a:r>
              <a:rPr lang="en-US" sz="4800" kern="1200" spc="-27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spc="-145">
                <a:solidFill>
                  <a:schemeClr val="tx1"/>
                </a:solidFill>
                <a:latin typeface="+mj-lt"/>
                <a:ea typeface="+mj-ea"/>
                <a:cs typeface="+mj-cs"/>
              </a:rPr>
              <a:t>Joins</a:t>
            </a:r>
            <a:endParaRPr lang="en-US" sz="4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0F4510DA-9F3A-9D82-33A9-13964F9342B5}"/>
              </a:ext>
            </a:extLst>
          </p:cNvPr>
          <p:cNvSpPr txBox="1"/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10"/>
              <a:t>Explanation</a:t>
            </a:r>
            <a:endParaRPr lang="en-US" sz="2400"/>
          </a:p>
          <a:p>
            <a:pPr marL="342900" indent="-228600">
              <a:lnSpc>
                <a:spcPct val="90000"/>
              </a:lnSpc>
              <a:spcBef>
                <a:spcPts val="120"/>
              </a:spcBef>
              <a:buFont typeface="Arial" panose="020B0604020202020204" pitchFamily="34" charset="0"/>
              <a:buChar char="•"/>
            </a:pPr>
            <a:endParaRPr lang="en-US" sz="2400"/>
          </a:p>
          <a:p>
            <a:pPr marL="35560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spc="-45"/>
              <a:t>There</a:t>
            </a:r>
            <a:r>
              <a:rPr lang="en-US" sz="2400" spc="-65"/>
              <a:t> </a:t>
            </a:r>
            <a:r>
              <a:rPr lang="en-US" sz="2400"/>
              <a:t>is</a:t>
            </a:r>
            <a:r>
              <a:rPr lang="en-US" sz="2400" spc="-60"/>
              <a:t> </a:t>
            </a:r>
            <a:r>
              <a:rPr lang="en-US" sz="2400"/>
              <a:t>no</a:t>
            </a:r>
            <a:r>
              <a:rPr lang="en-US" sz="2400" spc="-65"/>
              <a:t> </a:t>
            </a:r>
            <a:r>
              <a:rPr lang="en-US" sz="2400"/>
              <a:t>join</a:t>
            </a:r>
            <a:r>
              <a:rPr lang="en-US" sz="2400" spc="-60"/>
              <a:t> </a:t>
            </a:r>
            <a:r>
              <a:rPr lang="en-US" sz="2400" spc="-10"/>
              <a:t>condition.</a:t>
            </a:r>
            <a:endParaRPr lang="en-US" sz="2400"/>
          </a:p>
          <a:p>
            <a:pPr marL="355600" marR="508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spc="-105"/>
              <a:t>Every</a:t>
            </a:r>
            <a:r>
              <a:rPr lang="en-US" sz="2400" spc="-80"/>
              <a:t> </a:t>
            </a:r>
            <a:r>
              <a:rPr lang="en-US" sz="2400" spc="-10"/>
              <a:t>employee</a:t>
            </a:r>
            <a:r>
              <a:rPr lang="en-US" sz="2400" spc="-95"/>
              <a:t> </a:t>
            </a:r>
            <a:r>
              <a:rPr lang="en-US" sz="2400"/>
              <a:t>is</a:t>
            </a:r>
            <a:r>
              <a:rPr lang="en-US" sz="2400" spc="-80"/>
              <a:t> </a:t>
            </a:r>
            <a:r>
              <a:rPr lang="en-US" sz="2400" spc="-30"/>
              <a:t>paired</a:t>
            </a:r>
            <a:r>
              <a:rPr lang="en-US" sz="2400" spc="-85"/>
              <a:t> </a:t>
            </a:r>
            <a:r>
              <a:rPr lang="en-US" sz="2400" spc="-10"/>
              <a:t>with</a:t>
            </a:r>
            <a:r>
              <a:rPr lang="en-US" sz="2400" spc="-85"/>
              <a:t> </a:t>
            </a:r>
            <a:r>
              <a:rPr lang="en-US" sz="2400" spc="-70"/>
              <a:t>every</a:t>
            </a:r>
            <a:r>
              <a:rPr lang="en-US" sz="2400" spc="-80"/>
              <a:t> </a:t>
            </a:r>
            <a:r>
              <a:rPr lang="en-US" sz="2400" spc="-10"/>
              <a:t>department. </a:t>
            </a:r>
            <a:r>
              <a:rPr lang="en-US" sz="2400"/>
              <a:t>Often</a:t>
            </a:r>
            <a:r>
              <a:rPr lang="en-US" sz="2400" spc="-140"/>
              <a:t> </a:t>
            </a:r>
            <a:r>
              <a:rPr lang="en-US" sz="2400" spc="-10"/>
              <a:t>used</a:t>
            </a:r>
            <a:r>
              <a:rPr lang="en-US" sz="2400" spc="-135"/>
              <a:t> </a:t>
            </a:r>
            <a:r>
              <a:rPr lang="en-US" sz="2400" spc="-25"/>
              <a:t>to:</a:t>
            </a:r>
            <a:endParaRPr lang="en-US" sz="2400"/>
          </a:p>
          <a:p>
            <a:pPr marL="342900" indent="-228600">
              <a:lnSpc>
                <a:spcPct val="90000"/>
              </a:lnSpc>
              <a:spcBef>
                <a:spcPts val="120"/>
              </a:spcBef>
              <a:buFont typeface="Arial" panose="020B0604020202020204" pitchFamily="34" charset="0"/>
              <a:buChar char="•"/>
            </a:pPr>
            <a:endParaRPr lang="en-US" sz="2400"/>
          </a:p>
          <a:p>
            <a:pPr marL="35560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spc="-45"/>
              <a:t>Generate</a:t>
            </a:r>
            <a:r>
              <a:rPr lang="en-US" sz="2400" spc="-105"/>
              <a:t> </a:t>
            </a:r>
            <a:r>
              <a:rPr lang="en-US" sz="2400"/>
              <a:t>test</a:t>
            </a:r>
            <a:r>
              <a:rPr lang="en-US" sz="2400" spc="-110"/>
              <a:t> </a:t>
            </a:r>
            <a:r>
              <a:rPr lang="en-US" sz="2400" spc="-20"/>
              <a:t>data</a:t>
            </a:r>
            <a:endParaRPr lang="en-US" sz="2400"/>
          </a:p>
          <a:p>
            <a:pPr marL="355600" marR="37846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spc="-20"/>
              <a:t>Produce</a:t>
            </a:r>
            <a:r>
              <a:rPr lang="en-US" sz="2400" spc="-95"/>
              <a:t> </a:t>
            </a:r>
            <a:r>
              <a:rPr lang="en-US" sz="2400" spc="-10"/>
              <a:t>all</a:t>
            </a:r>
            <a:r>
              <a:rPr lang="en-US" sz="2400" spc="-90"/>
              <a:t> </a:t>
            </a:r>
            <a:r>
              <a:rPr lang="en-US" sz="2400"/>
              <a:t>combinations</a:t>
            </a:r>
            <a:r>
              <a:rPr lang="en-US" sz="2400" spc="-90"/>
              <a:t> </a:t>
            </a:r>
            <a:r>
              <a:rPr lang="en-US" sz="2400"/>
              <a:t>(e.g.,</a:t>
            </a:r>
            <a:r>
              <a:rPr lang="en-US" sz="2400" spc="-90"/>
              <a:t> </a:t>
            </a:r>
            <a:r>
              <a:rPr lang="en-US" sz="2400"/>
              <a:t>sizes</a:t>
            </a:r>
            <a:r>
              <a:rPr lang="en-US" sz="2400" spc="-90"/>
              <a:t> </a:t>
            </a:r>
            <a:r>
              <a:rPr lang="en-US" sz="2400"/>
              <a:t>×</a:t>
            </a:r>
            <a:r>
              <a:rPr lang="en-US" sz="2400" spc="-90"/>
              <a:t> </a:t>
            </a:r>
            <a:r>
              <a:rPr lang="en-US" sz="2400" spc="-10"/>
              <a:t>colors) </a:t>
            </a:r>
            <a:r>
              <a:rPr lang="en-US" sz="2400"/>
              <a:t>Build</a:t>
            </a:r>
            <a:r>
              <a:rPr lang="en-US" sz="2400" spc="-120"/>
              <a:t> </a:t>
            </a:r>
            <a:r>
              <a:rPr lang="en-US" sz="2400" spc="-20"/>
              <a:t>matrices</a:t>
            </a:r>
            <a:r>
              <a:rPr lang="en-US" sz="2400" spc="-120"/>
              <a:t> </a:t>
            </a:r>
            <a:r>
              <a:rPr lang="en-US" sz="2400"/>
              <a:t>or</a:t>
            </a:r>
            <a:r>
              <a:rPr lang="en-US" sz="2400" spc="-120"/>
              <a:t> </a:t>
            </a:r>
            <a:r>
              <a:rPr lang="en-US" sz="2400" spc="-10"/>
              <a:t>pivot-</a:t>
            </a:r>
            <a:r>
              <a:rPr lang="en-US" sz="2400"/>
              <a:t>like</a:t>
            </a:r>
            <a:r>
              <a:rPr lang="en-US" sz="2400" spc="-114"/>
              <a:t> </a:t>
            </a:r>
            <a:r>
              <a:rPr lang="en-US" sz="2400" spc="-10"/>
              <a:t>structures</a:t>
            </a:r>
            <a:endParaRPr lang="en-US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675220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/>
            <a:r>
              <a:rPr lang="en-US" sz="5400" kern="1200" spc="-235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Reduce</a:t>
            </a:r>
            <a:r>
              <a:rPr lang="en-US" sz="5400" kern="1200" spc="-24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spc="-254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Side</a:t>
            </a:r>
            <a:r>
              <a:rPr lang="en-US" sz="5400" kern="1200" spc="-24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spc="-45">
                <a:solidFill>
                  <a:schemeClr val="tx1"/>
                </a:solidFill>
                <a:latin typeface="+mj-lt"/>
                <a:ea typeface="+mj-ea"/>
                <a:cs typeface="+mj-cs"/>
              </a:rPr>
              <a:t>Join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/>
          <p:nvPr/>
        </p:nvSpPr>
        <p:spPr>
          <a:xfrm>
            <a:off x="793660" y="2599509"/>
            <a:ext cx="10143668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indent="-228600">
              <a:lnSpc>
                <a:spcPct val="90000"/>
              </a:lnSpc>
              <a:spcBef>
                <a:spcPts val="1175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10"/>
              <a:t>Intent</a:t>
            </a:r>
            <a:endParaRPr lang="en-US" sz="1700"/>
          </a:p>
          <a:p>
            <a:pPr marL="314325" indent="-228600">
              <a:lnSpc>
                <a:spcPct val="90000"/>
              </a:lnSpc>
              <a:spcBef>
                <a:spcPts val="86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45"/>
              <a:t>Join</a:t>
            </a:r>
            <a:r>
              <a:rPr lang="en-US" sz="1700" spc="-75"/>
              <a:t> </a:t>
            </a:r>
            <a:r>
              <a:rPr lang="en-US" sz="1700" spc="-40"/>
              <a:t>large</a:t>
            </a:r>
            <a:r>
              <a:rPr lang="en-US" sz="1700" spc="-65"/>
              <a:t> </a:t>
            </a:r>
            <a:r>
              <a:rPr lang="en-US" sz="1700" spc="-10"/>
              <a:t>multiple</a:t>
            </a:r>
            <a:r>
              <a:rPr lang="en-US" sz="1700" spc="-75"/>
              <a:t> </a:t>
            </a:r>
            <a:r>
              <a:rPr lang="en-US" sz="1700" spc="-35"/>
              <a:t>data</a:t>
            </a:r>
            <a:r>
              <a:rPr lang="en-US" sz="1700" spc="-80"/>
              <a:t> </a:t>
            </a:r>
            <a:r>
              <a:rPr lang="en-US" sz="1700" spc="-60"/>
              <a:t>sets</a:t>
            </a:r>
            <a:r>
              <a:rPr lang="en-US" sz="1700" spc="-65"/>
              <a:t> </a:t>
            </a:r>
            <a:r>
              <a:rPr lang="en-US" sz="1700"/>
              <a:t>together</a:t>
            </a:r>
            <a:r>
              <a:rPr lang="en-US" sz="1700" spc="-60"/>
              <a:t> </a:t>
            </a:r>
            <a:r>
              <a:rPr lang="en-US" sz="1700" spc="-40"/>
              <a:t>by</a:t>
            </a:r>
            <a:r>
              <a:rPr lang="en-US" sz="1700" spc="-65"/>
              <a:t> </a:t>
            </a:r>
            <a:r>
              <a:rPr lang="en-US" sz="1700" spc="-70"/>
              <a:t>some </a:t>
            </a:r>
            <a:r>
              <a:rPr lang="en-US" sz="1700" spc="-10"/>
              <a:t>foreign</a:t>
            </a:r>
            <a:r>
              <a:rPr lang="en-US" sz="1700" spc="-45"/>
              <a:t> </a:t>
            </a:r>
            <a:r>
              <a:rPr lang="en-US" sz="1700" spc="-20"/>
              <a:t>keys</a:t>
            </a:r>
            <a:endParaRPr lang="en-US" sz="1700"/>
          </a:p>
          <a:p>
            <a:pPr marL="12700" indent="-228600">
              <a:lnSpc>
                <a:spcPct val="90000"/>
              </a:lnSpc>
              <a:spcBef>
                <a:spcPts val="730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10"/>
              <a:t>Motivation</a:t>
            </a:r>
            <a:endParaRPr lang="en-US" sz="1700"/>
          </a:p>
          <a:p>
            <a:pPr marL="314325" indent="-228600">
              <a:lnSpc>
                <a:spcPct val="90000"/>
              </a:lnSpc>
              <a:spcBef>
                <a:spcPts val="85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70"/>
              <a:t>Simple </a:t>
            </a:r>
            <a:r>
              <a:rPr lang="en-US" sz="1700" spc="60"/>
              <a:t>to</a:t>
            </a:r>
            <a:r>
              <a:rPr lang="en-US" sz="1700" spc="-70"/>
              <a:t> </a:t>
            </a:r>
            <a:r>
              <a:rPr lang="en-US" sz="1700" spc="-25"/>
              <a:t>implement</a:t>
            </a:r>
            <a:r>
              <a:rPr lang="en-US" sz="1700" spc="-55"/>
              <a:t> </a:t>
            </a:r>
            <a:r>
              <a:rPr lang="en-US" sz="1700" spc="-25"/>
              <a:t>in</a:t>
            </a:r>
            <a:r>
              <a:rPr lang="en-US" sz="1700" spc="-70"/>
              <a:t> </a:t>
            </a:r>
            <a:r>
              <a:rPr lang="en-US" sz="1700" spc="-10"/>
              <a:t>Reducers</a:t>
            </a:r>
            <a:endParaRPr lang="en-US" sz="1700"/>
          </a:p>
          <a:p>
            <a:pPr marL="314325" indent="-228600">
              <a:lnSpc>
                <a:spcPct val="90000"/>
              </a:lnSpc>
              <a:spcBef>
                <a:spcPts val="84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40"/>
              <a:t>Supports</a:t>
            </a:r>
            <a:r>
              <a:rPr lang="en-US" sz="1700" spc="-45"/>
              <a:t> </a:t>
            </a:r>
            <a:r>
              <a:rPr lang="en-US" sz="1700" spc="-40"/>
              <a:t>all</a:t>
            </a:r>
            <a:r>
              <a:rPr lang="en-US" sz="1700" spc="-60"/>
              <a:t> </a:t>
            </a:r>
            <a:r>
              <a:rPr lang="en-US" sz="1700"/>
              <a:t>the</a:t>
            </a:r>
            <a:r>
              <a:rPr lang="en-US" sz="1700" spc="-50"/>
              <a:t> </a:t>
            </a:r>
            <a:r>
              <a:rPr lang="en-US" sz="1700"/>
              <a:t>different</a:t>
            </a:r>
            <a:r>
              <a:rPr lang="en-US" sz="1700" spc="-5"/>
              <a:t> </a:t>
            </a:r>
            <a:r>
              <a:rPr lang="en-US" sz="1700" spc="-20"/>
              <a:t>join</a:t>
            </a:r>
            <a:r>
              <a:rPr lang="en-US" sz="1700" spc="-50"/>
              <a:t> </a:t>
            </a:r>
            <a:r>
              <a:rPr lang="en-US" sz="1700" spc="-10"/>
              <a:t>operations</a:t>
            </a:r>
            <a:endParaRPr lang="en-US" sz="1700"/>
          </a:p>
          <a:p>
            <a:pPr marL="314325" indent="-228600">
              <a:lnSpc>
                <a:spcPct val="90000"/>
              </a:lnSpc>
              <a:spcBef>
                <a:spcPts val="84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45"/>
              <a:t>No</a:t>
            </a:r>
            <a:r>
              <a:rPr lang="en-US" sz="1700" spc="-75"/>
              <a:t> </a:t>
            </a:r>
            <a:r>
              <a:rPr lang="en-US" sz="1700"/>
              <a:t>limitation</a:t>
            </a:r>
            <a:r>
              <a:rPr lang="en-US" sz="1700" spc="-80"/>
              <a:t> </a:t>
            </a:r>
            <a:r>
              <a:rPr lang="en-US" sz="1700" spc="-20"/>
              <a:t>on</a:t>
            </a:r>
            <a:r>
              <a:rPr lang="en-US" sz="1700" spc="-65"/>
              <a:t> </a:t>
            </a:r>
            <a:r>
              <a:rPr lang="en-US" sz="1700"/>
              <a:t>the</a:t>
            </a:r>
            <a:r>
              <a:rPr lang="en-US" sz="1700" spc="-70"/>
              <a:t> </a:t>
            </a:r>
            <a:r>
              <a:rPr lang="en-US" sz="1700" spc="-75"/>
              <a:t>size</a:t>
            </a:r>
            <a:r>
              <a:rPr lang="en-US" sz="1700" spc="-60"/>
              <a:t> </a:t>
            </a:r>
            <a:r>
              <a:rPr lang="en-US" sz="1700"/>
              <a:t>of</a:t>
            </a:r>
            <a:r>
              <a:rPr lang="en-US" sz="1700" spc="-65"/>
              <a:t> </a:t>
            </a:r>
            <a:r>
              <a:rPr lang="en-US" sz="1700" spc="-20"/>
              <a:t>your</a:t>
            </a:r>
            <a:r>
              <a:rPr lang="en-US" sz="1700" spc="-75"/>
              <a:t> </a:t>
            </a:r>
            <a:r>
              <a:rPr lang="en-US" sz="1700" spc="-30"/>
              <a:t>data</a:t>
            </a:r>
            <a:r>
              <a:rPr lang="en-US" sz="1700" spc="-65"/>
              <a:t> </a:t>
            </a:r>
            <a:r>
              <a:rPr lang="en-US" sz="1700" spc="-20"/>
              <a:t>sets</a:t>
            </a:r>
            <a:endParaRPr lang="en-US" sz="1700"/>
          </a:p>
          <a:p>
            <a:pPr marL="12700" indent="-228600">
              <a:lnSpc>
                <a:spcPct val="90000"/>
              </a:lnSpc>
              <a:spcBef>
                <a:spcPts val="730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10"/>
              <a:t>Applicability</a:t>
            </a:r>
            <a:endParaRPr lang="en-US" sz="1700"/>
          </a:p>
          <a:p>
            <a:pPr marL="314325" indent="-228600">
              <a:lnSpc>
                <a:spcPct val="90000"/>
              </a:lnSpc>
              <a:spcBef>
                <a:spcPts val="85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Multiple</a:t>
            </a:r>
            <a:r>
              <a:rPr lang="en-US" sz="1700" spc="-105"/>
              <a:t> </a:t>
            </a:r>
            <a:r>
              <a:rPr lang="en-US" sz="1700" spc="-45"/>
              <a:t>large</a:t>
            </a:r>
            <a:r>
              <a:rPr lang="en-US" sz="1700" spc="-55"/>
              <a:t> </a:t>
            </a:r>
            <a:r>
              <a:rPr lang="en-US" sz="1700" spc="-35"/>
              <a:t>data</a:t>
            </a:r>
            <a:r>
              <a:rPr lang="en-US" sz="1700" spc="-75"/>
              <a:t> </a:t>
            </a:r>
            <a:r>
              <a:rPr lang="en-US" sz="1700" spc="-60"/>
              <a:t>sets</a:t>
            </a:r>
            <a:r>
              <a:rPr lang="en-US" sz="1700" spc="-80"/>
              <a:t> </a:t>
            </a:r>
            <a:r>
              <a:rPr lang="en-US" sz="1700" spc="-65"/>
              <a:t>are</a:t>
            </a:r>
            <a:r>
              <a:rPr lang="en-US" sz="1700" spc="-55"/>
              <a:t> </a:t>
            </a:r>
            <a:r>
              <a:rPr lang="en-US" sz="1700" spc="-35"/>
              <a:t>being</a:t>
            </a:r>
            <a:r>
              <a:rPr lang="en-US" sz="1700" spc="-60"/>
              <a:t> </a:t>
            </a:r>
            <a:r>
              <a:rPr lang="en-US" sz="1700" spc="-35"/>
              <a:t>joined</a:t>
            </a:r>
            <a:r>
              <a:rPr lang="en-US" sz="1700" spc="-80"/>
              <a:t> </a:t>
            </a:r>
            <a:r>
              <a:rPr lang="en-US" sz="1700" spc="-45"/>
              <a:t>by</a:t>
            </a:r>
            <a:r>
              <a:rPr lang="en-US" sz="1700" spc="-55"/>
              <a:t> </a:t>
            </a:r>
            <a:r>
              <a:rPr lang="en-US" sz="1700" spc="-114"/>
              <a:t>a</a:t>
            </a:r>
            <a:r>
              <a:rPr lang="en-US" sz="1700" spc="-80"/>
              <a:t> </a:t>
            </a:r>
            <a:r>
              <a:rPr lang="en-US" sz="1700" spc="-10"/>
              <a:t>foreign</a:t>
            </a:r>
            <a:r>
              <a:rPr lang="en-US" sz="1700" spc="-35"/>
              <a:t> </a:t>
            </a:r>
            <a:r>
              <a:rPr lang="en-US" sz="1700" spc="-25"/>
              <a:t>key</a:t>
            </a:r>
            <a:endParaRPr lang="en-US" sz="1700"/>
          </a:p>
          <a:p>
            <a:pPr marL="314325" indent="-228600">
              <a:lnSpc>
                <a:spcPct val="90000"/>
              </a:lnSpc>
              <a:spcBef>
                <a:spcPts val="84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100"/>
              <a:t>You</a:t>
            </a:r>
            <a:r>
              <a:rPr lang="en-US" sz="1700" spc="-80"/>
              <a:t> </a:t>
            </a:r>
            <a:r>
              <a:rPr lang="en-US" sz="1700"/>
              <a:t>want</a:t>
            </a:r>
            <a:r>
              <a:rPr lang="en-US" sz="1700" spc="-70"/>
              <a:t> </a:t>
            </a:r>
            <a:r>
              <a:rPr lang="en-US" sz="1700"/>
              <a:t>the</a:t>
            </a:r>
            <a:r>
              <a:rPr lang="en-US" sz="1700" spc="-65"/>
              <a:t> </a:t>
            </a:r>
            <a:r>
              <a:rPr lang="en-US" sz="1700"/>
              <a:t>flexibility</a:t>
            </a:r>
            <a:r>
              <a:rPr lang="en-US" sz="1700" spc="-70"/>
              <a:t> </a:t>
            </a:r>
            <a:r>
              <a:rPr lang="en-US" sz="1700"/>
              <a:t>of</a:t>
            </a:r>
            <a:r>
              <a:rPr lang="en-US" sz="1700" spc="-60"/>
              <a:t> </a:t>
            </a:r>
            <a:r>
              <a:rPr lang="en-US" sz="1700" spc="-35"/>
              <a:t>being</a:t>
            </a:r>
            <a:r>
              <a:rPr lang="en-US" sz="1700" spc="-50"/>
              <a:t> </a:t>
            </a:r>
            <a:r>
              <a:rPr lang="en-US" sz="1700" spc="-55"/>
              <a:t>able</a:t>
            </a:r>
            <a:r>
              <a:rPr lang="en-US" sz="1700" spc="-60"/>
              <a:t> </a:t>
            </a:r>
            <a:r>
              <a:rPr lang="en-US" sz="1700" spc="60"/>
              <a:t>to</a:t>
            </a:r>
            <a:r>
              <a:rPr lang="en-US" sz="1700" spc="-75"/>
              <a:t> </a:t>
            </a:r>
            <a:r>
              <a:rPr lang="en-US" sz="1700" spc="-35"/>
              <a:t>execute</a:t>
            </a:r>
            <a:r>
              <a:rPr lang="en-US" sz="1700" spc="-60"/>
              <a:t> </a:t>
            </a:r>
            <a:r>
              <a:rPr lang="en-US" sz="1700" spc="-65"/>
              <a:t>any</a:t>
            </a:r>
            <a:r>
              <a:rPr lang="en-US" sz="1700" spc="-55"/>
              <a:t> </a:t>
            </a:r>
            <a:r>
              <a:rPr lang="en-US" sz="1700" spc="-20"/>
              <a:t>join</a:t>
            </a:r>
            <a:r>
              <a:rPr lang="en-US" sz="1700" spc="-65"/>
              <a:t> </a:t>
            </a:r>
            <a:r>
              <a:rPr lang="en-US" sz="1700" spc="-10"/>
              <a:t>operation</a:t>
            </a:r>
            <a:endParaRPr lang="en-US" sz="1700"/>
          </a:p>
          <a:p>
            <a:pPr marL="314325" indent="-228600">
              <a:lnSpc>
                <a:spcPct val="90000"/>
              </a:lnSpc>
              <a:spcBef>
                <a:spcPts val="84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80"/>
              <a:t>A</a:t>
            </a:r>
            <a:r>
              <a:rPr lang="en-US" sz="1700" spc="-55"/>
              <a:t> </a:t>
            </a:r>
            <a:r>
              <a:rPr lang="en-US" sz="1700" spc="-40"/>
              <a:t>large</a:t>
            </a:r>
            <a:r>
              <a:rPr lang="en-US" sz="1700" spc="-35"/>
              <a:t> </a:t>
            </a:r>
            <a:r>
              <a:rPr lang="en-US" sz="1700" spc="-20"/>
              <a:t>amount</a:t>
            </a:r>
            <a:r>
              <a:rPr lang="en-US" sz="1700" spc="-65"/>
              <a:t> </a:t>
            </a:r>
            <a:r>
              <a:rPr lang="en-US" sz="1700"/>
              <a:t>of</a:t>
            </a:r>
            <a:r>
              <a:rPr lang="en-US" sz="1700" spc="-50"/>
              <a:t> </a:t>
            </a:r>
            <a:r>
              <a:rPr lang="en-US" sz="1700"/>
              <a:t>network</a:t>
            </a:r>
            <a:r>
              <a:rPr lang="en-US" sz="1700" spc="-45"/>
              <a:t> </a:t>
            </a:r>
            <a:r>
              <a:rPr lang="en-US" sz="1700" spc="-10"/>
              <a:t>bandwidth</a:t>
            </a:r>
            <a:endParaRPr lang="en-US" sz="17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/>
            <a:r>
              <a:rPr lang="en-US" sz="4000" spc="-235"/>
              <a:t>Reduce</a:t>
            </a:r>
            <a:r>
              <a:rPr lang="en-US" sz="4000" spc="-245"/>
              <a:t> </a:t>
            </a:r>
            <a:r>
              <a:rPr lang="en-US" sz="4000" spc="-254"/>
              <a:t>Side</a:t>
            </a:r>
            <a:r>
              <a:rPr lang="en-US" sz="4000" spc="-245"/>
              <a:t> </a:t>
            </a:r>
            <a:r>
              <a:rPr lang="en-US" sz="4000" spc="-45"/>
              <a:t>Join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/>
          <p:nvPr/>
        </p:nvSpPr>
        <p:spPr>
          <a:xfrm>
            <a:off x="590719" y="2330505"/>
            <a:ext cx="4559425" cy="39795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indent="-228600">
              <a:lnSpc>
                <a:spcPct val="9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1400" spc="-50"/>
              <a:t>∗</a:t>
            </a:r>
            <a:r>
              <a:rPr lang="en-US" sz="1400"/>
              <a:t>	</a:t>
            </a:r>
            <a:r>
              <a:rPr lang="en-US" sz="1400" spc="-114"/>
              <a:t>The</a:t>
            </a:r>
            <a:r>
              <a:rPr lang="en-US" sz="1400" spc="-100"/>
              <a:t> </a:t>
            </a:r>
            <a:r>
              <a:rPr lang="en-US" sz="1400" spc="-50"/>
              <a:t>mapper</a:t>
            </a:r>
            <a:r>
              <a:rPr lang="en-US" sz="1400" spc="-95"/>
              <a:t> </a:t>
            </a:r>
            <a:r>
              <a:rPr lang="en-US" sz="1400" spc="-60"/>
              <a:t>prepares</a:t>
            </a:r>
            <a:r>
              <a:rPr lang="en-US" sz="1400" spc="-75"/>
              <a:t> </a:t>
            </a:r>
            <a:r>
              <a:rPr lang="en-US" sz="1400"/>
              <a:t>the</a:t>
            </a:r>
            <a:r>
              <a:rPr lang="en-US" sz="1400" spc="-95"/>
              <a:t> </a:t>
            </a:r>
            <a:r>
              <a:rPr lang="en-US" sz="1400" spc="-35"/>
              <a:t>join</a:t>
            </a:r>
            <a:r>
              <a:rPr lang="en-US" sz="1400" spc="-80"/>
              <a:t> </a:t>
            </a:r>
            <a:r>
              <a:rPr lang="en-US" sz="1400" spc="-10"/>
              <a:t>operation</a:t>
            </a:r>
            <a:endParaRPr lang="en-US" sz="1400"/>
          </a:p>
          <a:p>
            <a:pPr marL="314325" indent="-228600">
              <a:lnSpc>
                <a:spcPct val="90000"/>
              </a:lnSpc>
              <a:spcBef>
                <a:spcPts val="254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400" spc="-50"/>
              <a:t>∗</a:t>
            </a:r>
            <a:r>
              <a:rPr lang="en-US" sz="1400"/>
              <a:t>	</a:t>
            </a:r>
            <a:r>
              <a:rPr lang="en-US" sz="1400" spc="-114"/>
              <a:t>Takes</a:t>
            </a:r>
            <a:r>
              <a:rPr lang="en-US" sz="1400" spc="-65"/>
              <a:t> </a:t>
            </a:r>
            <a:r>
              <a:rPr lang="en-US" sz="1400" spc="-80"/>
              <a:t>each</a:t>
            </a:r>
            <a:r>
              <a:rPr lang="en-US" sz="1400" spc="-50"/>
              <a:t> </a:t>
            </a:r>
            <a:r>
              <a:rPr lang="en-US" sz="1400"/>
              <a:t>input</a:t>
            </a:r>
            <a:r>
              <a:rPr lang="en-US" sz="1400" spc="-55"/>
              <a:t> </a:t>
            </a:r>
            <a:r>
              <a:rPr lang="en-US" sz="1400" spc="-25"/>
              <a:t>record</a:t>
            </a:r>
            <a:r>
              <a:rPr lang="en-US" sz="1400" spc="-40"/>
              <a:t> </a:t>
            </a:r>
            <a:r>
              <a:rPr lang="en-US" sz="1400"/>
              <a:t>from</a:t>
            </a:r>
            <a:r>
              <a:rPr lang="en-US" sz="1400" spc="-60"/>
              <a:t> </a:t>
            </a:r>
            <a:r>
              <a:rPr lang="en-US" sz="1400" spc="-80"/>
              <a:t>each</a:t>
            </a:r>
            <a:r>
              <a:rPr lang="en-US" sz="1400" spc="-45"/>
              <a:t> </a:t>
            </a:r>
            <a:r>
              <a:rPr lang="en-US" sz="1400"/>
              <a:t>of</a:t>
            </a:r>
            <a:r>
              <a:rPr lang="en-US" sz="1400" spc="-60"/>
              <a:t> </a:t>
            </a:r>
            <a:r>
              <a:rPr lang="en-US" sz="1400"/>
              <a:t>the</a:t>
            </a:r>
            <a:r>
              <a:rPr lang="en-US" sz="1400" spc="-65"/>
              <a:t> </a:t>
            </a:r>
            <a:r>
              <a:rPr lang="en-US" sz="1400" spc="-30"/>
              <a:t>data</a:t>
            </a:r>
            <a:r>
              <a:rPr lang="en-US" sz="1400" spc="-70"/>
              <a:t> </a:t>
            </a:r>
            <a:r>
              <a:rPr lang="en-US" sz="1400" spc="-20"/>
              <a:t>sets</a:t>
            </a:r>
            <a:endParaRPr lang="en-US" sz="1400"/>
          </a:p>
          <a:p>
            <a:pPr marL="314325" indent="-228600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400" spc="-50"/>
              <a:t>∗</a:t>
            </a:r>
            <a:r>
              <a:rPr lang="en-US" sz="1400"/>
              <a:t>	</a:t>
            </a:r>
            <a:r>
              <a:rPr lang="en-US" sz="1400" spc="-40"/>
              <a:t>Extracts</a:t>
            </a:r>
            <a:r>
              <a:rPr lang="en-US" sz="1400" spc="-70"/>
              <a:t> </a:t>
            </a:r>
            <a:r>
              <a:rPr lang="en-US" sz="1400" spc="-10"/>
              <a:t>foreign</a:t>
            </a:r>
            <a:r>
              <a:rPr lang="en-US" sz="1400" spc="-20"/>
              <a:t> </a:t>
            </a:r>
            <a:r>
              <a:rPr lang="en-US" sz="1400" spc="-50"/>
              <a:t>key</a:t>
            </a:r>
            <a:r>
              <a:rPr lang="en-US" sz="1400" spc="-55"/>
              <a:t> </a:t>
            </a:r>
            <a:r>
              <a:rPr lang="en-US" sz="1400"/>
              <a:t>from</a:t>
            </a:r>
            <a:r>
              <a:rPr lang="en-US" sz="1400" spc="-40"/>
              <a:t> </a:t>
            </a:r>
            <a:r>
              <a:rPr lang="en-US" sz="1400" spc="-75"/>
              <a:t>each</a:t>
            </a:r>
            <a:r>
              <a:rPr lang="en-US" sz="1400" spc="-45"/>
              <a:t> </a:t>
            </a:r>
            <a:r>
              <a:rPr lang="en-US" sz="1400" spc="-10"/>
              <a:t>record</a:t>
            </a:r>
            <a:endParaRPr lang="en-US" sz="1400"/>
          </a:p>
          <a:p>
            <a:pPr marL="314325" indent="-228600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400" spc="-50"/>
              <a:t>∗</a:t>
            </a:r>
            <a:r>
              <a:rPr lang="en-US" sz="1400"/>
              <a:t>	Output</a:t>
            </a:r>
            <a:r>
              <a:rPr lang="en-US" sz="1400" spc="-95"/>
              <a:t> </a:t>
            </a:r>
            <a:r>
              <a:rPr lang="en-US" sz="1400" spc="-50"/>
              <a:t>key:</a:t>
            </a:r>
            <a:r>
              <a:rPr lang="en-US" sz="1400" spc="-60"/>
              <a:t> </a:t>
            </a:r>
            <a:r>
              <a:rPr lang="en-US" sz="1400" spc="-10"/>
              <a:t>foreign</a:t>
            </a:r>
            <a:r>
              <a:rPr lang="en-US" sz="1400" spc="-55"/>
              <a:t> </a:t>
            </a:r>
            <a:r>
              <a:rPr lang="en-US" sz="1400" spc="-25"/>
              <a:t>key</a:t>
            </a:r>
            <a:endParaRPr lang="en-US" sz="1400"/>
          </a:p>
          <a:p>
            <a:pPr marL="588645" marR="120014" indent="-2286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400" spc="-50"/>
              <a:t>∗</a:t>
            </a:r>
            <a:r>
              <a:rPr lang="en-US" sz="1400"/>
              <a:t>	Output</a:t>
            </a:r>
            <a:r>
              <a:rPr lang="en-US" sz="1400" spc="-85"/>
              <a:t> </a:t>
            </a:r>
            <a:r>
              <a:rPr lang="en-US" sz="1400" spc="-50"/>
              <a:t>value:</a:t>
            </a:r>
            <a:r>
              <a:rPr lang="en-US" sz="1400" spc="-70"/>
              <a:t> </a:t>
            </a:r>
            <a:r>
              <a:rPr lang="en-US" sz="1400" spc="-10"/>
              <a:t>entire</a:t>
            </a:r>
            <a:r>
              <a:rPr lang="en-US" sz="1400" spc="-60"/>
              <a:t> </a:t>
            </a:r>
            <a:r>
              <a:rPr lang="en-US" sz="1400"/>
              <a:t>input</a:t>
            </a:r>
            <a:r>
              <a:rPr lang="en-US" sz="1400" spc="-60"/>
              <a:t> </a:t>
            </a:r>
            <a:r>
              <a:rPr lang="en-US" sz="1400" spc="-25"/>
              <a:t>record</a:t>
            </a:r>
            <a:r>
              <a:rPr lang="en-US" sz="1400" spc="-50"/>
              <a:t> </a:t>
            </a:r>
            <a:r>
              <a:rPr lang="en-US" sz="1400" spc="-30"/>
              <a:t>which</a:t>
            </a:r>
            <a:r>
              <a:rPr lang="en-US" sz="1400" spc="-85"/>
              <a:t> </a:t>
            </a:r>
            <a:r>
              <a:rPr lang="en-US" sz="1400" spc="-80"/>
              <a:t>is</a:t>
            </a:r>
            <a:r>
              <a:rPr lang="en-US" sz="1400" spc="-65"/>
              <a:t> </a:t>
            </a:r>
            <a:r>
              <a:rPr lang="en-US" sz="1400" spc="-30"/>
              <a:t>flagged</a:t>
            </a:r>
            <a:r>
              <a:rPr lang="en-US" sz="1400" spc="-50"/>
              <a:t> </a:t>
            </a:r>
            <a:r>
              <a:rPr lang="en-US" sz="1400" spc="-25"/>
              <a:t>by </a:t>
            </a:r>
            <a:r>
              <a:rPr lang="en-US" sz="1400" spc="-70"/>
              <a:t>some</a:t>
            </a:r>
            <a:r>
              <a:rPr lang="en-US" sz="1400" spc="-55"/>
              <a:t> </a:t>
            </a:r>
            <a:r>
              <a:rPr lang="en-US" sz="1400" spc="-45"/>
              <a:t>unique</a:t>
            </a:r>
            <a:r>
              <a:rPr lang="en-US" sz="1400" spc="-80"/>
              <a:t> </a:t>
            </a:r>
            <a:r>
              <a:rPr lang="en-US" sz="1400"/>
              <a:t>identifier</a:t>
            </a:r>
            <a:r>
              <a:rPr lang="en-US" sz="1400" spc="-40"/>
              <a:t> </a:t>
            </a:r>
            <a:r>
              <a:rPr lang="en-US" sz="1400"/>
              <a:t>for</a:t>
            </a:r>
            <a:r>
              <a:rPr lang="en-US" sz="1400" spc="-45"/>
              <a:t> </a:t>
            </a:r>
            <a:r>
              <a:rPr lang="en-US" sz="1400"/>
              <a:t>the</a:t>
            </a:r>
            <a:r>
              <a:rPr lang="en-US" sz="1400" spc="-60"/>
              <a:t> </a:t>
            </a:r>
            <a:r>
              <a:rPr lang="en-US" sz="1400" spc="-30"/>
              <a:t>data</a:t>
            </a:r>
            <a:r>
              <a:rPr lang="en-US" sz="1400" spc="-55"/>
              <a:t> </a:t>
            </a:r>
            <a:r>
              <a:rPr lang="en-US" sz="1400" spc="-25"/>
              <a:t>set</a:t>
            </a:r>
            <a:endParaRPr lang="en-US" sz="1400"/>
          </a:p>
          <a:p>
            <a:pPr marL="286385" marR="119380" indent="-228600">
              <a:lnSpc>
                <a:spcPct val="90000"/>
              </a:lnSpc>
              <a:spcBef>
                <a:spcPts val="1185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1400" spc="-50"/>
              <a:t>∗</a:t>
            </a:r>
            <a:r>
              <a:rPr lang="en-US" sz="1400"/>
              <a:t>	</a:t>
            </a:r>
            <a:r>
              <a:rPr lang="en-US" sz="1400" spc="-85"/>
              <a:t>Reducer </a:t>
            </a:r>
            <a:r>
              <a:rPr lang="en-US" sz="1400" spc="-25"/>
              <a:t>performs</a:t>
            </a:r>
            <a:r>
              <a:rPr lang="en-US" sz="1400" spc="-80"/>
              <a:t> </a:t>
            </a:r>
            <a:r>
              <a:rPr lang="en-US" sz="1400"/>
              <a:t>the</a:t>
            </a:r>
            <a:r>
              <a:rPr lang="en-US" sz="1400" spc="-95"/>
              <a:t> </a:t>
            </a:r>
            <a:r>
              <a:rPr lang="en-US" sz="1400" spc="-60"/>
              <a:t>desired</a:t>
            </a:r>
            <a:r>
              <a:rPr lang="en-US" sz="1400" spc="-70"/>
              <a:t> </a:t>
            </a:r>
            <a:r>
              <a:rPr lang="en-US" sz="1400" spc="-25"/>
              <a:t>join</a:t>
            </a:r>
            <a:r>
              <a:rPr lang="en-US" sz="1400" spc="-85"/>
              <a:t> </a:t>
            </a:r>
            <a:r>
              <a:rPr lang="en-US" sz="1400" spc="-10"/>
              <a:t>operation </a:t>
            </a:r>
            <a:r>
              <a:rPr lang="en-US" sz="1400" spc="-50"/>
              <a:t>by</a:t>
            </a:r>
            <a:r>
              <a:rPr lang="en-US" sz="1400" spc="-100"/>
              <a:t> </a:t>
            </a:r>
            <a:r>
              <a:rPr lang="en-US" sz="1400" spc="-30"/>
              <a:t>collecting</a:t>
            </a:r>
            <a:r>
              <a:rPr lang="en-US" sz="1400" spc="-55"/>
              <a:t> </a:t>
            </a:r>
            <a:r>
              <a:rPr lang="en-US" sz="1400"/>
              <a:t>the</a:t>
            </a:r>
            <a:r>
              <a:rPr lang="en-US" sz="1400" spc="-85"/>
              <a:t> </a:t>
            </a:r>
            <a:r>
              <a:rPr lang="en-US" sz="1400" spc="-90"/>
              <a:t>values</a:t>
            </a:r>
            <a:r>
              <a:rPr lang="en-US" sz="1400" spc="-95"/>
              <a:t> </a:t>
            </a:r>
            <a:r>
              <a:rPr lang="en-US" sz="1400" spc="55"/>
              <a:t>of</a:t>
            </a:r>
            <a:r>
              <a:rPr lang="en-US" sz="1400" spc="-85"/>
              <a:t> </a:t>
            </a:r>
            <a:r>
              <a:rPr lang="en-US" sz="1400" spc="-95"/>
              <a:t>each</a:t>
            </a:r>
            <a:r>
              <a:rPr lang="en-US" sz="1400" spc="-85"/>
              <a:t> </a:t>
            </a:r>
            <a:r>
              <a:rPr lang="en-US" sz="1400"/>
              <a:t>input</a:t>
            </a:r>
            <a:r>
              <a:rPr lang="en-US" sz="1400" spc="-110"/>
              <a:t> </a:t>
            </a:r>
            <a:r>
              <a:rPr lang="en-US" sz="1400" spc="-10"/>
              <a:t>group </a:t>
            </a:r>
            <a:r>
              <a:rPr lang="en-US" sz="1400"/>
              <a:t>into</a:t>
            </a:r>
            <a:r>
              <a:rPr lang="en-US" sz="1400" spc="-65"/>
              <a:t> </a:t>
            </a:r>
            <a:r>
              <a:rPr lang="en-US" sz="1400"/>
              <a:t>temp</a:t>
            </a:r>
            <a:r>
              <a:rPr lang="en-US" sz="1400" spc="-70"/>
              <a:t> </a:t>
            </a:r>
            <a:r>
              <a:rPr lang="en-US" sz="1400" spc="-20"/>
              <a:t>lists</a:t>
            </a:r>
            <a:endParaRPr lang="en-US" sz="1400"/>
          </a:p>
          <a:p>
            <a:pPr marL="588645" marR="5080" indent="-228600">
              <a:lnSpc>
                <a:spcPct val="90000"/>
              </a:lnSpc>
              <a:spcBef>
                <a:spcPts val="60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400" spc="-50"/>
              <a:t>∗</a:t>
            </a:r>
            <a:r>
              <a:rPr lang="en-US" sz="1400"/>
              <a:t>	</a:t>
            </a:r>
            <a:r>
              <a:rPr lang="en-US" sz="1400" spc="-55"/>
              <a:t>Lists</a:t>
            </a:r>
            <a:r>
              <a:rPr lang="en-US" sz="1400" spc="-75"/>
              <a:t> </a:t>
            </a:r>
            <a:r>
              <a:rPr lang="en-US" sz="1400" spc="-65"/>
              <a:t>are</a:t>
            </a:r>
            <a:r>
              <a:rPr lang="en-US" sz="1400" spc="-70"/>
              <a:t> </a:t>
            </a:r>
            <a:r>
              <a:rPr lang="en-US" sz="1400"/>
              <a:t>then</a:t>
            </a:r>
            <a:r>
              <a:rPr lang="en-US" sz="1400" spc="-75"/>
              <a:t> </a:t>
            </a:r>
            <a:r>
              <a:rPr lang="en-US" sz="1400"/>
              <a:t>iterated</a:t>
            </a:r>
            <a:r>
              <a:rPr lang="en-US" sz="1400" spc="-60"/>
              <a:t> </a:t>
            </a:r>
            <a:r>
              <a:rPr lang="en-US" sz="1400" spc="-20"/>
              <a:t>over</a:t>
            </a:r>
            <a:r>
              <a:rPr lang="en-US" sz="1400" spc="-60"/>
              <a:t> and</a:t>
            </a:r>
            <a:r>
              <a:rPr lang="en-US" sz="1400" spc="-80"/>
              <a:t> </a:t>
            </a:r>
            <a:r>
              <a:rPr lang="en-US" sz="1400"/>
              <a:t>the</a:t>
            </a:r>
            <a:r>
              <a:rPr lang="en-US" sz="1400" spc="-80"/>
              <a:t> </a:t>
            </a:r>
            <a:r>
              <a:rPr lang="en-US" sz="1400" spc="-40"/>
              <a:t>records</a:t>
            </a:r>
            <a:r>
              <a:rPr lang="en-US" sz="1400" spc="-60"/>
              <a:t> </a:t>
            </a:r>
            <a:r>
              <a:rPr lang="en-US" sz="1400"/>
              <a:t>from</a:t>
            </a:r>
            <a:r>
              <a:rPr lang="en-US" sz="1400" spc="-55"/>
              <a:t> </a:t>
            </a:r>
            <a:r>
              <a:rPr lang="en-US" sz="1400" spc="-20"/>
              <a:t>both </a:t>
            </a:r>
            <a:r>
              <a:rPr lang="en-US" sz="1400" spc="-55"/>
              <a:t>sets</a:t>
            </a:r>
            <a:r>
              <a:rPr lang="en-US" sz="1400" spc="-70"/>
              <a:t> </a:t>
            </a:r>
            <a:r>
              <a:rPr lang="en-US" sz="1400" spc="-65"/>
              <a:t>are</a:t>
            </a:r>
            <a:r>
              <a:rPr lang="en-US" sz="1400" spc="-55"/>
              <a:t> </a:t>
            </a:r>
            <a:r>
              <a:rPr lang="en-US" sz="1400" spc="-35"/>
              <a:t>joined</a:t>
            </a:r>
            <a:r>
              <a:rPr lang="en-US" sz="1400" spc="-75"/>
              <a:t> </a:t>
            </a:r>
            <a:r>
              <a:rPr lang="en-US" sz="1400" spc="-10"/>
              <a:t>together</a:t>
            </a:r>
            <a:endParaRPr lang="en-US" sz="1400"/>
          </a:p>
          <a:p>
            <a:pPr marL="588645" marR="417830" indent="-2286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400" spc="-50"/>
              <a:t>∗</a:t>
            </a:r>
            <a:r>
              <a:rPr lang="en-US" sz="1400"/>
              <a:t>	Output</a:t>
            </a:r>
            <a:r>
              <a:rPr lang="en-US" sz="1400" spc="-80"/>
              <a:t> </a:t>
            </a:r>
            <a:r>
              <a:rPr lang="en-US" sz="1400" spc="-75"/>
              <a:t>is</a:t>
            </a:r>
            <a:r>
              <a:rPr lang="en-US" sz="1400" spc="-70"/>
              <a:t> </a:t>
            </a:r>
            <a:r>
              <a:rPr lang="en-US" sz="1400" spc="-114"/>
              <a:t>a</a:t>
            </a:r>
            <a:r>
              <a:rPr lang="en-US" sz="1400" spc="-55"/>
              <a:t> </a:t>
            </a:r>
            <a:r>
              <a:rPr lang="en-US" sz="1400" spc="-30"/>
              <a:t>number</a:t>
            </a:r>
            <a:r>
              <a:rPr lang="en-US" sz="1400" spc="-50"/>
              <a:t> </a:t>
            </a:r>
            <a:r>
              <a:rPr lang="en-US" sz="1400"/>
              <a:t>of</a:t>
            </a:r>
            <a:r>
              <a:rPr lang="en-US" sz="1400" spc="-70"/>
              <a:t> </a:t>
            </a:r>
            <a:r>
              <a:rPr lang="en-US" sz="1400"/>
              <a:t>part</a:t>
            </a:r>
            <a:r>
              <a:rPr lang="en-US" sz="1400" spc="-35"/>
              <a:t> </a:t>
            </a:r>
            <a:r>
              <a:rPr lang="en-US" sz="1400" spc="-30"/>
              <a:t>files</a:t>
            </a:r>
            <a:r>
              <a:rPr lang="en-US" sz="1400" spc="-60"/>
              <a:t> </a:t>
            </a:r>
            <a:r>
              <a:rPr lang="en-US" sz="1400" spc="-35"/>
              <a:t>equivalent</a:t>
            </a:r>
            <a:r>
              <a:rPr lang="en-US" sz="1400" spc="-65"/>
              <a:t> </a:t>
            </a:r>
            <a:r>
              <a:rPr lang="en-US" sz="1400" spc="60"/>
              <a:t>to</a:t>
            </a:r>
            <a:r>
              <a:rPr lang="en-US" sz="1400" spc="-60"/>
              <a:t> </a:t>
            </a:r>
            <a:r>
              <a:rPr lang="en-US" sz="1400" spc="-25"/>
              <a:t>the </a:t>
            </a:r>
            <a:r>
              <a:rPr lang="en-US" sz="1400" spc="-30"/>
              <a:t>number</a:t>
            </a:r>
            <a:r>
              <a:rPr lang="en-US" sz="1400" spc="-40"/>
              <a:t> </a:t>
            </a:r>
            <a:r>
              <a:rPr lang="en-US" sz="1400"/>
              <a:t>of</a:t>
            </a:r>
            <a:r>
              <a:rPr lang="en-US" sz="1400" spc="-60"/>
              <a:t> </a:t>
            </a:r>
            <a:r>
              <a:rPr lang="en-US" sz="1400" spc="-50"/>
              <a:t>reduce</a:t>
            </a:r>
            <a:r>
              <a:rPr lang="en-US" sz="1400" spc="-40"/>
              <a:t> </a:t>
            </a:r>
            <a:r>
              <a:rPr lang="en-US" sz="1400" spc="-20"/>
              <a:t>tasks</a:t>
            </a:r>
            <a:endParaRPr lang="en-US" sz="14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rcRect l="10922" r="10933" b="-2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7629" y="1894364"/>
            <a:ext cx="176212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6385" algn="l"/>
              </a:tabLst>
            </a:pPr>
            <a:r>
              <a:rPr sz="1900" spc="-50" dirty="0">
                <a:solidFill>
                  <a:srgbClr val="30B6FC"/>
                </a:solidFill>
                <a:latin typeface="Geneva"/>
                <a:cs typeface="Geneva"/>
              </a:rPr>
              <a:t>∗</a:t>
            </a:r>
            <a:r>
              <a:rPr sz="1900" dirty="0">
                <a:solidFill>
                  <a:srgbClr val="30B6FC"/>
                </a:solidFill>
                <a:latin typeface="Geneva"/>
                <a:cs typeface="Geneva"/>
              </a:rPr>
              <a:t>	</a:t>
            </a:r>
            <a:r>
              <a:rPr sz="1900" spc="-95" dirty="0">
                <a:solidFill>
                  <a:srgbClr val="063D86"/>
                </a:solidFill>
                <a:latin typeface="Arial"/>
                <a:cs typeface="Arial"/>
              </a:rPr>
              <a:t>Resemblances</a:t>
            </a:r>
            <a:endParaRPr sz="1900">
              <a:latin typeface="Arial"/>
              <a:cs typeface="Arial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4089653" y="580389"/>
            <a:ext cx="401383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35" dirty="0"/>
              <a:t>Reduce</a:t>
            </a:r>
            <a:r>
              <a:rPr spc="-245" dirty="0"/>
              <a:t> </a:t>
            </a:r>
            <a:r>
              <a:rPr spc="-254" dirty="0"/>
              <a:t>Side</a:t>
            </a:r>
            <a:r>
              <a:rPr spc="-240" dirty="0"/>
              <a:t> </a:t>
            </a:r>
            <a:r>
              <a:rPr spc="-45" dirty="0"/>
              <a:t>Join</a:t>
            </a: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2359" y="2380691"/>
            <a:ext cx="6102095" cy="1036320"/>
          </a:xfrm>
          <a:prstGeom prst="rect">
            <a:avLst/>
          </a:prstGeom>
        </p:spPr>
      </p:pic>
      <p:graphicFrame>
        <p:nvGraphicFramePr>
          <p:cNvPr id="18" name="object 6">
            <a:extLst>
              <a:ext uri="{FF2B5EF4-FFF2-40B4-BE49-F238E27FC236}">
                <a16:creationId xmlns:a16="http://schemas.microsoft.com/office/drawing/2014/main" id="{72DE0623-9BBC-AE58-13A9-30221EFE52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2162341"/>
              </p:ext>
            </p:extLst>
          </p:nvPr>
        </p:nvGraphicFramePr>
        <p:xfrm>
          <a:off x="1760155" y="3440990"/>
          <a:ext cx="9746045" cy="3058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089653" y="580389"/>
            <a:ext cx="401383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35" dirty="0"/>
              <a:t>Reduce</a:t>
            </a:r>
            <a:r>
              <a:rPr spc="-245" dirty="0"/>
              <a:t> </a:t>
            </a:r>
            <a:r>
              <a:rPr spc="-254" dirty="0"/>
              <a:t>Side</a:t>
            </a:r>
            <a:r>
              <a:rPr spc="-240" dirty="0"/>
              <a:t> </a:t>
            </a:r>
            <a:r>
              <a:rPr spc="-45" dirty="0"/>
              <a:t>Join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4854702" y="3249676"/>
            <a:ext cx="2460625" cy="592455"/>
            <a:chOff x="4854702" y="3249676"/>
            <a:chExt cx="2460625" cy="59245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6800" y="3272028"/>
              <a:ext cx="2438400" cy="56997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857750" y="3252724"/>
              <a:ext cx="2429510" cy="560070"/>
            </a:xfrm>
            <a:custGeom>
              <a:avLst/>
              <a:gdLst/>
              <a:ahLst/>
              <a:cxnLst/>
              <a:rect l="l" t="t" r="r" b="b"/>
              <a:pathLst>
                <a:path w="2429509" h="560070">
                  <a:moveTo>
                    <a:pt x="170774" y="9977"/>
                  </a:moveTo>
                  <a:lnTo>
                    <a:pt x="162581" y="9977"/>
                  </a:lnTo>
                  <a:lnTo>
                    <a:pt x="107668" y="11622"/>
                  </a:lnTo>
                  <a:lnTo>
                    <a:pt x="77614" y="12319"/>
                  </a:lnTo>
                  <a:lnTo>
                    <a:pt x="0" y="12319"/>
                  </a:lnTo>
                  <a:lnTo>
                    <a:pt x="1920" y="56134"/>
                  </a:lnTo>
                  <a:lnTo>
                    <a:pt x="3413" y="103454"/>
                  </a:lnTo>
                  <a:lnTo>
                    <a:pt x="4480" y="154279"/>
                  </a:lnTo>
                  <a:lnTo>
                    <a:pt x="5084" y="205517"/>
                  </a:lnTo>
                  <a:lnTo>
                    <a:pt x="5171" y="222321"/>
                  </a:lnTo>
                  <a:lnTo>
                    <a:pt x="5293" y="277876"/>
                  </a:lnTo>
                  <a:lnTo>
                    <a:pt x="5162" y="315287"/>
                  </a:lnTo>
                  <a:lnTo>
                    <a:pt x="5120" y="327222"/>
                  </a:lnTo>
                  <a:lnTo>
                    <a:pt x="4515" y="382335"/>
                  </a:lnTo>
                  <a:lnTo>
                    <a:pt x="4480" y="385492"/>
                  </a:lnTo>
                  <a:lnTo>
                    <a:pt x="3532" y="435028"/>
                  </a:lnTo>
                  <a:lnTo>
                    <a:pt x="3413" y="441251"/>
                  </a:lnTo>
                  <a:lnTo>
                    <a:pt x="1917" y="494568"/>
                  </a:lnTo>
                  <a:lnTo>
                    <a:pt x="0" y="545211"/>
                  </a:lnTo>
                  <a:lnTo>
                    <a:pt x="94932" y="548925"/>
                  </a:lnTo>
                  <a:lnTo>
                    <a:pt x="133838" y="549854"/>
                  </a:lnTo>
                  <a:lnTo>
                    <a:pt x="167004" y="550164"/>
                  </a:lnTo>
                  <a:lnTo>
                    <a:pt x="218271" y="546689"/>
                  </a:lnTo>
                  <a:lnTo>
                    <a:pt x="264776" y="536265"/>
                  </a:lnTo>
                  <a:lnTo>
                    <a:pt x="306515" y="518891"/>
                  </a:lnTo>
                  <a:lnTo>
                    <a:pt x="343480" y="494568"/>
                  </a:lnTo>
                  <a:lnTo>
                    <a:pt x="373051" y="465836"/>
                  </a:lnTo>
                  <a:lnTo>
                    <a:pt x="165734" y="465836"/>
                  </a:lnTo>
                  <a:lnTo>
                    <a:pt x="152419" y="465502"/>
                  </a:lnTo>
                  <a:lnTo>
                    <a:pt x="112521" y="460502"/>
                  </a:lnTo>
                  <a:lnTo>
                    <a:pt x="110761" y="412303"/>
                  </a:lnTo>
                  <a:lnTo>
                    <a:pt x="109489" y="363902"/>
                  </a:lnTo>
                  <a:lnTo>
                    <a:pt x="108739" y="316616"/>
                  </a:lnTo>
                  <a:lnTo>
                    <a:pt x="108518" y="277876"/>
                  </a:lnTo>
                  <a:lnTo>
                    <a:pt x="108422" y="260350"/>
                  </a:lnTo>
                  <a:lnTo>
                    <a:pt x="108303" y="240160"/>
                  </a:lnTo>
                  <a:lnTo>
                    <a:pt x="108198" y="222321"/>
                  </a:lnTo>
                  <a:lnTo>
                    <a:pt x="107426" y="179101"/>
                  </a:lnTo>
                  <a:lnTo>
                    <a:pt x="106154" y="136786"/>
                  </a:lnTo>
                  <a:lnTo>
                    <a:pt x="104393" y="95377"/>
                  </a:lnTo>
                  <a:lnTo>
                    <a:pt x="118899" y="93783"/>
                  </a:lnTo>
                  <a:lnTo>
                    <a:pt x="131762" y="92630"/>
                  </a:lnTo>
                  <a:lnTo>
                    <a:pt x="143005" y="91930"/>
                  </a:lnTo>
                  <a:lnTo>
                    <a:pt x="152653" y="91694"/>
                  </a:lnTo>
                  <a:lnTo>
                    <a:pt x="389790" y="91694"/>
                  </a:lnTo>
                  <a:lnTo>
                    <a:pt x="383666" y="83566"/>
                  </a:lnTo>
                  <a:lnTo>
                    <a:pt x="353826" y="57032"/>
                  </a:lnTo>
                  <a:lnTo>
                    <a:pt x="317486" y="36405"/>
                  </a:lnTo>
                  <a:lnTo>
                    <a:pt x="274643" y="21679"/>
                  </a:lnTo>
                  <a:lnTo>
                    <a:pt x="225288" y="12848"/>
                  </a:lnTo>
                  <a:lnTo>
                    <a:pt x="170774" y="9977"/>
                  </a:lnTo>
                  <a:close/>
                </a:path>
                <a:path w="2429509" h="560070">
                  <a:moveTo>
                    <a:pt x="389790" y="91694"/>
                  </a:moveTo>
                  <a:lnTo>
                    <a:pt x="152653" y="91694"/>
                  </a:lnTo>
                  <a:lnTo>
                    <a:pt x="196685" y="95053"/>
                  </a:lnTo>
                  <a:lnTo>
                    <a:pt x="234680" y="105140"/>
                  </a:lnTo>
                  <a:lnTo>
                    <a:pt x="292607" y="145542"/>
                  </a:lnTo>
                  <a:lnTo>
                    <a:pt x="327009" y="205517"/>
                  </a:lnTo>
                  <a:lnTo>
                    <a:pt x="338454" y="277876"/>
                  </a:lnTo>
                  <a:lnTo>
                    <a:pt x="335839" y="315287"/>
                  </a:lnTo>
                  <a:lnTo>
                    <a:pt x="314612" y="382335"/>
                  </a:lnTo>
                  <a:lnTo>
                    <a:pt x="272033" y="435028"/>
                  </a:lnTo>
                  <a:lnTo>
                    <a:pt x="206882" y="462408"/>
                  </a:lnTo>
                  <a:lnTo>
                    <a:pt x="165734" y="465836"/>
                  </a:lnTo>
                  <a:lnTo>
                    <a:pt x="373051" y="465836"/>
                  </a:lnTo>
                  <a:lnTo>
                    <a:pt x="408263" y="418101"/>
                  </a:lnTo>
                  <a:lnTo>
                    <a:pt x="431561" y="369204"/>
                  </a:lnTo>
                  <a:lnTo>
                    <a:pt x="445549" y="316616"/>
                  </a:lnTo>
                  <a:lnTo>
                    <a:pt x="450214" y="260350"/>
                  </a:lnTo>
                  <a:lnTo>
                    <a:pt x="446049" y="210581"/>
                  </a:lnTo>
                  <a:lnTo>
                    <a:pt x="433562" y="164528"/>
                  </a:lnTo>
                  <a:lnTo>
                    <a:pt x="412763" y="122189"/>
                  </a:lnTo>
                  <a:lnTo>
                    <a:pt x="389790" y="91694"/>
                  </a:lnTo>
                  <a:close/>
                </a:path>
                <a:path w="2429509" h="560070">
                  <a:moveTo>
                    <a:pt x="2175255" y="0"/>
                  </a:moveTo>
                  <a:lnTo>
                    <a:pt x="2120866" y="5167"/>
                  </a:lnTo>
                  <a:lnTo>
                    <a:pt x="2071036" y="20669"/>
                  </a:lnTo>
                  <a:lnTo>
                    <a:pt x="2025755" y="46505"/>
                  </a:lnTo>
                  <a:lnTo>
                    <a:pt x="1985009" y="82677"/>
                  </a:lnTo>
                  <a:lnTo>
                    <a:pt x="1957303" y="117469"/>
                  </a:lnTo>
                  <a:lnTo>
                    <a:pt x="1935754" y="155707"/>
                  </a:lnTo>
                  <a:lnTo>
                    <a:pt x="1920361" y="197388"/>
                  </a:lnTo>
                  <a:lnTo>
                    <a:pt x="1911126" y="242514"/>
                  </a:lnTo>
                  <a:lnTo>
                    <a:pt x="1908047" y="291084"/>
                  </a:lnTo>
                  <a:lnTo>
                    <a:pt x="1912598" y="347015"/>
                  </a:lnTo>
                  <a:lnTo>
                    <a:pt x="1926256" y="397827"/>
                  </a:lnTo>
                  <a:lnTo>
                    <a:pt x="1949035" y="443495"/>
                  </a:lnTo>
                  <a:lnTo>
                    <a:pt x="1980945" y="483997"/>
                  </a:lnTo>
                  <a:lnTo>
                    <a:pt x="2019544" y="517241"/>
                  </a:lnTo>
                  <a:lnTo>
                    <a:pt x="2062559" y="540972"/>
                  </a:lnTo>
                  <a:lnTo>
                    <a:pt x="2109979" y="555202"/>
                  </a:lnTo>
                  <a:lnTo>
                    <a:pt x="2161793" y="559943"/>
                  </a:lnTo>
                  <a:lnTo>
                    <a:pt x="2216201" y="554775"/>
                  </a:lnTo>
                  <a:lnTo>
                    <a:pt x="2266061" y="539273"/>
                  </a:lnTo>
                  <a:lnTo>
                    <a:pt x="2311348" y="513437"/>
                  </a:lnTo>
                  <a:lnTo>
                    <a:pt x="2352040" y="477266"/>
                  </a:lnTo>
                  <a:lnTo>
                    <a:pt x="2357905" y="469900"/>
                  </a:lnTo>
                  <a:lnTo>
                    <a:pt x="2172842" y="469900"/>
                  </a:lnTo>
                  <a:lnTo>
                    <a:pt x="2142172" y="466564"/>
                  </a:lnTo>
                  <a:lnTo>
                    <a:pt x="2088260" y="439842"/>
                  </a:lnTo>
                  <a:lnTo>
                    <a:pt x="2045757" y="387764"/>
                  </a:lnTo>
                  <a:lnTo>
                    <a:pt x="2032097" y="355377"/>
                  </a:lnTo>
                  <a:lnTo>
                    <a:pt x="2031984" y="355107"/>
                  </a:lnTo>
                  <a:lnTo>
                    <a:pt x="2023711" y="318474"/>
                  </a:lnTo>
                  <a:lnTo>
                    <a:pt x="2020951" y="277876"/>
                  </a:lnTo>
                  <a:lnTo>
                    <a:pt x="2023481" y="240053"/>
                  </a:lnTo>
                  <a:lnTo>
                    <a:pt x="2023568" y="238756"/>
                  </a:lnTo>
                  <a:lnTo>
                    <a:pt x="2031363" y="203358"/>
                  </a:lnTo>
                  <a:lnTo>
                    <a:pt x="2031412" y="203136"/>
                  </a:lnTo>
                  <a:lnTo>
                    <a:pt x="2062733" y="142494"/>
                  </a:lnTo>
                  <a:lnTo>
                    <a:pt x="2108993" y="102266"/>
                  </a:lnTo>
                  <a:lnTo>
                    <a:pt x="2164206" y="88900"/>
                  </a:lnTo>
                  <a:lnTo>
                    <a:pt x="2366612" y="88900"/>
                  </a:lnTo>
                  <a:lnTo>
                    <a:pt x="2356230" y="75692"/>
                  </a:lnTo>
                  <a:lnTo>
                    <a:pt x="2317559" y="42594"/>
                  </a:lnTo>
                  <a:lnTo>
                    <a:pt x="2274506" y="18938"/>
                  </a:lnTo>
                  <a:lnTo>
                    <a:pt x="2227072" y="4736"/>
                  </a:lnTo>
                  <a:lnTo>
                    <a:pt x="2175255" y="0"/>
                  </a:lnTo>
                  <a:close/>
                </a:path>
                <a:path w="2429509" h="560070">
                  <a:moveTo>
                    <a:pt x="2366612" y="88900"/>
                  </a:moveTo>
                  <a:lnTo>
                    <a:pt x="2164206" y="88900"/>
                  </a:lnTo>
                  <a:lnTo>
                    <a:pt x="2195317" y="92237"/>
                  </a:lnTo>
                  <a:lnTo>
                    <a:pt x="2195163" y="92237"/>
                  </a:lnTo>
                  <a:lnTo>
                    <a:pt x="2249110" y="118796"/>
                  </a:lnTo>
                  <a:lnTo>
                    <a:pt x="2291453" y="170711"/>
                  </a:lnTo>
                  <a:lnTo>
                    <a:pt x="2305052" y="203136"/>
                  </a:lnTo>
                  <a:lnTo>
                    <a:pt x="2305145" y="203358"/>
                  </a:lnTo>
                  <a:lnTo>
                    <a:pt x="2313360" y="240053"/>
                  </a:lnTo>
                  <a:lnTo>
                    <a:pt x="2316098" y="280797"/>
                  </a:lnTo>
                  <a:lnTo>
                    <a:pt x="2313637" y="317493"/>
                  </a:lnTo>
                  <a:lnTo>
                    <a:pt x="2313572" y="318474"/>
                  </a:lnTo>
                  <a:lnTo>
                    <a:pt x="2313481" y="319825"/>
                  </a:lnTo>
                  <a:lnTo>
                    <a:pt x="2305696" y="355107"/>
                  </a:lnTo>
                  <a:lnTo>
                    <a:pt x="2305637" y="355377"/>
                  </a:lnTo>
                  <a:lnTo>
                    <a:pt x="2292578" y="387453"/>
                  </a:lnTo>
                  <a:lnTo>
                    <a:pt x="2274316" y="416052"/>
                  </a:lnTo>
                  <a:lnTo>
                    <a:pt x="2252335" y="439628"/>
                  </a:lnTo>
                  <a:lnTo>
                    <a:pt x="2227853" y="456549"/>
                  </a:lnTo>
                  <a:lnTo>
                    <a:pt x="2201547" y="466564"/>
                  </a:lnTo>
                  <a:lnTo>
                    <a:pt x="2201406" y="466564"/>
                  </a:lnTo>
                  <a:lnTo>
                    <a:pt x="2172842" y="469900"/>
                  </a:lnTo>
                  <a:lnTo>
                    <a:pt x="2357905" y="469900"/>
                  </a:lnTo>
                  <a:lnTo>
                    <a:pt x="2379746" y="442474"/>
                  </a:lnTo>
                  <a:lnTo>
                    <a:pt x="2401295" y="404244"/>
                  </a:lnTo>
                  <a:lnTo>
                    <a:pt x="2416688" y="362581"/>
                  </a:lnTo>
                  <a:lnTo>
                    <a:pt x="2425923" y="317493"/>
                  </a:lnTo>
                  <a:lnTo>
                    <a:pt x="2429002" y="268986"/>
                  </a:lnTo>
                  <a:lnTo>
                    <a:pt x="2424453" y="212834"/>
                  </a:lnTo>
                  <a:lnTo>
                    <a:pt x="2410809" y="161909"/>
                  </a:lnTo>
                  <a:lnTo>
                    <a:pt x="2388068" y="116199"/>
                  </a:lnTo>
                  <a:lnTo>
                    <a:pt x="2366612" y="88900"/>
                  </a:lnTo>
                  <a:close/>
                </a:path>
                <a:path w="2429509" h="560070">
                  <a:moveTo>
                    <a:pt x="1334642" y="12319"/>
                  </a:moveTo>
                  <a:lnTo>
                    <a:pt x="1176273" y="12319"/>
                  </a:lnTo>
                  <a:lnTo>
                    <a:pt x="1175448" y="35052"/>
                  </a:lnTo>
                  <a:lnTo>
                    <a:pt x="1172971" y="67818"/>
                  </a:lnTo>
                  <a:lnTo>
                    <a:pt x="1168844" y="110617"/>
                  </a:lnTo>
                  <a:lnTo>
                    <a:pt x="1163065" y="163449"/>
                  </a:lnTo>
                  <a:lnTo>
                    <a:pt x="1155636" y="226314"/>
                  </a:lnTo>
                  <a:lnTo>
                    <a:pt x="1146555" y="299212"/>
                  </a:lnTo>
                  <a:lnTo>
                    <a:pt x="1135709" y="385536"/>
                  </a:lnTo>
                  <a:lnTo>
                    <a:pt x="1127636" y="450744"/>
                  </a:lnTo>
                  <a:lnTo>
                    <a:pt x="1121711" y="499931"/>
                  </a:lnTo>
                  <a:lnTo>
                    <a:pt x="1118152" y="531416"/>
                  </a:lnTo>
                  <a:lnTo>
                    <a:pt x="1116964" y="545211"/>
                  </a:lnTo>
                  <a:lnTo>
                    <a:pt x="1225041" y="545211"/>
                  </a:lnTo>
                  <a:lnTo>
                    <a:pt x="1225599" y="513572"/>
                  </a:lnTo>
                  <a:lnTo>
                    <a:pt x="1225637" y="511425"/>
                  </a:lnTo>
                  <a:lnTo>
                    <a:pt x="1227423" y="463232"/>
                  </a:lnTo>
                  <a:lnTo>
                    <a:pt x="1230399" y="400657"/>
                  </a:lnTo>
                  <a:lnTo>
                    <a:pt x="1234566" y="323723"/>
                  </a:lnTo>
                  <a:lnTo>
                    <a:pt x="1238831" y="246947"/>
                  </a:lnTo>
                  <a:lnTo>
                    <a:pt x="1241917" y="184816"/>
                  </a:lnTo>
                  <a:lnTo>
                    <a:pt x="1243752" y="139366"/>
                  </a:lnTo>
                  <a:lnTo>
                    <a:pt x="1243836" y="137306"/>
                  </a:lnTo>
                  <a:lnTo>
                    <a:pt x="1244599" y="104394"/>
                  </a:lnTo>
                  <a:lnTo>
                    <a:pt x="1352278" y="104394"/>
                  </a:lnTo>
                  <a:lnTo>
                    <a:pt x="1347200" y="85788"/>
                  </a:lnTo>
                  <a:lnTo>
                    <a:pt x="1337784" y="42160"/>
                  </a:lnTo>
                  <a:lnTo>
                    <a:pt x="1334642" y="12319"/>
                  </a:lnTo>
                  <a:close/>
                </a:path>
                <a:path w="2429509" h="560070">
                  <a:moveTo>
                    <a:pt x="1352278" y="104394"/>
                  </a:moveTo>
                  <a:lnTo>
                    <a:pt x="1250822" y="104394"/>
                  </a:lnTo>
                  <a:lnTo>
                    <a:pt x="1255466" y="130044"/>
                  </a:lnTo>
                  <a:lnTo>
                    <a:pt x="1266896" y="181582"/>
                  </a:lnTo>
                  <a:lnTo>
                    <a:pt x="1282848" y="238379"/>
                  </a:lnTo>
                  <a:lnTo>
                    <a:pt x="1296050" y="278955"/>
                  </a:lnTo>
                  <a:lnTo>
                    <a:pt x="1313277" y="329247"/>
                  </a:lnTo>
                  <a:lnTo>
                    <a:pt x="1334515" y="389255"/>
                  </a:lnTo>
                  <a:lnTo>
                    <a:pt x="1354778" y="447645"/>
                  </a:lnTo>
                  <a:lnTo>
                    <a:pt x="1369266" y="493093"/>
                  </a:lnTo>
                  <a:lnTo>
                    <a:pt x="1377967" y="525611"/>
                  </a:lnTo>
                  <a:lnTo>
                    <a:pt x="1380870" y="545211"/>
                  </a:lnTo>
                  <a:lnTo>
                    <a:pt x="1471421" y="545211"/>
                  </a:lnTo>
                  <a:lnTo>
                    <a:pt x="1474448" y="526043"/>
                  </a:lnTo>
                  <a:lnTo>
                    <a:pt x="1483534" y="493887"/>
                  </a:lnTo>
                  <a:lnTo>
                    <a:pt x="1498693" y="448752"/>
                  </a:lnTo>
                  <a:lnTo>
                    <a:pt x="1511160" y="414655"/>
                  </a:lnTo>
                  <a:lnTo>
                    <a:pt x="1434972" y="414655"/>
                  </a:lnTo>
                  <a:lnTo>
                    <a:pt x="1431831" y="385720"/>
                  </a:lnTo>
                  <a:lnTo>
                    <a:pt x="1422415" y="342725"/>
                  </a:lnTo>
                  <a:lnTo>
                    <a:pt x="1406737" y="285656"/>
                  </a:lnTo>
                  <a:lnTo>
                    <a:pt x="1384807" y="214503"/>
                  </a:lnTo>
                  <a:lnTo>
                    <a:pt x="1362878" y="143228"/>
                  </a:lnTo>
                  <a:lnTo>
                    <a:pt x="1352278" y="104394"/>
                  </a:lnTo>
                  <a:close/>
                </a:path>
                <a:path w="2429509" h="560070">
                  <a:moveTo>
                    <a:pt x="1715764" y="104394"/>
                  </a:moveTo>
                  <a:lnTo>
                    <a:pt x="1613788" y="104394"/>
                  </a:lnTo>
                  <a:lnTo>
                    <a:pt x="1614436" y="130044"/>
                  </a:lnTo>
                  <a:lnTo>
                    <a:pt x="1614501" y="132635"/>
                  </a:lnTo>
                  <a:lnTo>
                    <a:pt x="1616249" y="176403"/>
                  </a:lnTo>
                  <a:lnTo>
                    <a:pt x="1619021" y="235696"/>
                  </a:lnTo>
                  <a:lnTo>
                    <a:pt x="1622805" y="310515"/>
                  </a:lnTo>
                  <a:lnTo>
                    <a:pt x="1625898" y="372755"/>
                  </a:lnTo>
                  <a:lnTo>
                    <a:pt x="1628314" y="427344"/>
                  </a:lnTo>
                  <a:lnTo>
                    <a:pt x="1630048" y="474284"/>
                  </a:lnTo>
                  <a:lnTo>
                    <a:pt x="1631035" y="511425"/>
                  </a:lnTo>
                  <a:lnTo>
                    <a:pt x="1631092" y="513572"/>
                  </a:lnTo>
                  <a:lnTo>
                    <a:pt x="1631441" y="545211"/>
                  </a:lnTo>
                  <a:lnTo>
                    <a:pt x="1750440" y="545211"/>
                  </a:lnTo>
                  <a:lnTo>
                    <a:pt x="1747437" y="502012"/>
                  </a:lnTo>
                  <a:lnTo>
                    <a:pt x="1743665" y="455892"/>
                  </a:lnTo>
                  <a:lnTo>
                    <a:pt x="1737694" y="385720"/>
                  </a:lnTo>
                  <a:lnTo>
                    <a:pt x="1731517" y="314579"/>
                  </a:lnTo>
                  <a:lnTo>
                    <a:pt x="1725798" y="246947"/>
                  </a:lnTo>
                  <a:lnTo>
                    <a:pt x="1720973" y="184816"/>
                  </a:lnTo>
                  <a:lnTo>
                    <a:pt x="1717230" y="130254"/>
                  </a:lnTo>
                  <a:lnTo>
                    <a:pt x="1715764" y="104394"/>
                  </a:lnTo>
                  <a:close/>
                </a:path>
                <a:path w="2429509" h="560070">
                  <a:moveTo>
                    <a:pt x="1712467" y="12319"/>
                  </a:moveTo>
                  <a:lnTo>
                    <a:pt x="1555241" y="12319"/>
                  </a:lnTo>
                  <a:lnTo>
                    <a:pt x="1551672" y="41939"/>
                  </a:lnTo>
                  <a:lnTo>
                    <a:pt x="1540970" y="85455"/>
                  </a:lnTo>
                  <a:lnTo>
                    <a:pt x="1523148" y="142853"/>
                  </a:lnTo>
                  <a:lnTo>
                    <a:pt x="1498218" y="214122"/>
                  </a:lnTo>
                  <a:lnTo>
                    <a:pt x="1473215" y="285245"/>
                  </a:lnTo>
                  <a:lnTo>
                    <a:pt x="1455356" y="342392"/>
                  </a:lnTo>
                  <a:lnTo>
                    <a:pt x="1444640" y="385536"/>
                  </a:lnTo>
                  <a:lnTo>
                    <a:pt x="1441068" y="414655"/>
                  </a:lnTo>
                  <a:lnTo>
                    <a:pt x="1511160" y="414655"/>
                  </a:lnTo>
                  <a:lnTo>
                    <a:pt x="1521748" y="385720"/>
                  </a:lnTo>
                  <a:lnTo>
                    <a:pt x="1542220" y="330019"/>
                  </a:lnTo>
                  <a:lnTo>
                    <a:pt x="1560671" y="277256"/>
                  </a:lnTo>
                  <a:lnTo>
                    <a:pt x="1575264" y="232328"/>
                  </a:lnTo>
                  <a:lnTo>
                    <a:pt x="1585975" y="195199"/>
                  </a:lnTo>
                  <a:lnTo>
                    <a:pt x="1600168" y="139366"/>
                  </a:lnTo>
                  <a:lnTo>
                    <a:pt x="1607692" y="104394"/>
                  </a:lnTo>
                  <a:lnTo>
                    <a:pt x="1715764" y="104394"/>
                  </a:lnTo>
                  <a:lnTo>
                    <a:pt x="1714710" y="85788"/>
                  </a:lnTo>
                  <a:lnTo>
                    <a:pt x="1714584" y="83570"/>
                  </a:lnTo>
                  <a:lnTo>
                    <a:pt x="1712997" y="44260"/>
                  </a:lnTo>
                  <a:lnTo>
                    <a:pt x="1712467" y="12319"/>
                  </a:lnTo>
                  <a:close/>
                </a:path>
                <a:path w="2429509" h="560070">
                  <a:moveTo>
                    <a:pt x="949578" y="12319"/>
                  </a:moveTo>
                  <a:lnTo>
                    <a:pt x="617219" y="12319"/>
                  </a:lnTo>
                  <a:lnTo>
                    <a:pt x="619140" y="56134"/>
                  </a:lnTo>
                  <a:lnTo>
                    <a:pt x="620378" y="95377"/>
                  </a:lnTo>
                  <a:lnTo>
                    <a:pt x="620495" y="99073"/>
                  </a:lnTo>
                  <a:lnTo>
                    <a:pt x="620587" y="101981"/>
                  </a:lnTo>
                  <a:lnTo>
                    <a:pt x="620633" y="103454"/>
                  </a:lnTo>
                  <a:lnTo>
                    <a:pt x="621700" y="154279"/>
                  </a:lnTo>
                  <a:lnTo>
                    <a:pt x="622340" y="208610"/>
                  </a:lnTo>
                  <a:lnTo>
                    <a:pt x="622553" y="266446"/>
                  </a:lnTo>
                  <a:lnTo>
                    <a:pt x="622413" y="306578"/>
                  </a:lnTo>
                  <a:lnTo>
                    <a:pt x="621700" y="385492"/>
                  </a:lnTo>
                  <a:lnTo>
                    <a:pt x="620633" y="441251"/>
                  </a:lnTo>
                  <a:lnTo>
                    <a:pt x="619140" y="494493"/>
                  </a:lnTo>
                  <a:lnTo>
                    <a:pt x="617219" y="545211"/>
                  </a:lnTo>
                  <a:lnTo>
                    <a:pt x="965453" y="545211"/>
                  </a:lnTo>
                  <a:lnTo>
                    <a:pt x="968499" y="462153"/>
                  </a:lnTo>
                  <a:lnTo>
                    <a:pt x="729741" y="462153"/>
                  </a:lnTo>
                  <a:lnTo>
                    <a:pt x="728315" y="425217"/>
                  </a:lnTo>
                  <a:lnTo>
                    <a:pt x="727281" y="386984"/>
                  </a:lnTo>
                  <a:lnTo>
                    <a:pt x="726652" y="347442"/>
                  </a:lnTo>
                  <a:lnTo>
                    <a:pt x="726547" y="327222"/>
                  </a:lnTo>
                  <a:lnTo>
                    <a:pt x="726439" y="306578"/>
                  </a:lnTo>
                  <a:lnTo>
                    <a:pt x="909446" y="306578"/>
                  </a:lnTo>
                  <a:lnTo>
                    <a:pt x="909446" y="229616"/>
                  </a:lnTo>
                  <a:lnTo>
                    <a:pt x="726439" y="229616"/>
                  </a:lnTo>
                  <a:lnTo>
                    <a:pt x="726411" y="225171"/>
                  </a:lnTo>
                  <a:lnTo>
                    <a:pt x="726303" y="208610"/>
                  </a:lnTo>
                  <a:lnTo>
                    <a:pt x="726197" y="192228"/>
                  </a:lnTo>
                  <a:lnTo>
                    <a:pt x="725455" y="157400"/>
                  </a:lnTo>
                  <a:lnTo>
                    <a:pt x="724189" y="125120"/>
                  </a:lnTo>
                  <a:lnTo>
                    <a:pt x="722601" y="99073"/>
                  </a:lnTo>
                  <a:lnTo>
                    <a:pt x="722475" y="97012"/>
                  </a:lnTo>
                  <a:lnTo>
                    <a:pt x="722375" y="95377"/>
                  </a:lnTo>
                  <a:lnTo>
                    <a:pt x="945343" y="95377"/>
                  </a:lnTo>
                  <a:lnTo>
                    <a:pt x="949578" y="12319"/>
                  </a:lnTo>
                  <a:close/>
                </a:path>
                <a:path w="2429509" h="560070">
                  <a:moveTo>
                    <a:pt x="968755" y="455168"/>
                  </a:moveTo>
                  <a:lnTo>
                    <a:pt x="869626" y="459601"/>
                  </a:lnTo>
                  <a:lnTo>
                    <a:pt x="821830" y="461011"/>
                  </a:lnTo>
                  <a:lnTo>
                    <a:pt x="775203" y="461865"/>
                  </a:lnTo>
                  <a:lnTo>
                    <a:pt x="729741" y="462153"/>
                  </a:lnTo>
                  <a:lnTo>
                    <a:pt x="968499" y="462153"/>
                  </a:lnTo>
                  <a:lnTo>
                    <a:pt x="968593" y="459601"/>
                  </a:lnTo>
                  <a:lnTo>
                    <a:pt x="968664" y="457650"/>
                  </a:lnTo>
                  <a:lnTo>
                    <a:pt x="968755" y="455168"/>
                  </a:lnTo>
                  <a:close/>
                </a:path>
                <a:path w="2429509" h="560070">
                  <a:moveTo>
                    <a:pt x="909446" y="306578"/>
                  </a:moveTo>
                  <a:lnTo>
                    <a:pt x="726439" y="306578"/>
                  </a:lnTo>
                  <a:lnTo>
                    <a:pt x="770590" y="306837"/>
                  </a:lnTo>
                  <a:lnTo>
                    <a:pt x="815800" y="307609"/>
                  </a:lnTo>
                  <a:lnTo>
                    <a:pt x="909446" y="310642"/>
                  </a:lnTo>
                  <a:lnTo>
                    <a:pt x="909446" y="306578"/>
                  </a:lnTo>
                  <a:close/>
                </a:path>
                <a:path w="2429509" h="560070">
                  <a:moveTo>
                    <a:pt x="909446" y="225171"/>
                  </a:moveTo>
                  <a:lnTo>
                    <a:pt x="861439" y="227097"/>
                  </a:lnTo>
                  <a:lnTo>
                    <a:pt x="814943" y="228488"/>
                  </a:lnTo>
                  <a:lnTo>
                    <a:pt x="769947" y="229332"/>
                  </a:lnTo>
                  <a:lnTo>
                    <a:pt x="726439" y="229616"/>
                  </a:lnTo>
                  <a:lnTo>
                    <a:pt x="909446" y="229616"/>
                  </a:lnTo>
                  <a:lnTo>
                    <a:pt x="909446" y="225171"/>
                  </a:lnTo>
                  <a:close/>
                </a:path>
                <a:path w="2429509" h="560070">
                  <a:moveTo>
                    <a:pt x="945343" y="95377"/>
                  </a:moveTo>
                  <a:lnTo>
                    <a:pt x="722375" y="95377"/>
                  </a:lnTo>
                  <a:lnTo>
                    <a:pt x="773735" y="95783"/>
                  </a:lnTo>
                  <a:lnTo>
                    <a:pt x="827976" y="97012"/>
                  </a:lnTo>
                  <a:lnTo>
                    <a:pt x="885074" y="99073"/>
                  </a:lnTo>
                  <a:lnTo>
                    <a:pt x="945006" y="101981"/>
                  </a:lnTo>
                  <a:lnTo>
                    <a:pt x="945155" y="99073"/>
                  </a:lnTo>
                  <a:lnTo>
                    <a:pt x="945260" y="97012"/>
                  </a:lnTo>
                  <a:lnTo>
                    <a:pt x="945343" y="953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57750" y="3252724"/>
              <a:ext cx="2429510" cy="560070"/>
            </a:xfrm>
            <a:custGeom>
              <a:avLst/>
              <a:gdLst/>
              <a:ahLst/>
              <a:cxnLst/>
              <a:rect l="l" t="t" r="r" b="b"/>
              <a:pathLst>
                <a:path w="2429509" h="560070">
                  <a:moveTo>
                    <a:pt x="152653" y="91694"/>
                  </a:moveTo>
                  <a:lnTo>
                    <a:pt x="143005" y="91930"/>
                  </a:lnTo>
                  <a:lnTo>
                    <a:pt x="131762" y="92630"/>
                  </a:lnTo>
                  <a:lnTo>
                    <a:pt x="118899" y="93783"/>
                  </a:lnTo>
                  <a:lnTo>
                    <a:pt x="104393" y="95377"/>
                  </a:lnTo>
                  <a:lnTo>
                    <a:pt x="106154" y="136786"/>
                  </a:lnTo>
                  <a:lnTo>
                    <a:pt x="107426" y="179101"/>
                  </a:lnTo>
                  <a:lnTo>
                    <a:pt x="108198" y="222321"/>
                  </a:lnTo>
                  <a:lnTo>
                    <a:pt x="108457" y="266446"/>
                  </a:lnTo>
                  <a:lnTo>
                    <a:pt x="108717" y="315287"/>
                  </a:lnTo>
                  <a:lnTo>
                    <a:pt x="109489" y="363902"/>
                  </a:lnTo>
                  <a:lnTo>
                    <a:pt x="110761" y="412303"/>
                  </a:lnTo>
                  <a:lnTo>
                    <a:pt x="112521" y="460502"/>
                  </a:lnTo>
                  <a:lnTo>
                    <a:pt x="152419" y="465502"/>
                  </a:lnTo>
                  <a:lnTo>
                    <a:pt x="165734" y="465836"/>
                  </a:lnTo>
                  <a:lnTo>
                    <a:pt x="206882" y="462408"/>
                  </a:lnTo>
                  <a:lnTo>
                    <a:pt x="272033" y="435028"/>
                  </a:lnTo>
                  <a:lnTo>
                    <a:pt x="314612" y="382335"/>
                  </a:lnTo>
                  <a:lnTo>
                    <a:pt x="335809" y="315712"/>
                  </a:lnTo>
                  <a:lnTo>
                    <a:pt x="338454" y="277876"/>
                  </a:lnTo>
                  <a:lnTo>
                    <a:pt x="335595" y="240160"/>
                  </a:lnTo>
                  <a:lnTo>
                    <a:pt x="312683" y="173970"/>
                  </a:lnTo>
                  <a:lnTo>
                    <a:pt x="266650" y="121965"/>
                  </a:lnTo>
                  <a:lnTo>
                    <a:pt x="196685" y="95053"/>
                  </a:lnTo>
                  <a:lnTo>
                    <a:pt x="152653" y="91694"/>
                  </a:lnTo>
                  <a:close/>
                </a:path>
                <a:path w="2429509" h="560070">
                  <a:moveTo>
                    <a:pt x="2164206" y="88900"/>
                  </a:moveTo>
                  <a:lnTo>
                    <a:pt x="2108993" y="102266"/>
                  </a:lnTo>
                  <a:lnTo>
                    <a:pt x="2062733" y="142494"/>
                  </a:lnTo>
                  <a:lnTo>
                    <a:pt x="2031412" y="203136"/>
                  </a:lnTo>
                  <a:lnTo>
                    <a:pt x="2020951" y="277876"/>
                  </a:lnTo>
                  <a:lnTo>
                    <a:pt x="2023711" y="318474"/>
                  </a:lnTo>
                  <a:lnTo>
                    <a:pt x="2045757" y="387764"/>
                  </a:lnTo>
                  <a:lnTo>
                    <a:pt x="2088260" y="439842"/>
                  </a:lnTo>
                  <a:lnTo>
                    <a:pt x="2142172" y="466564"/>
                  </a:lnTo>
                  <a:lnTo>
                    <a:pt x="2172842" y="469900"/>
                  </a:lnTo>
                  <a:lnTo>
                    <a:pt x="2201610" y="466540"/>
                  </a:lnTo>
                  <a:lnTo>
                    <a:pt x="2252335" y="439628"/>
                  </a:lnTo>
                  <a:lnTo>
                    <a:pt x="2292578" y="387453"/>
                  </a:lnTo>
                  <a:lnTo>
                    <a:pt x="2313481" y="319825"/>
                  </a:lnTo>
                  <a:lnTo>
                    <a:pt x="2316098" y="280797"/>
                  </a:lnTo>
                  <a:lnTo>
                    <a:pt x="2313360" y="240053"/>
                  </a:lnTo>
                  <a:lnTo>
                    <a:pt x="2291453" y="170711"/>
                  </a:lnTo>
                  <a:lnTo>
                    <a:pt x="2249110" y="118796"/>
                  </a:lnTo>
                  <a:lnTo>
                    <a:pt x="2195095" y="92213"/>
                  </a:lnTo>
                  <a:lnTo>
                    <a:pt x="2164206" y="88900"/>
                  </a:lnTo>
                  <a:close/>
                </a:path>
                <a:path w="2429509" h="560070">
                  <a:moveTo>
                    <a:pt x="1176273" y="12319"/>
                  </a:moveTo>
                  <a:lnTo>
                    <a:pt x="1334642" y="12319"/>
                  </a:lnTo>
                  <a:lnTo>
                    <a:pt x="1337784" y="42160"/>
                  </a:lnTo>
                  <a:lnTo>
                    <a:pt x="1347200" y="85788"/>
                  </a:lnTo>
                  <a:lnTo>
                    <a:pt x="1362878" y="143228"/>
                  </a:lnTo>
                  <a:lnTo>
                    <a:pt x="1384807" y="214503"/>
                  </a:lnTo>
                  <a:lnTo>
                    <a:pt x="1406737" y="285656"/>
                  </a:lnTo>
                  <a:lnTo>
                    <a:pt x="1422415" y="342725"/>
                  </a:lnTo>
                  <a:lnTo>
                    <a:pt x="1431831" y="385720"/>
                  </a:lnTo>
                  <a:lnTo>
                    <a:pt x="1434972" y="414655"/>
                  </a:lnTo>
                  <a:lnTo>
                    <a:pt x="1441068" y="414655"/>
                  </a:lnTo>
                  <a:lnTo>
                    <a:pt x="1444640" y="385536"/>
                  </a:lnTo>
                  <a:lnTo>
                    <a:pt x="1455356" y="342392"/>
                  </a:lnTo>
                  <a:lnTo>
                    <a:pt x="1473215" y="285245"/>
                  </a:lnTo>
                  <a:lnTo>
                    <a:pt x="1498218" y="214122"/>
                  </a:lnTo>
                  <a:lnTo>
                    <a:pt x="1523148" y="142853"/>
                  </a:lnTo>
                  <a:lnTo>
                    <a:pt x="1540970" y="85455"/>
                  </a:lnTo>
                  <a:lnTo>
                    <a:pt x="1551672" y="41939"/>
                  </a:lnTo>
                  <a:lnTo>
                    <a:pt x="1555241" y="12319"/>
                  </a:lnTo>
                  <a:lnTo>
                    <a:pt x="1712467" y="12319"/>
                  </a:lnTo>
                  <a:lnTo>
                    <a:pt x="1714584" y="83570"/>
                  </a:lnTo>
                  <a:lnTo>
                    <a:pt x="1717230" y="130254"/>
                  </a:lnTo>
                  <a:lnTo>
                    <a:pt x="1720934" y="184314"/>
                  </a:lnTo>
                  <a:lnTo>
                    <a:pt x="1725697" y="245754"/>
                  </a:lnTo>
                  <a:lnTo>
                    <a:pt x="1731517" y="314579"/>
                  </a:lnTo>
                  <a:lnTo>
                    <a:pt x="1738362" y="393416"/>
                  </a:lnTo>
                  <a:lnTo>
                    <a:pt x="1743665" y="455892"/>
                  </a:lnTo>
                  <a:lnTo>
                    <a:pt x="1747437" y="502012"/>
                  </a:lnTo>
                  <a:lnTo>
                    <a:pt x="1749692" y="531783"/>
                  </a:lnTo>
                  <a:lnTo>
                    <a:pt x="1750440" y="545211"/>
                  </a:lnTo>
                  <a:lnTo>
                    <a:pt x="1631441" y="545211"/>
                  </a:lnTo>
                  <a:lnTo>
                    <a:pt x="1631092" y="513572"/>
                  </a:lnTo>
                  <a:lnTo>
                    <a:pt x="1630048" y="474284"/>
                  </a:lnTo>
                  <a:lnTo>
                    <a:pt x="1628314" y="427344"/>
                  </a:lnTo>
                  <a:lnTo>
                    <a:pt x="1625898" y="372755"/>
                  </a:lnTo>
                  <a:lnTo>
                    <a:pt x="1622805" y="310515"/>
                  </a:lnTo>
                  <a:lnTo>
                    <a:pt x="1619021" y="235696"/>
                  </a:lnTo>
                  <a:lnTo>
                    <a:pt x="1616249" y="176403"/>
                  </a:lnTo>
                  <a:lnTo>
                    <a:pt x="1614501" y="132635"/>
                  </a:lnTo>
                  <a:lnTo>
                    <a:pt x="1613788" y="104394"/>
                  </a:lnTo>
                  <a:lnTo>
                    <a:pt x="1607692" y="104394"/>
                  </a:lnTo>
                  <a:lnTo>
                    <a:pt x="1593905" y="164669"/>
                  </a:lnTo>
                  <a:lnTo>
                    <a:pt x="1575264" y="232328"/>
                  </a:lnTo>
                  <a:lnTo>
                    <a:pt x="1560671" y="277256"/>
                  </a:lnTo>
                  <a:lnTo>
                    <a:pt x="1542220" y="330019"/>
                  </a:lnTo>
                  <a:lnTo>
                    <a:pt x="1519935" y="390652"/>
                  </a:lnTo>
                  <a:lnTo>
                    <a:pt x="1498693" y="448752"/>
                  </a:lnTo>
                  <a:lnTo>
                    <a:pt x="1483534" y="493887"/>
                  </a:lnTo>
                  <a:lnTo>
                    <a:pt x="1474448" y="526043"/>
                  </a:lnTo>
                  <a:lnTo>
                    <a:pt x="1471421" y="545211"/>
                  </a:lnTo>
                  <a:lnTo>
                    <a:pt x="1380870" y="545211"/>
                  </a:lnTo>
                  <a:lnTo>
                    <a:pt x="1369266" y="493093"/>
                  </a:lnTo>
                  <a:lnTo>
                    <a:pt x="1354778" y="447645"/>
                  </a:lnTo>
                  <a:lnTo>
                    <a:pt x="1334515" y="389255"/>
                  </a:lnTo>
                  <a:lnTo>
                    <a:pt x="1313277" y="329247"/>
                  </a:lnTo>
                  <a:lnTo>
                    <a:pt x="1296050" y="278955"/>
                  </a:lnTo>
                  <a:lnTo>
                    <a:pt x="1282848" y="238379"/>
                  </a:lnTo>
                  <a:lnTo>
                    <a:pt x="1266896" y="181582"/>
                  </a:lnTo>
                  <a:lnTo>
                    <a:pt x="1255466" y="130044"/>
                  </a:lnTo>
                  <a:lnTo>
                    <a:pt x="1250822" y="104394"/>
                  </a:lnTo>
                  <a:lnTo>
                    <a:pt x="1244599" y="104394"/>
                  </a:lnTo>
                  <a:lnTo>
                    <a:pt x="1243836" y="137306"/>
                  </a:lnTo>
                  <a:lnTo>
                    <a:pt x="1241917" y="184816"/>
                  </a:lnTo>
                  <a:lnTo>
                    <a:pt x="1238831" y="246947"/>
                  </a:lnTo>
                  <a:lnTo>
                    <a:pt x="1234566" y="323723"/>
                  </a:lnTo>
                  <a:lnTo>
                    <a:pt x="1230399" y="400657"/>
                  </a:lnTo>
                  <a:lnTo>
                    <a:pt x="1227423" y="463232"/>
                  </a:lnTo>
                  <a:lnTo>
                    <a:pt x="1225637" y="511425"/>
                  </a:lnTo>
                  <a:lnTo>
                    <a:pt x="1225041" y="545211"/>
                  </a:lnTo>
                  <a:lnTo>
                    <a:pt x="1116964" y="545211"/>
                  </a:lnTo>
                  <a:lnTo>
                    <a:pt x="1121711" y="499931"/>
                  </a:lnTo>
                  <a:lnTo>
                    <a:pt x="1127636" y="450744"/>
                  </a:lnTo>
                  <a:lnTo>
                    <a:pt x="1135919" y="383841"/>
                  </a:lnTo>
                  <a:lnTo>
                    <a:pt x="1146555" y="299212"/>
                  </a:lnTo>
                  <a:lnTo>
                    <a:pt x="1155636" y="226314"/>
                  </a:lnTo>
                  <a:lnTo>
                    <a:pt x="1163065" y="163449"/>
                  </a:lnTo>
                  <a:lnTo>
                    <a:pt x="1168844" y="110617"/>
                  </a:lnTo>
                  <a:lnTo>
                    <a:pt x="1172971" y="67818"/>
                  </a:lnTo>
                  <a:lnTo>
                    <a:pt x="1175448" y="35052"/>
                  </a:lnTo>
                  <a:lnTo>
                    <a:pt x="1176273" y="12319"/>
                  </a:lnTo>
                  <a:close/>
                </a:path>
                <a:path w="2429509" h="560070">
                  <a:moveTo>
                    <a:pt x="617219" y="12319"/>
                  </a:moveTo>
                  <a:lnTo>
                    <a:pt x="949578" y="12319"/>
                  </a:lnTo>
                  <a:lnTo>
                    <a:pt x="945006" y="101981"/>
                  </a:lnTo>
                  <a:lnTo>
                    <a:pt x="885074" y="99073"/>
                  </a:lnTo>
                  <a:lnTo>
                    <a:pt x="827976" y="97012"/>
                  </a:lnTo>
                  <a:lnTo>
                    <a:pt x="773735" y="95783"/>
                  </a:lnTo>
                  <a:lnTo>
                    <a:pt x="722375" y="95377"/>
                  </a:lnTo>
                  <a:lnTo>
                    <a:pt x="724189" y="125120"/>
                  </a:lnTo>
                  <a:lnTo>
                    <a:pt x="725455" y="157400"/>
                  </a:lnTo>
                  <a:lnTo>
                    <a:pt x="726197" y="192228"/>
                  </a:lnTo>
                  <a:lnTo>
                    <a:pt x="726439" y="229616"/>
                  </a:lnTo>
                  <a:lnTo>
                    <a:pt x="769947" y="229332"/>
                  </a:lnTo>
                  <a:lnTo>
                    <a:pt x="814943" y="228488"/>
                  </a:lnTo>
                  <a:lnTo>
                    <a:pt x="861439" y="227097"/>
                  </a:lnTo>
                  <a:lnTo>
                    <a:pt x="909446" y="225171"/>
                  </a:lnTo>
                  <a:lnTo>
                    <a:pt x="909446" y="310642"/>
                  </a:lnTo>
                  <a:lnTo>
                    <a:pt x="862081" y="308881"/>
                  </a:lnTo>
                  <a:lnTo>
                    <a:pt x="815800" y="307609"/>
                  </a:lnTo>
                  <a:lnTo>
                    <a:pt x="770590" y="306837"/>
                  </a:lnTo>
                  <a:lnTo>
                    <a:pt x="726439" y="306578"/>
                  </a:lnTo>
                  <a:lnTo>
                    <a:pt x="726652" y="347442"/>
                  </a:lnTo>
                  <a:lnTo>
                    <a:pt x="727281" y="386984"/>
                  </a:lnTo>
                  <a:lnTo>
                    <a:pt x="728315" y="425217"/>
                  </a:lnTo>
                  <a:lnTo>
                    <a:pt x="729741" y="462153"/>
                  </a:lnTo>
                  <a:lnTo>
                    <a:pt x="775203" y="461865"/>
                  </a:lnTo>
                  <a:lnTo>
                    <a:pt x="821830" y="461011"/>
                  </a:lnTo>
                  <a:lnTo>
                    <a:pt x="869626" y="459601"/>
                  </a:lnTo>
                  <a:lnTo>
                    <a:pt x="918600" y="457650"/>
                  </a:lnTo>
                  <a:lnTo>
                    <a:pt x="968755" y="455168"/>
                  </a:lnTo>
                  <a:lnTo>
                    <a:pt x="965453" y="545211"/>
                  </a:lnTo>
                  <a:lnTo>
                    <a:pt x="617219" y="545211"/>
                  </a:lnTo>
                  <a:lnTo>
                    <a:pt x="619140" y="494493"/>
                  </a:lnTo>
                  <a:lnTo>
                    <a:pt x="620633" y="441251"/>
                  </a:lnTo>
                  <a:lnTo>
                    <a:pt x="621700" y="385492"/>
                  </a:lnTo>
                  <a:lnTo>
                    <a:pt x="622340" y="327222"/>
                  </a:lnTo>
                  <a:lnTo>
                    <a:pt x="622553" y="266446"/>
                  </a:lnTo>
                  <a:lnTo>
                    <a:pt x="622340" y="208610"/>
                  </a:lnTo>
                  <a:lnTo>
                    <a:pt x="621700" y="154279"/>
                  </a:lnTo>
                  <a:lnTo>
                    <a:pt x="620633" y="103454"/>
                  </a:lnTo>
                  <a:lnTo>
                    <a:pt x="619140" y="56134"/>
                  </a:lnTo>
                  <a:lnTo>
                    <a:pt x="617219" y="12319"/>
                  </a:lnTo>
                  <a:close/>
                </a:path>
                <a:path w="2429509" h="560070">
                  <a:moveTo>
                    <a:pt x="169417" y="9906"/>
                  </a:moveTo>
                  <a:lnTo>
                    <a:pt x="225288" y="12848"/>
                  </a:lnTo>
                  <a:lnTo>
                    <a:pt x="274643" y="21679"/>
                  </a:lnTo>
                  <a:lnTo>
                    <a:pt x="317486" y="36405"/>
                  </a:lnTo>
                  <a:lnTo>
                    <a:pt x="353826" y="57032"/>
                  </a:lnTo>
                  <a:lnTo>
                    <a:pt x="383666" y="83566"/>
                  </a:lnTo>
                  <a:lnTo>
                    <a:pt x="412763" y="122189"/>
                  </a:lnTo>
                  <a:lnTo>
                    <a:pt x="433562" y="164528"/>
                  </a:lnTo>
                  <a:lnTo>
                    <a:pt x="446049" y="210581"/>
                  </a:lnTo>
                  <a:lnTo>
                    <a:pt x="450214" y="260350"/>
                  </a:lnTo>
                  <a:lnTo>
                    <a:pt x="445549" y="316616"/>
                  </a:lnTo>
                  <a:lnTo>
                    <a:pt x="431561" y="369204"/>
                  </a:lnTo>
                  <a:lnTo>
                    <a:pt x="408263" y="418101"/>
                  </a:lnTo>
                  <a:lnTo>
                    <a:pt x="375665" y="463296"/>
                  </a:lnTo>
                  <a:lnTo>
                    <a:pt x="343480" y="494568"/>
                  </a:lnTo>
                  <a:lnTo>
                    <a:pt x="306515" y="518891"/>
                  </a:lnTo>
                  <a:lnTo>
                    <a:pt x="264776" y="536265"/>
                  </a:lnTo>
                  <a:lnTo>
                    <a:pt x="218271" y="546689"/>
                  </a:lnTo>
                  <a:lnTo>
                    <a:pt x="167004" y="550164"/>
                  </a:lnTo>
                  <a:lnTo>
                    <a:pt x="133838" y="549854"/>
                  </a:lnTo>
                  <a:lnTo>
                    <a:pt x="94932" y="548925"/>
                  </a:lnTo>
                  <a:lnTo>
                    <a:pt x="50311" y="547377"/>
                  </a:lnTo>
                  <a:lnTo>
                    <a:pt x="0" y="545211"/>
                  </a:lnTo>
                  <a:lnTo>
                    <a:pt x="1920" y="494493"/>
                  </a:lnTo>
                  <a:lnTo>
                    <a:pt x="3413" y="441251"/>
                  </a:lnTo>
                  <a:lnTo>
                    <a:pt x="4480" y="385492"/>
                  </a:lnTo>
                  <a:lnTo>
                    <a:pt x="5120" y="327222"/>
                  </a:lnTo>
                  <a:lnTo>
                    <a:pt x="5333" y="266446"/>
                  </a:lnTo>
                  <a:lnTo>
                    <a:pt x="5120" y="208610"/>
                  </a:lnTo>
                  <a:lnTo>
                    <a:pt x="4480" y="154279"/>
                  </a:lnTo>
                  <a:lnTo>
                    <a:pt x="3413" y="103454"/>
                  </a:lnTo>
                  <a:lnTo>
                    <a:pt x="1920" y="56134"/>
                  </a:lnTo>
                  <a:lnTo>
                    <a:pt x="0" y="12319"/>
                  </a:lnTo>
                  <a:lnTo>
                    <a:pt x="71627" y="12319"/>
                  </a:lnTo>
                  <a:lnTo>
                    <a:pt x="81482" y="12245"/>
                  </a:lnTo>
                  <a:lnTo>
                    <a:pt x="93503" y="12017"/>
                  </a:lnTo>
                  <a:lnTo>
                    <a:pt x="107668" y="11622"/>
                  </a:lnTo>
                  <a:lnTo>
                    <a:pt x="123951" y="11049"/>
                  </a:lnTo>
                  <a:lnTo>
                    <a:pt x="139860" y="10548"/>
                  </a:lnTo>
                  <a:lnTo>
                    <a:pt x="152733" y="10191"/>
                  </a:lnTo>
                  <a:lnTo>
                    <a:pt x="162581" y="9977"/>
                  </a:lnTo>
                  <a:lnTo>
                    <a:pt x="169417" y="9906"/>
                  </a:lnTo>
                  <a:close/>
                </a:path>
                <a:path w="2429509" h="560070">
                  <a:moveTo>
                    <a:pt x="2175255" y="0"/>
                  </a:moveTo>
                  <a:lnTo>
                    <a:pt x="2227072" y="4736"/>
                  </a:lnTo>
                  <a:lnTo>
                    <a:pt x="2274506" y="18938"/>
                  </a:lnTo>
                  <a:lnTo>
                    <a:pt x="2317559" y="42594"/>
                  </a:lnTo>
                  <a:lnTo>
                    <a:pt x="2356230" y="75692"/>
                  </a:lnTo>
                  <a:lnTo>
                    <a:pt x="2388068" y="116199"/>
                  </a:lnTo>
                  <a:lnTo>
                    <a:pt x="2410809" y="161909"/>
                  </a:lnTo>
                  <a:lnTo>
                    <a:pt x="2424453" y="212834"/>
                  </a:lnTo>
                  <a:lnTo>
                    <a:pt x="2429002" y="268986"/>
                  </a:lnTo>
                  <a:lnTo>
                    <a:pt x="2425923" y="317493"/>
                  </a:lnTo>
                  <a:lnTo>
                    <a:pt x="2416688" y="362581"/>
                  </a:lnTo>
                  <a:lnTo>
                    <a:pt x="2401295" y="404244"/>
                  </a:lnTo>
                  <a:lnTo>
                    <a:pt x="2379746" y="442474"/>
                  </a:lnTo>
                  <a:lnTo>
                    <a:pt x="2352040" y="477266"/>
                  </a:lnTo>
                  <a:lnTo>
                    <a:pt x="2311348" y="513437"/>
                  </a:lnTo>
                  <a:lnTo>
                    <a:pt x="2266061" y="539273"/>
                  </a:lnTo>
                  <a:lnTo>
                    <a:pt x="2216201" y="554775"/>
                  </a:lnTo>
                  <a:lnTo>
                    <a:pt x="2161793" y="559943"/>
                  </a:lnTo>
                  <a:lnTo>
                    <a:pt x="2109979" y="555202"/>
                  </a:lnTo>
                  <a:lnTo>
                    <a:pt x="2062559" y="540972"/>
                  </a:lnTo>
                  <a:lnTo>
                    <a:pt x="2019544" y="517241"/>
                  </a:lnTo>
                  <a:lnTo>
                    <a:pt x="1980945" y="483997"/>
                  </a:lnTo>
                  <a:lnTo>
                    <a:pt x="1949035" y="443495"/>
                  </a:lnTo>
                  <a:lnTo>
                    <a:pt x="1926256" y="397827"/>
                  </a:lnTo>
                  <a:lnTo>
                    <a:pt x="1912598" y="347015"/>
                  </a:lnTo>
                  <a:lnTo>
                    <a:pt x="1908047" y="291084"/>
                  </a:lnTo>
                  <a:lnTo>
                    <a:pt x="1911126" y="242514"/>
                  </a:lnTo>
                  <a:lnTo>
                    <a:pt x="1920361" y="197388"/>
                  </a:lnTo>
                  <a:lnTo>
                    <a:pt x="1935754" y="155707"/>
                  </a:lnTo>
                  <a:lnTo>
                    <a:pt x="1957303" y="117469"/>
                  </a:lnTo>
                  <a:lnTo>
                    <a:pt x="1985009" y="82677"/>
                  </a:lnTo>
                  <a:lnTo>
                    <a:pt x="2025755" y="46505"/>
                  </a:lnTo>
                  <a:lnTo>
                    <a:pt x="2071036" y="20669"/>
                  </a:lnTo>
                  <a:lnTo>
                    <a:pt x="2120866" y="5167"/>
                  </a:lnTo>
                  <a:lnTo>
                    <a:pt x="2175255" y="0"/>
                  </a:lnTo>
                  <a:close/>
                </a:path>
              </a:pathLst>
            </a:custGeom>
            <a:ln w="6096">
              <a:solidFill>
                <a:srgbClr val="4584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907660" y="4127754"/>
            <a:ext cx="1652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95" dirty="0">
                <a:latin typeface="Arial"/>
                <a:cs typeface="Arial"/>
              </a:rPr>
              <a:t>Reduce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100" dirty="0">
                <a:latin typeface="Arial"/>
                <a:cs typeface="Arial"/>
              </a:rPr>
              <a:t>Side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30" dirty="0">
                <a:latin typeface="Arial"/>
                <a:cs typeface="Arial"/>
              </a:rPr>
              <a:t>Join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/>
            <a:r>
              <a:rPr lang="en-US" sz="4800" kern="1200" spc="-135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Replicated</a:t>
            </a:r>
            <a:r>
              <a:rPr lang="en-US" sz="4800" kern="1200" spc="-22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spc="-254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Side</a:t>
            </a:r>
            <a:r>
              <a:rPr lang="en-US" sz="4800" kern="1200" spc="-22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spc="-30">
                <a:solidFill>
                  <a:schemeClr val="tx1"/>
                </a:solidFill>
                <a:latin typeface="+mj-lt"/>
                <a:ea typeface="+mj-ea"/>
                <a:cs typeface="+mj-cs"/>
              </a:rPr>
              <a:t>Join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indent="-228600">
              <a:lnSpc>
                <a:spcPct val="90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000" spc="-50"/>
              <a:t>∗</a:t>
            </a:r>
            <a:r>
              <a:rPr lang="en-US" sz="2000"/>
              <a:t>	</a:t>
            </a:r>
            <a:r>
              <a:rPr lang="en-US" sz="2000" spc="-10"/>
              <a:t>Intent</a:t>
            </a:r>
            <a:endParaRPr lang="en-US" sz="2000"/>
          </a:p>
          <a:p>
            <a:pPr marL="314325" indent="-228600">
              <a:lnSpc>
                <a:spcPct val="90000"/>
              </a:lnSpc>
              <a:spcBef>
                <a:spcPts val="122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000" spc="-50"/>
              <a:t>∗</a:t>
            </a:r>
            <a:r>
              <a:rPr lang="en-US" sz="2000"/>
              <a:t>	</a:t>
            </a:r>
            <a:r>
              <a:rPr lang="en-US" sz="2000" spc="-55"/>
              <a:t>Eliminates </a:t>
            </a:r>
            <a:r>
              <a:rPr lang="en-US" sz="2000"/>
              <a:t>the</a:t>
            </a:r>
            <a:r>
              <a:rPr lang="en-US" sz="2000" spc="-75"/>
              <a:t> </a:t>
            </a:r>
            <a:r>
              <a:rPr lang="en-US" sz="2000" spc="-55"/>
              <a:t>need</a:t>
            </a:r>
            <a:r>
              <a:rPr lang="en-US" sz="2000" spc="-85"/>
              <a:t> </a:t>
            </a:r>
            <a:r>
              <a:rPr lang="en-US" sz="2000" spc="60"/>
              <a:t>to</a:t>
            </a:r>
            <a:r>
              <a:rPr lang="en-US" sz="2000" spc="-65"/>
              <a:t> </a:t>
            </a:r>
            <a:r>
              <a:rPr lang="en-US" sz="2000" spc="-20"/>
              <a:t>shuffle</a:t>
            </a:r>
            <a:r>
              <a:rPr lang="en-US" sz="2000" spc="-75"/>
              <a:t> any</a:t>
            </a:r>
            <a:r>
              <a:rPr lang="en-US" sz="2000" spc="-80"/>
              <a:t> </a:t>
            </a:r>
            <a:r>
              <a:rPr lang="en-US" sz="2000" spc="-30"/>
              <a:t>data</a:t>
            </a:r>
            <a:r>
              <a:rPr lang="en-US" sz="2000" spc="-65"/>
              <a:t> </a:t>
            </a:r>
            <a:r>
              <a:rPr lang="en-US" sz="2000" spc="60"/>
              <a:t>to</a:t>
            </a:r>
            <a:r>
              <a:rPr lang="en-US" sz="2000" spc="-80"/>
              <a:t> </a:t>
            </a:r>
            <a:r>
              <a:rPr lang="en-US" sz="2000"/>
              <a:t>the</a:t>
            </a:r>
            <a:r>
              <a:rPr lang="en-US" sz="2000" spc="-85"/>
              <a:t> </a:t>
            </a:r>
            <a:r>
              <a:rPr lang="en-US" sz="2000" spc="-50"/>
              <a:t>reduce</a:t>
            </a:r>
            <a:r>
              <a:rPr lang="en-US" sz="2000" spc="-55"/>
              <a:t> </a:t>
            </a:r>
            <a:r>
              <a:rPr lang="en-US" sz="2000" spc="-10"/>
              <a:t>phase</a:t>
            </a:r>
            <a:endParaRPr lang="en-US" sz="2000"/>
          </a:p>
          <a:p>
            <a:pPr marL="12700" indent="-228600">
              <a:lnSpc>
                <a:spcPct val="90000"/>
              </a:lnSpc>
              <a:spcBef>
                <a:spcPts val="1175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000" spc="-50"/>
              <a:t>∗</a:t>
            </a:r>
            <a:r>
              <a:rPr lang="en-US" sz="2000"/>
              <a:t>	</a:t>
            </a:r>
            <a:r>
              <a:rPr lang="en-US" sz="2000" spc="-10"/>
              <a:t>Motivation</a:t>
            </a:r>
            <a:endParaRPr lang="en-US" sz="2000"/>
          </a:p>
          <a:p>
            <a:pPr marL="588645" marR="5080" indent="-228600">
              <a:lnSpc>
                <a:spcPct val="90000"/>
              </a:lnSpc>
              <a:spcBef>
                <a:spcPts val="122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000" spc="-50"/>
              <a:t>∗</a:t>
            </a:r>
            <a:r>
              <a:rPr lang="en-US" sz="2000"/>
              <a:t>	</a:t>
            </a:r>
            <a:r>
              <a:rPr lang="en-US" sz="2000" spc="-20"/>
              <a:t>All</a:t>
            </a:r>
            <a:r>
              <a:rPr lang="en-US" sz="2000" spc="-80"/>
              <a:t> </a:t>
            </a:r>
            <a:r>
              <a:rPr lang="en-US" sz="2000"/>
              <a:t>the</a:t>
            </a:r>
            <a:r>
              <a:rPr lang="en-US" sz="2000" spc="-75"/>
              <a:t> </a:t>
            </a:r>
            <a:r>
              <a:rPr lang="en-US" sz="2000" spc="-30"/>
              <a:t>data</a:t>
            </a:r>
            <a:r>
              <a:rPr lang="en-US" sz="2000" spc="-75"/>
              <a:t> </a:t>
            </a:r>
            <a:r>
              <a:rPr lang="en-US" sz="2000" spc="-60"/>
              <a:t>sets</a:t>
            </a:r>
            <a:r>
              <a:rPr lang="en-US" sz="2000" spc="-65"/>
              <a:t> </a:t>
            </a:r>
            <a:r>
              <a:rPr lang="en-US" sz="2000" spc="-20"/>
              <a:t>except</a:t>
            </a:r>
            <a:r>
              <a:rPr lang="en-US" sz="2000" spc="-45"/>
              <a:t> </a:t>
            </a:r>
            <a:r>
              <a:rPr lang="en-US" sz="2000"/>
              <a:t>the</a:t>
            </a:r>
            <a:r>
              <a:rPr lang="en-US" sz="2000" spc="-70"/>
              <a:t> </a:t>
            </a:r>
            <a:r>
              <a:rPr lang="en-US" sz="2000" spc="-40"/>
              <a:t>very</a:t>
            </a:r>
            <a:r>
              <a:rPr lang="en-US" sz="2000" spc="-75"/>
              <a:t> </a:t>
            </a:r>
            <a:r>
              <a:rPr lang="en-US" sz="2000" spc="-40"/>
              <a:t>large</a:t>
            </a:r>
            <a:r>
              <a:rPr lang="en-US" sz="2000" spc="-55"/>
              <a:t> </a:t>
            </a:r>
            <a:r>
              <a:rPr lang="en-US" sz="2000" spc="-45"/>
              <a:t>one</a:t>
            </a:r>
            <a:r>
              <a:rPr lang="en-US" sz="2000" spc="-65"/>
              <a:t> are</a:t>
            </a:r>
            <a:r>
              <a:rPr lang="en-US" sz="2000" spc="-75"/>
              <a:t> </a:t>
            </a:r>
            <a:r>
              <a:rPr lang="en-US" sz="2000" spc="-50"/>
              <a:t>essentially</a:t>
            </a:r>
            <a:r>
              <a:rPr lang="en-US" sz="2000" spc="-30"/>
              <a:t> </a:t>
            </a:r>
            <a:r>
              <a:rPr lang="en-US" sz="2000" spc="-50"/>
              <a:t>read</a:t>
            </a:r>
            <a:r>
              <a:rPr lang="en-US" sz="2000" spc="-80"/>
              <a:t> </a:t>
            </a:r>
            <a:r>
              <a:rPr lang="en-US" sz="2000"/>
              <a:t>into</a:t>
            </a:r>
            <a:r>
              <a:rPr lang="en-US" sz="2000" spc="-70"/>
              <a:t> </a:t>
            </a:r>
            <a:r>
              <a:rPr lang="en-US" sz="2000" spc="-30"/>
              <a:t>memory</a:t>
            </a:r>
            <a:r>
              <a:rPr lang="en-US" sz="2000" spc="-50"/>
              <a:t> </a:t>
            </a:r>
            <a:r>
              <a:rPr lang="en-US" sz="2000" spc="-20"/>
              <a:t>during</a:t>
            </a:r>
            <a:r>
              <a:rPr lang="en-US" sz="2000" spc="-75"/>
              <a:t> </a:t>
            </a:r>
            <a:r>
              <a:rPr lang="en-US" sz="2000"/>
              <a:t>the</a:t>
            </a:r>
            <a:r>
              <a:rPr lang="en-US" sz="2000" spc="-70"/>
              <a:t> </a:t>
            </a:r>
            <a:r>
              <a:rPr lang="en-US" sz="2000" spc="-25"/>
              <a:t>setup</a:t>
            </a:r>
            <a:r>
              <a:rPr lang="en-US" sz="2000" spc="-60"/>
              <a:t> </a:t>
            </a:r>
            <a:r>
              <a:rPr lang="en-US" sz="2000" spc="-80"/>
              <a:t>phase</a:t>
            </a:r>
            <a:r>
              <a:rPr lang="en-US" sz="2000" spc="-75"/>
              <a:t> </a:t>
            </a:r>
            <a:r>
              <a:rPr lang="en-US" sz="2000" spc="-25"/>
              <a:t>of </a:t>
            </a:r>
            <a:r>
              <a:rPr lang="en-US" sz="2000" spc="-85"/>
              <a:t>each</a:t>
            </a:r>
            <a:r>
              <a:rPr lang="en-US" sz="2000" spc="-65"/>
              <a:t> </a:t>
            </a:r>
            <a:r>
              <a:rPr lang="en-US" sz="2000" spc="-60"/>
              <a:t>map</a:t>
            </a:r>
            <a:r>
              <a:rPr lang="en-US" sz="2000" spc="-75"/>
              <a:t> </a:t>
            </a:r>
            <a:r>
              <a:rPr lang="en-US" sz="2000" spc="-50"/>
              <a:t>task,</a:t>
            </a:r>
            <a:r>
              <a:rPr lang="en-US" sz="2000" spc="-65"/>
              <a:t> </a:t>
            </a:r>
            <a:r>
              <a:rPr lang="en-US" sz="2000" spc="-20"/>
              <a:t>which</a:t>
            </a:r>
            <a:r>
              <a:rPr lang="en-US" sz="2000" spc="-80"/>
              <a:t> </a:t>
            </a:r>
            <a:r>
              <a:rPr lang="en-US" sz="2000" spc="-75"/>
              <a:t>is</a:t>
            </a:r>
            <a:r>
              <a:rPr lang="en-US" sz="2000" spc="-70"/>
              <a:t> </a:t>
            </a:r>
            <a:r>
              <a:rPr lang="en-US" sz="2000"/>
              <a:t>limited</a:t>
            </a:r>
            <a:r>
              <a:rPr lang="en-US" sz="2000" spc="-60"/>
              <a:t> </a:t>
            </a:r>
            <a:r>
              <a:rPr lang="en-US" sz="2000" spc="-35"/>
              <a:t>by</a:t>
            </a:r>
            <a:r>
              <a:rPr lang="en-US" sz="2000" spc="-80"/>
              <a:t> </a:t>
            </a:r>
            <a:r>
              <a:rPr lang="en-US" sz="2000"/>
              <a:t>the</a:t>
            </a:r>
            <a:r>
              <a:rPr lang="en-US" sz="2000" spc="-80"/>
              <a:t> </a:t>
            </a:r>
            <a:r>
              <a:rPr lang="en-US" sz="2000" spc="-110"/>
              <a:t>JVM</a:t>
            </a:r>
            <a:r>
              <a:rPr lang="en-US" sz="2000" spc="-80"/>
              <a:t> </a:t>
            </a:r>
            <a:r>
              <a:rPr lang="en-US" sz="2000" spc="-20"/>
              <a:t>heap</a:t>
            </a:r>
            <a:endParaRPr lang="en-US" sz="2000"/>
          </a:p>
          <a:p>
            <a:pPr marL="12700" indent="-228600">
              <a:lnSpc>
                <a:spcPct val="90000"/>
              </a:lnSpc>
              <a:spcBef>
                <a:spcPts val="1175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000" spc="-50"/>
              <a:t>∗</a:t>
            </a:r>
            <a:r>
              <a:rPr lang="en-US" sz="2000"/>
              <a:t>	</a:t>
            </a:r>
            <a:r>
              <a:rPr lang="en-US" sz="2000" spc="-10"/>
              <a:t>Applicability</a:t>
            </a:r>
            <a:endParaRPr lang="en-US" sz="2000"/>
          </a:p>
          <a:p>
            <a:pPr marL="314325" indent="-228600">
              <a:lnSpc>
                <a:spcPct val="90000"/>
              </a:lnSpc>
              <a:spcBef>
                <a:spcPts val="123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000" spc="-50"/>
              <a:t>∗</a:t>
            </a:r>
            <a:r>
              <a:rPr lang="en-US" sz="2000"/>
              <a:t>	</a:t>
            </a:r>
            <a:r>
              <a:rPr lang="en-US" sz="2000" spc="-20"/>
              <a:t>All</a:t>
            </a:r>
            <a:r>
              <a:rPr lang="en-US" sz="2000" spc="-70"/>
              <a:t> </a:t>
            </a:r>
            <a:r>
              <a:rPr lang="en-US" sz="2000"/>
              <a:t>of</a:t>
            </a:r>
            <a:r>
              <a:rPr lang="en-US" sz="2000" spc="-60"/>
              <a:t> </a:t>
            </a:r>
            <a:r>
              <a:rPr lang="en-US" sz="2000"/>
              <a:t>the</a:t>
            </a:r>
            <a:r>
              <a:rPr lang="en-US" sz="2000" spc="-55"/>
              <a:t> </a:t>
            </a:r>
            <a:r>
              <a:rPr lang="en-US" sz="2000" spc="-30"/>
              <a:t>data</a:t>
            </a:r>
            <a:r>
              <a:rPr lang="en-US" sz="2000" spc="-60"/>
              <a:t> sets,</a:t>
            </a:r>
            <a:r>
              <a:rPr lang="en-US" sz="2000" spc="-70"/>
              <a:t> </a:t>
            </a:r>
            <a:r>
              <a:rPr lang="en-US" sz="2000" spc="-20"/>
              <a:t>except</a:t>
            </a:r>
            <a:r>
              <a:rPr lang="en-US" sz="2000" spc="-25"/>
              <a:t> </a:t>
            </a:r>
            <a:r>
              <a:rPr lang="en-US" sz="2000"/>
              <a:t>for</a:t>
            </a:r>
            <a:r>
              <a:rPr lang="en-US" sz="2000" spc="-60"/>
              <a:t> </a:t>
            </a:r>
            <a:r>
              <a:rPr lang="en-US" sz="2000"/>
              <a:t>the</a:t>
            </a:r>
            <a:r>
              <a:rPr lang="en-US" sz="2000" spc="-60"/>
              <a:t> </a:t>
            </a:r>
            <a:r>
              <a:rPr lang="en-US" sz="2000" spc="-45"/>
              <a:t>large</a:t>
            </a:r>
            <a:r>
              <a:rPr lang="en-US" sz="2000" spc="-60"/>
              <a:t> </a:t>
            </a:r>
            <a:r>
              <a:rPr lang="en-US" sz="2000" spc="-50"/>
              <a:t>one,</a:t>
            </a:r>
            <a:r>
              <a:rPr lang="en-US" sz="2000" spc="-55"/>
              <a:t> </a:t>
            </a:r>
            <a:r>
              <a:rPr lang="en-US" sz="2000" spc="-80"/>
              <a:t>can</a:t>
            </a:r>
            <a:r>
              <a:rPr lang="en-US" sz="2000" spc="-60"/>
              <a:t> </a:t>
            </a:r>
            <a:r>
              <a:rPr lang="en-US" sz="2000" spc="-45"/>
              <a:t>be</a:t>
            </a:r>
            <a:r>
              <a:rPr lang="en-US" sz="2000" spc="-60"/>
              <a:t> </a:t>
            </a:r>
            <a:r>
              <a:rPr lang="en-US" sz="2000" spc="65"/>
              <a:t>fit</a:t>
            </a:r>
            <a:r>
              <a:rPr lang="en-US" sz="2000" spc="-70"/>
              <a:t> </a:t>
            </a:r>
            <a:r>
              <a:rPr lang="en-US" sz="2000"/>
              <a:t>into</a:t>
            </a:r>
            <a:r>
              <a:rPr lang="en-US" sz="2000" spc="-60"/>
              <a:t> </a:t>
            </a:r>
            <a:r>
              <a:rPr lang="en-US" sz="2000" spc="-45"/>
              <a:t>main</a:t>
            </a:r>
            <a:r>
              <a:rPr lang="en-US" sz="2000" spc="-50"/>
              <a:t> </a:t>
            </a:r>
            <a:r>
              <a:rPr lang="en-US" sz="2000" spc="-30"/>
              <a:t>memory </a:t>
            </a:r>
            <a:r>
              <a:rPr lang="en-US" sz="2000"/>
              <a:t>of</a:t>
            </a:r>
            <a:r>
              <a:rPr lang="en-US" sz="2000" spc="-60"/>
              <a:t> </a:t>
            </a:r>
            <a:r>
              <a:rPr lang="en-US" sz="2000" spc="-80"/>
              <a:t>each</a:t>
            </a:r>
            <a:r>
              <a:rPr lang="en-US" sz="2000" spc="-60"/>
              <a:t> map</a:t>
            </a:r>
            <a:r>
              <a:rPr lang="en-US" sz="2000" spc="-50"/>
              <a:t> </a:t>
            </a:r>
            <a:r>
              <a:rPr lang="en-US" sz="2000" spc="-20"/>
              <a:t>task</a:t>
            </a:r>
            <a:endParaRPr lang="en-US" sz="20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/>
            <a:r>
              <a:rPr lang="en-US" sz="4800" spc="-135"/>
              <a:t>Replicated</a:t>
            </a:r>
            <a:r>
              <a:rPr lang="en-US" sz="4800" spc="-225"/>
              <a:t> </a:t>
            </a:r>
            <a:r>
              <a:rPr lang="en-US" sz="4800" spc="-254"/>
              <a:t>Side</a:t>
            </a:r>
            <a:r>
              <a:rPr lang="en-US" sz="4800" spc="-225"/>
              <a:t> </a:t>
            </a:r>
            <a:r>
              <a:rPr lang="en-US" sz="4800" spc="-30"/>
              <a:t>Join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indent="-228600">
              <a:lnSpc>
                <a:spcPct val="90000"/>
              </a:lnSpc>
              <a:spcBef>
                <a:spcPts val="1295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000" spc="-50"/>
              <a:t>∗</a:t>
            </a:r>
            <a:r>
              <a:rPr lang="en-US" sz="2000"/>
              <a:t>	</a:t>
            </a:r>
            <a:r>
              <a:rPr lang="en-US" sz="2000" spc="-75"/>
              <a:t>Map-</a:t>
            </a:r>
            <a:r>
              <a:rPr lang="en-US" sz="2000" spc="-30"/>
              <a:t>only</a:t>
            </a:r>
            <a:r>
              <a:rPr lang="en-US" sz="2000" spc="-90"/>
              <a:t> </a:t>
            </a:r>
            <a:r>
              <a:rPr lang="en-US" sz="2000" spc="-10"/>
              <a:t>pattern</a:t>
            </a:r>
            <a:endParaRPr lang="en-US" sz="2000"/>
          </a:p>
          <a:p>
            <a:pPr marL="12700" indent="-2286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000" spc="-50"/>
              <a:t>∗</a:t>
            </a:r>
            <a:r>
              <a:rPr lang="en-US" sz="2000"/>
              <a:t>	</a:t>
            </a:r>
            <a:r>
              <a:rPr lang="en-US" sz="2000" spc="-130"/>
              <a:t>Read</a:t>
            </a:r>
            <a:r>
              <a:rPr lang="en-US" sz="2000" spc="-75"/>
              <a:t> </a:t>
            </a:r>
            <a:r>
              <a:rPr lang="en-US" sz="2000" spc="-50"/>
              <a:t>all</a:t>
            </a:r>
            <a:r>
              <a:rPr lang="en-US" sz="2000" spc="-55"/>
              <a:t> </a:t>
            </a:r>
            <a:r>
              <a:rPr lang="en-US" sz="2000" spc="-35"/>
              <a:t>files</a:t>
            </a:r>
            <a:r>
              <a:rPr lang="en-US" sz="2000" spc="-80"/>
              <a:t> </a:t>
            </a:r>
            <a:r>
              <a:rPr lang="en-US" sz="2000"/>
              <a:t>from</a:t>
            </a:r>
            <a:r>
              <a:rPr lang="en-US" sz="2000" spc="-85"/>
              <a:t> </a:t>
            </a:r>
            <a:r>
              <a:rPr lang="en-US" sz="2000"/>
              <a:t>the</a:t>
            </a:r>
            <a:r>
              <a:rPr lang="en-US" sz="2000" spc="-75"/>
              <a:t> </a:t>
            </a:r>
            <a:r>
              <a:rPr lang="en-US" sz="2000" spc="-10"/>
              <a:t>distributed</a:t>
            </a:r>
            <a:r>
              <a:rPr lang="en-US" sz="2000" spc="-90"/>
              <a:t> </a:t>
            </a:r>
            <a:r>
              <a:rPr lang="en-US" sz="2000" spc="-100"/>
              <a:t>cache</a:t>
            </a:r>
            <a:r>
              <a:rPr lang="en-US" sz="2000" spc="-60"/>
              <a:t> </a:t>
            </a:r>
            <a:r>
              <a:rPr lang="en-US" sz="2000" spc="-25"/>
              <a:t>and</a:t>
            </a:r>
            <a:endParaRPr lang="en-US" sz="2000"/>
          </a:p>
          <a:p>
            <a:pPr marL="286385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spc="-20"/>
              <a:t>store</a:t>
            </a:r>
            <a:r>
              <a:rPr lang="en-US" sz="2000" spc="-90"/>
              <a:t> </a:t>
            </a:r>
            <a:r>
              <a:rPr lang="en-US" sz="2000"/>
              <a:t>them</a:t>
            </a:r>
            <a:r>
              <a:rPr lang="en-US" sz="2000" spc="-85"/>
              <a:t> </a:t>
            </a:r>
            <a:r>
              <a:rPr lang="en-US" sz="2000"/>
              <a:t>into</a:t>
            </a:r>
            <a:r>
              <a:rPr lang="en-US" sz="2000" spc="-65"/>
              <a:t> </a:t>
            </a:r>
            <a:r>
              <a:rPr lang="en-US" sz="2000" spc="-80"/>
              <a:t>in-</a:t>
            </a:r>
            <a:r>
              <a:rPr lang="en-US" sz="2000" spc="-35"/>
              <a:t>memory</a:t>
            </a:r>
            <a:r>
              <a:rPr lang="en-US" sz="2000" spc="-90"/>
              <a:t> </a:t>
            </a:r>
            <a:r>
              <a:rPr lang="en-US" sz="2000" spc="-20"/>
              <a:t>lookup</a:t>
            </a:r>
            <a:r>
              <a:rPr lang="en-US" sz="2000" spc="-75"/>
              <a:t> </a:t>
            </a:r>
            <a:r>
              <a:rPr lang="en-US" sz="2000" spc="-10"/>
              <a:t>tables</a:t>
            </a:r>
            <a:endParaRPr lang="en-US" sz="2000"/>
          </a:p>
          <a:p>
            <a:pPr marL="286385" marR="92075" indent="-2286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000" spc="-50"/>
              <a:t>∗</a:t>
            </a:r>
            <a:r>
              <a:rPr lang="en-US" sz="2000"/>
              <a:t>	</a:t>
            </a:r>
            <a:r>
              <a:rPr lang="en-US" sz="2000" spc="-114"/>
              <a:t>Process</a:t>
            </a:r>
            <a:r>
              <a:rPr lang="en-US" sz="2000" spc="-95"/>
              <a:t> </a:t>
            </a:r>
            <a:r>
              <a:rPr lang="en-US" sz="2000" spc="-90"/>
              <a:t>each</a:t>
            </a:r>
            <a:r>
              <a:rPr lang="en-US" sz="2000" spc="-75"/>
              <a:t> </a:t>
            </a:r>
            <a:r>
              <a:rPr lang="en-US" sz="2000" spc="-30"/>
              <a:t>record</a:t>
            </a:r>
            <a:r>
              <a:rPr lang="en-US" sz="2000" spc="-80"/>
              <a:t> </a:t>
            </a:r>
            <a:r>
              <a:rPr lang="en-US" sz="2000" spc="-75"/>
              <a:t>and </a:t>
            </a:r>
            <a:r>
              <a:rPr lang="en-US" sz="2000" spc="-55"/>
              <a:t>joins </a:t>
            </a:r>
            <a:r>
              <a:rPr lang="en-US" sz="2000" spc="75"/>
              <a:t>it</a:t>
            </a:r>
            <a:r>
              <a:rPr lang="en-US" sz="2000" spc="-90"/>
              <a:t> </a:t>
            </a:r>
            <a:r>
              <a:rPr lang="en-US" sz="2000"/>
              <a:t>with</a:t>
            </a:r>
            <a:r>
              <a:rPr lang="en-US" sz="2000" spc="-80"/>
              <a:t> </a:t>
            </a:r>
            <a:r>
              <a:rPr lang="en-US" sz="2000" spc="-50"/>
              <a:t>all</a:t>
            </a:r>
            <a:r>
              <a:rPr lang="en-US" sz="2000" spc="-65"/>
              <a:t> </a:t>
            </a:r>
            <a:r>
              <a:rPr lang="en-US" sz="2000" spc="-25"/>
              <a:t>the </a:t>
            </a:r>
            <a:r>
              <a:rPr lang="en-US" sz="2000" spc="-35"/>
              <a:t>data</a:t>
            </a:r>
            <a:r>
              <a:rPr lang="en-US" sz="2000" spc="-75"/>
              <a:t> </a:t>
            </a:r>
            <a:r>
              <a:rPr lang="en-US" sz="2000" spc="-25"/>
              <a:t>stored</a:t>
            </a:r>
            <a:r>
              <a:rPr lang="en-US" sz="2000" spc="-90"/>
              <a:t> </a:t>
            </a:r>
            <a:r>
              <a:rPr lang="en-US" sz="2000" spc="-80"/>
              <a:t>in-</a:t>
            </a:r>
            <a:r>
              <a:rPr lang="en-US" sz="2000" spc="-10"/>
              <a:t>memory</a:t>
            </a:r>
            <a:endParaRPr lang="en-US" sz="2000"/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rcRect r="2" b="10136"/>
          <a:stretch>
            <a:fillRect/>
          </a:stretch>
        </p:blipFill>
        <p:spPr>
          <a:xfrm>
            <a:off x="5911532" y="2484255"/>
            <a:ext cx="5150277" cy="371424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/>
            <a:r>
              <a:rPr lang="en-US" sz="4800" kern="1200" spc="-135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Replicated</a:t>
            </a:r>
            <a:r>
              <a:rPr lang="en-US" sz="4800" kern="1200" spc="-22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spc="-254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Side</a:t>
            </a:r>
            <a:r>
              <a:rPr lang="en-US" sz="4800" kern="1200" spc="-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spc="-30">
                <a:solidFill>
                  <a:schemeClr val="tx1"/>
                </a:solidFill>
                <a:latin typeface="+mj-lt"/>
                <a:ea typeface="+mj-ea"/>
                <a:cs typeface="+mj-cs"/>
              </a:rPr>
              <a:t>Join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C9A74C68-5E33-EF46-6C3F-93CC5DFD79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8665217"/>
              </p:ext>
            </p:extLst>
          </p:nvPr>
        </p:nvGraphicFramePr>
        <p:xfrm>
          <a:off x="904602" y="2364378"/>
          <a:ext cx="10449198" cy="38630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720846" y="580389"/>
            <a:ext cx="47517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35" dirty="0"/>
              <a:t>Replicated</a:t>
            </a:r>
            <a:r>
              <a:rPr spc="-225" dirty="0"/>
              <a:t> </a:t>
            </a:r>
            <a:r>
              <a:rPr spc="-254" dirty="0"/>
              <a:t>Side</a:t>
            </a:r>
            <a:r>
              <a:rPr spc="-200" dirty="0"/>
              <a:t> </a:t>
            </a:r>
            <a:r>
              <a:rPr spc="-30" dirty="0"/>
              <a:t>Join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4854702" y="3249676"/>
            <a:ext cx="2460625" cy="592455"/>
            <a:chOff x="4854702" y="3249676"/>
            <a:chExt cx="2460625" cy="59245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6800" y="3272028"/>
              <a:ext cx="2438400" cy="56997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857750" y="3252724"/>
              <a:ext cx="2429510" cy="560070"/>
            </a:xfrm>
            <a:custGeom>
              <a:avLst/>
              <a:gdLst/>
              <a:ahLst/>
              <a:cxnLst/>
              <a:rect l="l" t="t" r="r" b="b"/>
              <a:pathLst>
                <a:path w="2429509" h="560070">
                  <a:moveTo>
                    <a:pt x="170774" y="9977"/>
                  </a:moveTo>
                  <a:lnTo>
                    <a:pt x="162581" y="9977"/>
                  </a:lnTo>
                  <a:lnTo>
                    <a:pt x="107668" y="11622"/>
                  </a:lnTo>
                  <a:lnTo>
                    <a:pt x="77614" y="12319"/>
                  </a:lnTo>
                  <a:lnTo>
                    <a:pt x="0" y="12319"/>
                  </a:lnTo>
                  <a:lnTo>
                    <a:pt x="1920" y="56134"/>
                  </a:lnTo>
                  <a:lnTo>
                    <a:pt x="3413" y="103454"/>
                  </a:lnTo>
                  <a:lnTo>
                    <a:pt x="4480" y="154279"/>
                  </a:lnTo>
                  <a:lnTo>
                    <a:pt x="5084" y="205517"/>
                  </a:lnTo>
                  <a:lnTo>
                    <a:pt x="5171" y="222321"/>
                  </a:lnTo>
                  <a:lnTo>
                    <a:pt x="5293" y="277876"/>
                  </a:lnTo>
                  <a:lnTo>
                    <a:pt x="5162" y="315287"/>
                  </a:lnTo>
                  <a:lnTo>
                    <a:pt x="5120" y="327222"/>
                  </a:lnTo>
                  <a:lnTo>
                    <a:pt x="4515" y="382335"/>
                  </a:lnTo>
                  <a:lnTo>
                    <a:pt x="4480" y="385492"/>
                  </a:lnTo>
                  <a:lnTo>
                    <a:pt x="3532" y="435028"/>
                  </a:lnTo>
                  <a:lnTo>
                    <a:pt x="3413" y="441251"/>
                  </a:lnTo>
                  <a:lnTo>
                    <a:pt x="1917" y="494568"/>
                  </a:lnTo>
                  <a:lnTo>
                    <a:pt x="0" y="545211"/>
                  </a:lnTo>
                  <a:lnTo>
                    <a:pt x="94932" y="548925"/>
                  </a:lnTo>
                  <a:lnTo>
                    <a:pt x="133838" y="549854"/>
                  </a:lnTo>
                  <a:lnTo>
                    <a:pt x="167004" y="550164"/>
                  </a:lnTo>
                  <a:lnTo>
                    <a:pt x="218271" y="546689"/>
                  </a:lnTo>
                  <a:lnTo>
                    <a:pt x="264776" y="536265"/>
                  </a:lnTo>
                  <a:lnTo>
                    <a:pt x="306515" y="518891"/>
                  </a:lnTo>
                  <a:lnTo>
                    <a:pt x="343480" y="494568"/>
                  </a:lnTo>
                  <a:lnTo>
                    <a:pt x="373051" y="465836"/>
                  </a:lnTo>
                  <a:lnTo>
                    <a:pt x="165734" y="465836"/>
                  </a:lnTo>
                  <a:lnTo>
                    <a:pt x="152419" y="465502"/>
                  </a:lnTo>
                  <a:lnTo>
                    <a:pt x="112521" y="460502"/>
                  </a:lnTo>
                  <a:lnTo>
                    <a:pt x="110761" y="412303"/>
                  </a:lnTo>
                  <a:lnTo>
                    <a:pt x="109489" y="363902"/>
                  </a:lnTo>
                  <a:lnTo>
                    <a:pt x="108739" y="316616"/>
                  </a:lnTo>
                  <a:lnTo>
                    <a:pt x="108518" y="277876"/>
                  </a:lnTo>
                  <a:lnTo>
                    <a:pt x="108422" y="260350"/>
                  </a:lnTo>
                  <a:lnTo>
                    <a:pt x="108303" y="240160"/>
                  </a:lnTo>
                  <a:lnTo>
                    <a:pt x="108198" y="222321"/>
                  </a:lnTo>
                  <a:lnTo>
                    <a:pt x="107426" y="179101"/>
                  </a:lnTo>
                  <a:lnTo>
                    <a:pt x="106154" y="136786"/>
                  </a:lnTo>
                  <a:lnTo>
                    <a:pt x="104393" y="95377"/>
                  </a:lnTo>
                  <a:lnTo>
                    <a:pt x="118899" y="93783"/>
                  </a:lnTo>
                  <a:lnTo>
                    <a:pt x="131762" y="92630"/>
                  </a:lnTo>
                  <a:lnTo>
                    <a:pt x="143005" y="91930"/>
                  </a:lnTo>
                  <a:lnTo>
                    <a:pt x="152653" y="91694"/>
                  </a:lnTo>
                  <a:lnTo>
                    <a:pt x="389790" y="91694"/>
                  </a:lnTo>
                  <a:lnTo>
                    <a:pt x="383666" y="83566"/>
                  </a:lnTo>
                  <a:lnTo>
                    <a:pt x="353826" y="57032"/>
                  </a:lnTo>
                  <a:lnTo>
                    <a:pt x="317486" y="36405"/>
                  </a:lnTo>
                  <a:lnTo>
                    <a:pt x="274643" y="21679"/>
                  </a:lnTo>
                  <a:lnTo>
                    <a:pt x="225288" y="12848"/>
                  </a:lnTo>
                  <a:lnTo>
                    <a:pt x="170774" y="9977"/>
                  </a:lnTo>
                  <a:close/>
                </a:path>
                <a:path w="2429509" h="560070">
                  <a:moveTo>
                    <a:pt x="389790" y="91694"/>
                  </a:moveTo>
                  <a:lnTo>
                    <a:pt x="152653" y="91694"/>
                  </a:lnTo>
                  <a:lnTo>
                    <a:pt x="196685" y="95053"/>
                  </a:lnTo>
                  <a:lnTo>
                    <a:pt x="234680" y="105140"/>
                  </a:lnTo>
                  <a:lnTo>
                    <a:pt x="292607" y="145542"/>
                  </a:lnTo>
                  <a:lnTo>
                    <a:pt x="327009" y="205517"/>
                  </a:lnTo>
                  <a:lnTo>
                    <a:pt x="338454" y="277876"/>
                  </a:lnTo>
                  <a:lnTo>
                    <a:pt x="335839" y="315287"/>
                  </a:lnTo>
                  <a:lnTo>
                    <a:pt x="314612" y="382335"/>
                  </a:lnTo>
                  <a:lnTo>
                    <a:pt x="272033" y="435028"/>
                  </a:lnTo>
                  <a:lnTo>
                    <a:pt x="206882" y="462408"/>
                  </a:lnTo>
                  <a:lnTo>
                    <a:pt x="165734" y="465836"/>
                  </a:lnTo>
                  <a:lnTo>
                    <a:pt x="373051" y="465836"/>
                  </a:lnTo>
                  <a:lnTo>
                    <a:pt x="408263" y="418101"/>
                  </a:lnTo>
                  <a:lnTo>
                    <a:pt x="431561" y="369204"/>
                  </a:lnTo>
                  <a:lnTo>
                    <a:pt x="445549" y="316616"/>
                  </a:lnTo>
                  <a:lnTo>
                    <a:pt x="450214" y="260350"/>
                  </a:lnTo>
                  <a:lnTo>
                    <a:pt x="446049" y="210581"/>
                  </a:lnTo>
                  <a:lnTo>
                    <a:pt x="433562" y="164528"/>
                  </a:lnTo>
                  <a:lnTo>
                    <a:pt x="412763" y="122189"/>
                  </a:lnTo>
                  <a:lnTo>
                    <a:pt x="389790" y="91694"/>
                  </a:lnTo>
                  <a:close/>
                </a:path>
                <a:path w="2429509" h="560070">
                  <a:moveTo>
                    <a:pt x="2175255" y="0"/>
                  </a:moveTo>
                  <a:lnTo>
                    <a:pt x="2120866" y="5167"/>
                  </a:lnTo>
                  <a:lnTo>
                    <a:pt x="2071036" y="20669"/>
                  </a:lnTo>
                  <a:lnTo>
                    <a:pt x="2025755" y="46505"/>
                  </a:lnTo>
                  <a:lnTo>
                    <a:pt x="1985009" y="82677"/>
                  </a:lnTo>
                  <a:lnTo>
                    <a:pt x="1957303" y="117469"/>
                  </a:lnTo>
                  <a:lnTo>
                    <a:pt x="1935754" y="155707"/>
                  </a:lnTo>
                  <a:lnTo>
                    <a:pt x="1920361" y="197388"/>
                  </a:lnTo>
                  <a:lnTo>
                    <a:pt x="1911126" y="242514"/>
                  </a:lnTo>
                  <a:lnTo>
                    <a:pt x="1908047" y="291084"/>
                  </a:lnTo>
                  <a:lnTo>
                    <a:pt x="1912598" y="347015"/>
                  </a:lnTo>
                  <a:lnTo>
                    <a:pt x="1926256" y="397827"/>
                  </a:lnTo>
                  <a:lnTo>
                    <a:pt x="1949035" y="443495"/>
                  </a:lnTo>
                  <a:lnTo>
                    <a:pt x="1980945" y="483997"/>
                  </a:lnTo>
                  <a:lnTo>
                    <a:pt x="2019544" y="517241"/>
                  </a:lnTo>
                  <a:lnTo>
                    <a:pt x="2062559" y="540972"/>
                  </a:lnTo>
                  <a:lnTo>
                    <a:pt x="2109979" y="555202"/>
                  </a:lnTo>
                  <a:lnTo>
                    <a:pt x="2161793" y="559943"/>
                  </a:lnTo>
                  <a:lnTo>
                    <a:pt x="2216201" y="554775"/>
                  </a:lnTo>
                  <a:lnTo>
                    <a:pt x="2266061" y="539273"/>
                  </a:lnTo>
                  <a:lnTo>
                    <a:pt x="2311348" y="513437"/>
                  </a:lnTo>
                  <a:lnTo>
                    <a:pt x="2352040" y="477266"/>
                  </a:lnTo>
                  <a:lnTo>
                    <a:pt x="2357905" y="469900"/>
                  </a:lnTo>
                  <a:lnTo>
                    <a:pt x="2172842" y="469900"/>
                  </a:lnTo>
                  <a:lnTo>
                    <a:pt x="2142172" y="466564"/>
                  </a:lnTo>
                  <a:lnTo>
                    <a:pt x="2088260" y="439842"/>
                  </a:lnTo>
                  <a:lnTo>
                    <a:pt x="2045757" y="387764"/>
                  </a:lnTo>
                  <a:lnTo>
                    <a:pt x="2032097" y="355377"/>
                  </a:lnTo>
                  <a:lnTo>
                    <a:pt x="2031984" y="355107"/>
                  </a:lnTo>
                  <a:lnTo>
                    <a:pt x="2023711" y="318474"/>
                  </a:lnTo>
                  <a:lnTo>
                    <a:pt x="2020951" y="277876"/>
                  </a:lnTo>
                  <a:lnTo>
                    <a:pt x="2023481" y="240053"/>
                  </a:lnTo>
                  <a:lnTo>
                    <a:pt x="2023568" y="238756"/>
                  </a:lnTo>
                  <a:lnTo>
                    <a:pt x="2031363" y="203358"/>
                  </a:lnTo>
                  <a:lnTo>
                    <a:pt x="2031412" y="203136"/>
                  </a:lnTo>
                  <a:lnTo>
                    <a:pt x="2062733" y="142494"/>
                  </a:lnTo>
                  <a:lnTo>
                    <a:pt x="2108993" y="102266"/>
                  </a:lnTo>
                  <a:lnTo>
                    <a:pt x="2164206" y="88900"/>
                  </a:lnTo>
                  <a:lnTo>
                    <a:pt x="2366612" y="88900"/>
                  </a:lnTo>
                  <a:lnTo>
                    <a:pt x="2356230" y="75692"/>
                  </a:lnTo>
                  <a:lnTo>
                    <a:pt x="2317559" y="42594"/>
                  </a:lnTo>
                  <a:lnTo>
                    <a:pt x="2274506" y="18938"/>
                  </a:lnTo>
                  <a:lnTo>
                    <a:pt x="2227072" y="4736"/>
                  </a:lnTo>
                  <a:lnTo>
                    <a:pt x="2175255" y="0"/>
                  </a:lnTo>
                  <a:close/>
                </a:path>
                <a:path w="2429509" h="560070">
                  <a:moveTo>
                    <a:pt x="2366612" y="88900"/>
                  </a:moveTo>
                  <a:lnTo>
                    <a:pt x="2164206" y="88900"/>
                  </a:lnTo>
                  <a:lnTo>
                    <a:pt x="2195317" y="92237"/>
                  </a:lnTo>
                  <a:lnTo>
                    <a:pt x="2195163" y="92237"/>
                  </a:lnTo>
                  <a:lnTo>
                    <a:pt x="2249110" y="118796"/>
                  </a:lnTo>
                  <a:lnTo>
                    <a:pt x="2291453" y="170711"/>
                  </a:lnTo>
                  <a:lnTo>
                    <a:pt x="2305052" y="203136"/>
                  </a:lnTo>
                  <a:lnTo>
                    <a:pt x="2305145" y="203358"/>
                  </a:lnTo>
                  <a:lnTo>
                    <a:pt x="2313360" y="240053"/>
                  </a:lnTo>
                  <a:lnTo>
                    <a:pt x="2316098" y="280797"/>
                  </a:lnTo>
                  <a:lnTo>
                    <a:pt x="2313637" y="317493"/>
                  </a:lnTo>
                  <a:lnTo>
                    <a:pt x="2313572" y="318474"/>
                  </a:lnTo>
                  <a:lnTo>
                    <a:pt x="2313481" y="319825"/>
                  </a:lnTo>
                  <a:lnTo>
                    <a:pt x="2305696" y="355107"/>
                  </a:lnTo>
                  <a:lnTo>
                    <a:pt x="2305637" y="355377"/>
                  </a:lnTo>
                  <a:lnTo>
                    <a:pt x="2292578" y="387453"/>
                  </a:lnTo>
                  <a:lnTo>
                    <a:pt x="2274316" y="416052"/>
                  </a:lnTo>
                  <a:lnTo>
                    <a:pt x="2252335" y="439628"/>
                  </a:lnTo>
                  <a:lnTo>
                    <a:pt x="2227853" y="456549"/>
                  </a:lnTo>
                  <a:lnTo>
                    <a:pt x="2201547" y="466564"/>
                  </a:lnTo>
                  <a:lnTo>
                    <a:pt x="2201406" y="466564"/>
                  </a:lnTo>
                  <a:lnTo>
                    <a:pt x="2172842" y="469900"/>
                  </a:lnTo>
                  <a:lnTo>
                    <a:pt x="2357905" y="469900"/>
                  </a:lnTo>
                  <a:lnTo>
                    <a:pt x="2379746" y="442474"/>
                  </a:lnTo>
                  <a:lnTo>
                    <a:pt x="2401295" y="404244"/>
                  </a:lnTo>
                  <a:lnTo>
                    <a:pt x="2416688" y="362581"/>
                  </a:lnTo>
                  <a:lnTo>
                    <a:pt x="2425923" y="317493"/>
                  </a:lnTo>
                  <a:lnTo>
                    <a:pt x="2429002" y="268986"/>
                  </a:lnTo>
                  <a:lnTo>
                    <a:pt x="2424453" y="212834"/>
                  </a:lnTo>
                  <a:lnTo>
                    <a:pt x="2410809" y="161909"/>
                  </a:lnTo>
                  <a:lnTo>
                    <a:pt x="2388068" y="116199"/>
                  </a:lnTo>
                  <a:lnTo>
                    <a:pt x="2366612" y="88900"/>
                  </a:lnTo>
                  <a:close/>
                </a:path>
                <a:path w="2429509" h="560070">
                  <a:moveTo>
                    <a:pt x="1334642" y="12319"/>
                  </a:moveTo>
                  <a:lnTo>
                    <a:pt x="1176273" y="12319"/>
                  </a:lnTo>
                  <a:lnTo>
                    <a:pt x="1175448" y="35052"/>
                  </a:lnTo>
                  <a:lnTo>
                    <a:pt x="1172971" y="67818"/>
                  </a:lnTo>
                  <a:lnTo>
                    <a:pt x="1168844" y="110617"/>
                  </a:lnTo>
                  <a:lnTo>
                    <a:pt x="1163065" y="163449"/>
                  </a:lnTo>
                  <a:lnTo>
                    <a:pt x="1155636" y="226314"/>
                  </a:lnTo>
                  <a:lnTo>
                    <a:pt x="1146555" y="299212"/>
                  </a:lnTo>
                  <a:lnTo>
                    <a:pt x="1135709" y="385536"/>
                  </a:lnTo>
                  <a:lnTo>
                    <a:pt x="1127636" y="450744"/>
                  </a:lnTo>
                  <a:lnTo>
                    <a:pt x="1121711" y="499931"/>
                  </a:lnTo>
                  <a:lnTo>
                    <a:pt x="1118152" y="531416"/>
                  </a:lnTo>
                  <a:lnTo>
                    <a:pt x="1116964" y="545211"/>
                  </a:lnTo>
                  <a:lnTo>
                    <a:pt x="1225041" y="545211"/>
                  </a:lnTo>
                  <a:lnTo>
                    <a:pt x="1225599" y="513572"/>
                  </a:lnTo>
                  <a:lnTo>
                    <a:pt x="1225637" y="511425"/>
                  </a:lnTo>
                  <a:lnTo>
                    <a:pt x="1227423" y="463232"/>
                  </a:lnTo>
                  <a:lnTo>
                    <a:pt x="1230399" y="400657"/>
                  </a:lnTo>
                  <a:lnTo>
                    <a:pt x="1234566" y="323723"/>
                  </a:lnTo>
                  <a:lnTo>
                    <a:pt x="1238831" y="246947"/>
                  </a:lnTo>
                  <a:lnTo>
                    <a:pt x="1241917" y="184816"/>
                  </a:lnTo>
                  <a:lnTo>
                    <a:pt x="1243752" y="139366"/>
                  </a:lnTo>
                  <a:lnTo>
                    <a:pt x="1243836" y="137306"/>
                  </a:lnTo>
                  <a:lnTo>
                    <a:pt x="1244599" y="104394"/>
                  </a:lnTo>
                  <a:lnTo>
                    <a:pt x="1352278" y="104394"/>
                  </a:lnTo>
                  <a:lnTo>
                    <a:pt x="1347200" y="85788"/>
                  </a:lnTo>
                  <a:lnTo>
                    <a:pt x="1337784" y="42160"/>
                  </a:lnTo>
                  <a:lnTo>
                    <a:pt x="1334642" y="12319"/>
                  </a:lnTo>
                  <a:close/>
                </a:path>
                <a:path w="2429509" h="560070">
                  <a:moveTo>
                    <a:pt x="1352278" y="104394"/>
                  </a:moveTo>
                  <a:lnTo>
                    <a:pt x="1250822" y="104394"/>
                  </a:lnTo>
                  <a:lnTo>
                    <a:pt x="1255466" y="130044"/>
                  </a:lnTo>
                  <a:lnTo>
                    <a:pt x="1266896" y="181582"/>
                  </a:lnTo>
                  <a:lnTo>
                    <a:pt x="1282848" y="238379"/>
                  </a:lnTo>
                  <a:lnTo>
                    <a:pt x="1296050" y="278955"/>
                  </a:lnTo>
                  <a:lnTo>
                    <a:pt x="1313277" y="329247"/>
                  </a:lnTo>
                  <a:lnTo>
                    <a:pt x="1334515" y="389255"/>
                  </a:lnTo>
                  <a:lnTo>
                    <a:pt x="1354778" y="447645"/>
                  </a:lnTo>
                  <a:lnTo>
                    <a:pt x="1369266" y="493093"/>
                  </a:lnTo>
                  <a:lnTo>
                    <a:pt x="1377967" y="525611"/>
                  </a:lnTo>
                  <a:lnTo>
                    <a:pt x="1380870" y="545211"/>
                  </a:lnTo>
                  <a:lnTo>
                    <a:pt x="1471421" y="545211"/>
                  </a:lnTo>
                  <a:lnTo>
                    <a:pt x="1474448" y="526043"/>
                  </a:lnTo>
                  <a:lnTo>
                    <a:pt x="1483534" y="493887"/>
                  </a:lnTo>
                  <a:lnTo>
                    <a:pt x="1498693" y="448752"/>
                  </a:lnTo>
                  <a:lnTo>
                    <a:pt x="1511160" y="414655"/>
                  </a:lnTo>
                  <a:lnTo>
                    <a:pt x="1434972" y="414655"/>
                  </a:lnTo>
                  <a:lnTo>
                    <a:pt x="1431831" y="385720"/>
                  </a:lnTo>
                  <a:lnTo>
                    <a:pt x="1422415" y="342725"/>
                  </a:lnTo>
                  <a:lnTo>
                    <a:pt x="1406737" y="285656"/>
                  </a:lnTo>
                  <a:lnTo>
                    <a:pt x="1384807" y="214503"/>
                  </a:lnTo>
                  <a:lnTo>
                    <a:pt x="1362878" y="143228"/>
                  </a:lnTo>
                  <a:lnTo>
                    <a:pt x="1352278" y="104394"/>
                  </a:lnTo>
                  <a:close/>
                </a:path>
                <a:path w="2429509" h="560070">
                  <a:moveTo>
                    <a:pt x="1715764" y="104394"/>
                  </a:moveTo>
                  <a:lnTo>
                    <a:pt x="1613788" y="104394"/>
                  </a:lnTo>
                  <a:lnTo>
                    <a:pt x="1614436" y="130044"/>
                  </a:lnTo>
                  <a:lnTo>
                    <a:pt x="1614501" y="132635"/>
                  </a:lnTo>
                  <a:lnTo>
                    <a:pt x="1616249" y="176403"/>
                  </a:lnTo>
                  <a:lnTo>
                    <a:pt x="1619021" y="235696"/>
                  </a:lnTo>
                  <a:lnTo>
                    <a:pt x="1622805" y="310515"/>
                  </a:lnTo>
                  <a:lnTo>
                    <a:pt x="1625898" y="372755"/>
                  </a:lnTo>
                  <a:lnTo>
                    <a:pt x="1628314" y="427344"/>
                  </a:lnTo>
                  <a:lnTo>
                    <a:pt x="1630048" y="474284"/>
                  </a:lnTo>
                  <a:lnTo>
                    <a:pt x="1631035" y="511425"/>
                  </a:lnTo>
                  <a:lnTo>
                    <a:pt x="1631092" y="513572"/>
                  </a:lnTo>
                  <a:lnTo>
                    <a:pt x="1631441" y="545211"/>
                  </a:lnTo>
                  <a:lnTo>
                    <a:pt x="1750440" y="545211"/>
                  </a:lnTo>
                  <a:lnTo>
                    <a:pt x="1747437" y="502012"/>
                  </a:lnTo>
                  <a:lnTo>
                    <a:pt x="1743665" y="455892"/>
                  </a:lnTo>
                  <a:lnTo>
                    <a:pt x="1737694" y="385720"/>
                  </a:lnTo>
                  <a:lnTo>
                    <a:pt x="1731517" y="314579"/>
                  </a:lnTo>
                  <a:lnTo>
                    <a:pt x="1725798" y="246947"/>
                  </a:lnTo>
                  <a:lnTo>
                    <a:pt x="1720973" y="184816"/>
                  </a:lnTo>
                  <a:lnTo>
                    <a:pt x="1717230" y="130254"/>
                  </a:lnTo>
                  <a:lnTo>
                    <a:pt x="1715764" y="104394"/>
                  </a:lnTo>
                  <a:close/>
                </a:path>
                <a:path w="2429509" h="560070">
                  <a:moveTo>
                    <a:pt x="1712467" y="12319"/>
                  </a:moveTo>
                  <a:lnTo>
                    <a:pt x="1555241" y="12319"/>
                  </a:lnTo>
                  <a:lnTo>
                    <a:pt x="1551672" y="41939"/>
                  </a:lnTo>
                  <a:lnTo>
                    <a:pt x="1540970" y="85455"/>
                  </a:lnTo>
                  <a:lnTo>
                    <a:pt x="1523148" y="142853"/>
                  </a:lnTo>
                  <a:lnTo>
                    <a:pt x="1498218" y="214122"/>
                  </a:lnTo>
                  <a:lnTo>
                    <a:pt x="1473215" y="285245"/>
                  </a:lnTo>
                  <a:lnTo>
                    <a:pt x="1455356" y="342392"/>
                  </a:lnTo>
                  <a:lnTo>
                    <a:pt x="1444640" y="385536"/>
                  </a:lnTo>
                  <a:lnTo>
                    <a:pt x="1441068" y="414655"/>
                  </a:lnTo>
                  <a:lnTo>
                    <a:pt x="1511160" y="414655"/>
                  </a:lnTo>
                  <a:lnTo>
                    <a:pt x="1521748" y="385720"/>
                  </a:lnTo>
                  <a:lnTo>
                    <a:pt x="1542220" y="330019"/>
                  </a:lnTo>
                  <a:lnTo>
                    <a:pt x="1560671" y="277256"/>
                  </a:lnTo>
                  <a:lnTo>
                    <a:pt x="1575264" y="232328"/>
                  </a:lnTo>
                  <a:lnTo>
                    <a:pt x="1585975" y="195199"/>
                  </a:lnTo>
                  <a:lnTo>
                    <a:pt x="1600168" y="139366"/>
                  </a:lnTo>
                  <a:lnTo>
                    <a:pt x="1607692" y="104394"/>
                  </a:lnTo>
                  <a:lnTo>
                    <a:pt x="1715764" y="104394"/>
                  </a:lnTo>
                  <a:lnTo>
                    <a:pt x="1714710" y="85788"/>
                  </a:lnTo>
                  <a:lnTo>
                    <a:pt x="1714584" y="83570"/>
                  </a:lnTo>
                  <a:lnTo>
                    <a:pt x="1712997" y="44260"/>
                  </a:lnTo>
                  <a:lnTo>
                    <a:pt x="1712467" y="12319"/>
                  </a:lnTo>
                  <a:close/>
                </a:path>
                <a:path w="2429509" h="560070">
                  <a:moveTo>
                    <a:pt x="949578" y="12319"/>
                  </a:moveTo>
                  <a:lnTo>
                    <a:pt x="617219" y="12319"/>
                  </a:lnTo>
                  <a:lnTo>
                    <a:pt x="619140" y="56134"/>
                  </a:lnTo>
                  <a:lnTo>
                    <a:pt x="620378" y="95377"/>
                  </a:lnTo>
                  <a:lnTo>
                    <a:pt x="620495" y="99073"/>
                  </a:lnTo>
                  <a:lnTo>
                    <a:pt x="620587" y="101981"/>
                  </a:lnTo>
                  <a:lnTo>
                    <a:pt x="620633" y="103454"/>
                  </a:lnTo>
                  <a:lnTo>
                    <a:pt x="621700" y="154279"/>
                  </a:lnTo>
                  <a:lnTo>
                    <a:pt x="622340" y="208610"/>
                  </a:lnTo>
                  <a:lnTo>
                    <a:pt x="622553" y="266446"/>
                  </a:lnTo>
                  <a:lnTo>
                    <a:pt x="622413" y="306578"/>
                  </a:lnTo>
                  <a:lnTo>
                    <a:pt x="621700" y="385492"/>
                  </a:lnTo>
                  <a:lnTo>
                    <a:pt x="620633" y="441251"/>
                  </a:lnTo>
                  <a:lnTo>
                    <a:pt x="619140" y="494493"/>
                  </a:lnTo>
                  <a:lnTo>
                    <a:pt x="617219" y="545211"/>
                  </a:lnTo>
                  <a:lnTo>
                    <a:pt x="965453" y="545211"/>
                  </a:lnTo>
                  <a:lnTo>
                    <a:pt x="968499" y="462153"/>
                  </a:lnTo>
                  <a:lnTo>
                    <a:pt x="729741" y="462153"/>
                  </a:lnTo>
                  <a:lnTo>
                    <a:pt x="728315" y="425217"/>
                  </a:lnTo>
                  <a:lnTo>
                    <a:pt x="727281" y="386984"/>
                  </a:lnTo>
                  <a:lnTo>
                    <a:pt x="726652" y="347442"/>
                  </a:lnTo>
                  <a:lnTo>
                    <a:pt x="726547" y="327222"/>
                  </a:lnTo>
                  <a:lnTo>
                    <a:pt x="726439" y="306578"/>
                  </a:lnTo>
                  <a:lnTo>
                    <a:pt x="909446" y="306578"/>
                  </a:lnTo>
                  <a:lnTo>
                    <a:pt x="909446" y="229616"/>
                  </a:lnTo>
                  <a:lnTo>
                    <a:pt x="726439" y="229616"/>
                  </a:lnTo>
                  <a:lnTo>
                    <a:pt x="726411" y="225171"/>
                  </a:lnTo>
                  <a:lnTo>
                    <a:pt x="726303" y="208610"/>
                  </a:lnTo>
                  <a:lnTo>
                    <a:pt x="726197" y="192228"/>
                  </a:lnTo>
                  <a:lnTo>
                    <a:pt x="725455" y="157400"/>
                  </a:lnTo>
                  <a:lnTo>
                    <a:pt x="724189" y="125120"/>
                  </a:lnTo>
                  <a:lnTo>
                    <a:pt x="722601" y="99073"/>
                  </a:lnTo>
                  <a:lnTo>
                    <a:pt x="722475" y="97012"/>
                  </a:lnTo>
                  <a:lnTo>
                    <a:pt x="722375" y="95377"/>
                  </a:lnTo>
                  <a:lnTo>
                    <a:pt x="945343" y="95377"/>
                  </a:lnTo>
                  <a:lnTo>
                    <a:pt x="949578" y="12319"/>
                  </a:lnTo>
                  <a:close/>
                </a:path>
                <a:path w="2429509" h="560070">
                  <a:moveTo>
                    <a:pt x="968755" y="455168"/>
                  </a:moveTo>
                  <a:lnTo>
                    <a:pt x="869626" y="459601"/>
                  </a:lnTo>
                  <a:lnTo>
                    <a:pt x="821830" y="461011"/>
                  </a:lnTo>
                  <a:lnTo>
                    <a:pt x="775203" y="461865"/>
                  </a:lnTo>
                  <a:lnTo>
                    <a:pt x="729741" y="462153"/>
                  </a:lnTo>
                  <a:lnTo>
                    <a:pt x="968499" y="462153"/>
                  </a:lnTo>
                  <a:lnTo>
                    <a:pt x="968593" y="459601"/>
                  </a:lnTo>
                  <a:lnTo>
                    <a:pt x="968664" y="457650"/>
                  </a:lnTo>
                  <a:lnTo>
                    <a:pt x="968755" y="455168"/>
                  </a:lnTo>
                  <a:close/>
                </a:path>
                <a:path w="2429509" h="560070">
                  <a:moveTo>
                    <a:pt x="909446" y="306578"/>
                  </a:moveTo>
                  <a:lnTo>
                    <a:pt x="726439" y="306578"/>
                  </a:lnTo>
                  <a:lnTo>
                    <a:pt x="770590" y="306837"/>
                  </a:lnTo>
                  <a:lnTo>
                    <a:pt x="815800" y="307609"/>
                  </a:lnTo>
                  <a:lnTo>
                    <a:pt x="909446" y="310642"/>
                  </a:lnTo>
                  <a:lnTo>
                    <a:pt x="909446" y="306578"/>
                  </a:lnTo>
                  <a:close/>
                </a:path>
                <a:path w="2429509" h="560070">
                  <a:moveTo>
                    <a:pt x="909446" y="225171"/>
                  </a:moveTo>
                  <a:lnTo>
                    <a:pt x="861439" y="227097"/>
                  </a:lnTo>
                  <a:lnTo>
                    <a:pt x="814943" y="228488"/>
                  </a:lnTo>
                  <a:lnTo>
                    <a:pt x="769947" y="229332"/>
                  </a:lnTo>
                  <a:lnTo>
                    <a:pt x="726439" y="229616"/>
                  </a:lnTo>
                  <a:lnTo>
                    <a:pt x="909446" y="229616"/>
                  </a:lnTo>
                  <a:lnTo>
                    <a:pt x="909446" y="225171"/>
                  </a:lnTo>
                  <a:close/>
                </a:path>
                <a:path w="2429509" h="560070">
                  <a:moveTo>
                    <a:pt x="945343" y="95377"/>
                  </a:moveTo>
                  <a:lnTo>
                    <a:pt x="722375" y="95377"/>
                  </a:lnTo>
                  <a:lnTo>
                    <a:pt x="773735" y="95783"/>
                  </a:lnTo>
                  <a:lnTo>
                    <a:pt x="827976" y="97012"/>
                  </a:lnTo>
                  <a:lnTo>
                    <a:pt x="885074" y="99073"/>
                  </a:lnTo>
                  <a:lnTo>
                    <a:pt x="945006" y="101981"/>
                  </a:lnTo>
                  <a:lnTo>
                    <a:pt x="945155" y="99073"/>
                  </a:lnTo>
                  <a:lnTo>
                    <a:pt x="945260" y="97012"/>
                  </a:lnTo>
                  <a:lnTo>
                    <a:pt x="945343" y="953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57750" y="3252724"/>
              <a:ext cx="2429510" cy="560070"/>
            </a:xfrm>
            <a:custGeom>
              <a:avLst/>
              <a:gdLst/>
              <a:ahLst/>
              <a:cxnLst/>
              <a:rect l="l" t="t" r="r" b="b"/>
              <a:pathLst>
                <a:path w="2429509" h="560070">
                  <a:moveTo>
                    <a:pt x="152653" y="91694"/>
                  </a:moveTo>
                  <a:lnTo>
                    <a:pt x="143005" y="91930"/>
                  </a:lnTo>
                  <a:lnTo>
                    <a:pt x="131762" y="92630"/>
                  </a:lnTo>
                  <a:lnTo>
                    <a:pt x="118899" y="93783"/>
                  </a:lnTo>
                  <a:lnTo>
                    <a:pt x="104393" y="95377"/>
                  </a:lnTo>
                  <a:lnTo>
                    <a:pt x="106154" y="136786"/>
                  </a:lnTo>
                  <a:lnTo>
                    <a:pt x="107426" y="179101"/>
                  </a:lnTo>
                  <a:lnTo>
                    <a:pt x="108198" y="222321"/>
                  </a:lnTo>
                  <a:lnTo>
                    <a:pt x="108457" y="266446"/>
                  </a:lnTo>
                  <a:lnTo>
                    <a:pt x="108717" y="315287"/>
                  </a:lnTo>
                  <a:lnTo>
                    <a:pt x="109489" y="363902"/>
                  </a:lnTo>
                  <a:lnTo>
                    <a:pt x="110761" y="412303"/>
                  </a:lnTo>
                  <a:lnTo>
                    <a:pt x="112521" y="460502"/>
                  </a:lnTo>
                  <a:lnTo>
                    <a:pt x="152419" y="465502"/>
                  </a:lnTo>
                  <a:lnTo>
                    <a:pt x="165734" y="465836"/>
                  </a:lnTo>
                  <a:lnTo>
                    <a:pt x="206882" y="462408"/>
                  </a:lnTo>
                  <a:lnTo>
                    <a:pt x="272033" y="435028"/>
                  </a:lnTo>
                  <a:lnTo>
                    <a:pt x="314612" y="382335"/>
                  </a:lnTo>
                  <a:lnTo>
                    <a:pt x="335809" y="315712"/>
                  </a:lnTo>
                  <a:lnTo>
                    <a:pt x="338454" y="277876"/>
                  </a:lnTo>
                  <a:lnTo>
                    <a:pt x="335595" y="240160"/>
                  </a:lnTo>
                  <a:lnTo>
                    <a:pt x="312683" y="173970"/>
                  </a:lnTo>
                  <a:lnTo>
                    <a:pt x="266650" y="121965"/>
                  </a:lnTo>
                  <a:lnTo>
                    <a:pt x="196685" y="95053"/>
                  </a:lnTo>
                  <a:lnTo>
                    <a:pt x="152653" y="91694"/>
                  </a:lnTo>
                  <a:close/>
                </a:path>
                <a:path w="2429509" h="560070">
                  <a:moveTo>
                    <a:pt x="2164206" y="88900"/>
                  </a:moveTo>
                  <a:lnTo>
                    <a:pt x="2108993" y="102266"/>
                  </a:lnTo>
                  <a:lnTo>
                    <a:pt x="2062733" y="142494"/>
                  </a:lnTo>
                  <a:lnTo>
                    <a:pt x="2031412" y="203136"/>
                  </a:lnTo>
                  <a:lnTo>
                    <a:pt x="2020951" y="277876"/>
                  </a:lnTo>
                  <a:lnTo>
                    <a:pt x="2023711" y="318474"/>
                  </a:lnTo>
                  <a:lnTo>
                    <a:pt x="2045757" y="387764"/>
                  </a:lnTo>
                  <a:lnTo>
                    <a:pt x="2088260" y="439842"/>
                  </a:lnTo>
                  <a:lnTo>
                    <a:pt x="2142172" y="466564"/>
                  </a:lnTo>
                  <a:lnTo>
                    <a:pt x="2172842" y="469900"/>
                  </a:lnTo>
                  <a:lnTo>
                    <a:pt x="2201610" y="466540"/>
                  </a:lnTo>
                  <a:lnTo>
                    <a:pt x="2252335" y="439628"/>
                  </a:lnTo>
                  <a:lnTo>
                    <a:pt x="2292578" y="387453"/>
                  </a:lnTo>
                  <a:lnTo>
                    <a:pt x="2313481" y="319825"/>
                  </a:lnTo>
                  <a:lnTo>
                    <a:pt x="2316098" y="280797"/>
                  </a:lnTo>
                  <a:lnTo>
                    <a:pt x="2313360" y="240053"/>
                  </a:lnTo>
                  <a:lnTo>
                    <a:pt x="2291453" y="170711"/>
                  </a:lnTo>
                  <a:lnTo>
                    <a:pt x="2249110" y="118796"/>
                  </a:lnTo>
                  <a:lnTo>
                    <a:pt x="2195095" y="92213"/>
                  </a:lnTo>
                  <a:lnTo>
                    <a:pt x="2164206" y="88900"/>
                  </a:lnTo>
                  <a:close/>
                </a:path>
                <a:path w="2429509" h="560070">
                  <a:moveTo>
                    <a:pt x="1176273" y="12319"/>
                  </a:moveTo>
                  <a:lnTo>
                    <a:pt x="1334642" y="12319"/>
                  </a:lnTo>
                  <a:lnTo>
                    <a:pt x="1337784" y="42160"/>
                  </a:lnTo>
                  <a:lnTo>
                    <a:pt x="1347200" y="85788"/>
                  </a:lnTo>
                  <a:lnTo>
                    <a:pt x="1362878" y="143228"/>
                  </a:lnTo>
                  <a:lnTo>
                    <a:pt x="1384807" y="214503"/>
                  </a:lnTo>
                  <a:lnTo>
                    <a:pt x="1406737" y="285656"/>
                  </a:lnTo>
                  <a:lnTo>
                    <a:pt x="1422415" y="342725"/>
                  </a:lnTo>
                  <a:lnTo>
                    <a:pt x="1431831" y="385720"/>
                  </a:lnTo>
                  <a:lnTo>
                    <a:pt x="1434972" y="414655"/>
                  </a:lnTo>
                  <a:lnTo>
                    <a:pt x="1441068" y="414655"/>
                  </a:lnTo>
                  <a:lnTo>
                    <a:pt x="1444640" y="385536"/>
                  </a:lnTo>
                  <a:lnTo>
                    <a:pt x="1455356" y="342392"/>
                  </a:lnTo>
                  <a:lnTo>
                    <a:pt x="1473215" y="285245"/>
                  </a:lnTo>
                  <a:lnTo>
                    <a:pt x="1498218" y="214122"/>
                  </a:lnTo>
                  <a:lnTo>
                    <a:pt x="1523148" y="142853"/>
                  </a:lnTo>
                  <a:lnTo>
                    <a:pt x="1540970" y="85455"/>
                  </a:lnTo>
                  <a:lnTo>
                    <a:pt x="1551672" y="41939"/>
                  </a:lnTo>
                  <a:lnTo>
                    <a:pt x="1555241" y="12319"/>
                  </a:lnTo>
                  <a:lnTo>
                    <a:pt x="1712467" y="12319"/>
                  </a:lnTo>
                  <a:lnTo>
                    <a:pt x="1714584" y="83570"/>
                  </a:lnTo>
                  <a:lnTo>
                    <a:pt x="1717230" y="130254"/>
                  </a:lnTo>
                  <a:lnTo>
                    <a:pt x="1720934" y="184314"/>
                  </a:lnTo>
                  <a:lnTo>
                    <a:pt x="1725697" y="245754"/>
                  </a:lnTo>
                  <a:lnTo>
                    <a:pt x="1731517" y="314579"/>
                  </a:lnTo>
                  <a:lnTo>
                    <a:pt x="1738362" y="393416"/>
                  </a:lnTo>
                  <a:lnTo>
                    <a:pt x="1743665" y="455892"/>
                  </a:lnTo>
                  <a:lnTo>
                    <a:pt x="1747437" y="502012"/>
                  </a:lnTo>
                  <a:lnTo>
                    <a:pt x="1749692" y="531783"/>
                  </a:lnTo>
                  <a:lnTo>
                    <a:pt x="1750440" y="545211"/>
                  </a:lnTo>
                  <a:lnTo>
                    <a:pt x="1631441" y="545211"/>
                  </a:lnTo>
                  <a:lnTo>
                    <a:pt x="1631092" y="513572"/>
                  </a:lnTo>
                  <a:lnTo>
                    <a:pt x="1630048" y="474284"/>
                  </a:lnTo>
                  <a:lnTo>
                    <a:pt x="1628314" y="427344"/>
                  </a:lnTo>
                  <a:lnTo>
                    <a:pt x="1625898" y="372755"/>
                  </a:lnTo>
                  <a:lnTo>
                    <a:pt x="1622805" y="310515"/>
                  </a:lnTo>
                  <a:lnTo>
                    <a:pt x="1619021" y="235696"/>
                  </a:lnTo>
                  <a:lnTo>
                    <a:pt x="1616249" y="176403"/>
                  </a:lnTo>
                  <a:lnTo>
                    <a:pt x="1614501" y="132635"/>
                  </a:lnTo>
                  <a:lnTo>
                    <a:pt x="1613788" y="104394"/>
                  </a:lnTo>
                  <a:lnTo>
                    <a:pt x="1607692" y="104394"/>
                  </a:lnTo>
                  <a:lnTo>
                    <a:pt x="1593905" y="164669"/>
                  </a:lnTo>
                  <a:lnTo>
                    <a:pt x="1575264" y="232328"/>
                  </a:lnTo>
                  <a:lnTo>
                    <a:pt x="1560671" y="277256"/>
                  </a:lnTo>
                  <a:lnTo>
                    <a:pt x="1542220" y="330019"/>
                  </a:lnTo>
                  <a:lnTo>
                    <a:pt x="1519935" y="390652"/>
                  </a:lnTo>
                  <a:lnTo>
                    <a:pt x="1498693" y="448752"/>
                  </a:lnTo>
                  <a:lnTo>
                    <a:pt x="1483534" y="493887"/>
                  </a:lnTo>
                  <a:lnTo>
                    <a:pt x="1474448" y="526043"/>
                  </a:lnTo>
                  <a:lnTo>
                    <a:pt x="1471421" y="545211"/>
                  </a:lnTo>
                  <a:lnTo>
                    <a:pt x="1380870" y="545211"/>
                  </a:lnTo>
                  <a:lnTo>
                    <a:pt x="1369266" y="493093"/>
                  </a:lnTo>
                  <a:lnTo>
                    <a:pt x="1354778" y="447645"/>
                  </a:lnTo>
                  <a:lnTo>
                    <a:pt x="1334515" y="389255"/>
                  </a:lnTo>
                  <a:lnTo>
                    <a:pt x="1313277" y="329247"/>
                  </a:lnTo>
                  <a:lnTo>
                    <a:pt x="1296050" y="278955"/>
                  </a:lnTo>
                  <a:lnTo>
                    <a:pt x="1282848" y="238379"/>
                  </a:lnTo>
                  <a:lnTo>
                    <a:pt x="1266896" y="181582"/>
                  </a:lnTo>
                  <a:lnTo>
                    <a:pt x="1255466" y="130044"/>
                  </a:lnTo>
                  <a:lnTo>
                    <a:pt x="1250822" y="104394"/>
                  </a:lnTo>
                  <a:lnTo>
                    <a:pt x="1244599" y="104394"/>
                  </a:lnTo>
                  <a:lnTo>
                    <a:pt x="1243836" y="137306"/>
                  </a:lnTo>
                  <a:lnTo>
                    <a:pt x="1241917" y="184816"/>
                  </a:lnTo>
                  <a:lnTo>
                    <a:pt x="1238831" y="246947"/>
                  </a:lnTo>
                  <a:lnTo>
                    <a:pt x="1234566" y="323723"/>
                  </a:lnTo>
                  <a:lnTo>
                    <a:pt x="1230399" y="400657"/>
                  </a:lnTo>
                  <a:lnTo>
                    <a:pt x="1227423" y="463232"/>
                  </a:lnTo>
                  <a:lnTo>
                    <a:pt x="1225637" y="511425"/>
                  </a:lnTo>
                  <a:lnTo>
                    <a:pt x="1225041" y="545211"/>
                  </a:lnTo>
                  <a:lnTo>
                    <a:pt x="1116964" y="545211"/>
                  </a:lnTo>
                  <a:lnTo>
                    <a:pt x="1121711" y="499931"/>
                  </a:lnTo>
                  <a:lnTo>
                    <a:pt x="1127636" y="450744"/>
                  </a:lnTo>
                  <a:lnTo>
                    <a:pt x="1135919" y="383841"/>
                  </a:lnTo>
                  <a:lnTo>
                    <a:pt x="1146555" y="299212"/>
                  </a:lnTo>
                  <a:lnTo>
                    <a:pt x="1155636" y="226314"/>
                  </a:lnTo>
                  <a:lnTo>
                    <a:pt x="1163065" y="163449"/>
                  </a:lnTo>
                  <a:lnTo>
                    <a:pt x="1168844" y="110617"/>
                  </a:lnTo>
                  <a:lnTo>
                    <a:pt x="1172971" y="67818"/>
                  </a:lnTo>
                  <a:lnTo>
                    <a:pt x="1175448" y="35052"/>
                  </a:lnTo>
                  <a:lnTo>
                    <a:pt x="1176273" y="12319"/>
                  </a:lnTo>
                  <a:close/>
                </a:path>
                <a:path w="2429509" h="560070">
                  <a:moveTo>
                    <a:pt x="617219" y="12319"/>
                  </a:moveTo>
                  <a:lnTo>
                    <a:pt x="949578" y="12319"/>
                  </a:lnTo>
                  <a:lnTo>
                    <a:pt x="945006" y="101981"/>
                  </a:lnTo>
                  <a:lnTo>
                    <a:pt x="885074" y="99073"/>
                  </a:lnTo>
                  <a:lnTo>
                    <a:pt x="827976" y="97012"/>
                  </a:lnTo>
                  <a:lnTo>
                    <a:pt x="773735" y="95783"/>
                  </a:lnTo>
                  <a:lnTo>
                    <a:pt x="722375" y="95377"/>
                  </a:lnTo>
                  <a:lnTo>
                    <a:pt x="724189" y="125120"/>
                  </a:lnTo>
                  <a:lnTo>
                    <a:pt x="725455" y="157400"/>
                  </a:lnTo>
                  <a:lnTo>
                    <a:pt x="726197" y="192228"/>
                  </a:lnTo>
                  <a:lnTo>
                    <a:pt x="726439" y="229616"/>
                  </a:lnTo>
                  <a:lnTo>
                    <a:pt x="769947" y="229332"/>
                  </a:lnTo>
                  <a:lnTo>
                    <a:pt x="814943" y="228488"/>
                  </a:lnTo>
                  <a:lnTo>
                    <a:pt x="861439" y="227097"/>
                  </a:lnTo>
                  <a:lnTo>
                    <a:pt x="909446" y="225171"/>
                  </a:lnTo>
                  <a:lnTo>
                    <a:pt x="909446" y="310642"/>
                  </a:lnTo>
                  <a:lnTo>
                    <a:pt x="862081" y="308881"/>
                  </a:lnTo>
                  <a:lnTo>
                    <a:pt x="815800" y="307609"/>
                  </a:lnTo>
                  <a:lnTo>
                    <a:pt x="770590" y="306837"/>
                  </a:lnTo>
                  <a:lnTo>
                    <a:pt x="726439" y="306578"/>
                  </a:lnTo>
                  <a:lnTo>
                    <a:pt x="726652" y="347442"/>
                  </a:lnTo>
                  <a:lnTo>
                    <a:pt x="727281" y="386984"/>
                  </a:lnTo>
                  <a:lnTo>
                    <a:pt x="728315" y="425217"/>
                  </a:lnTo>
                  <a:lnTo>
                    <a:pt x="729741" y="462153"/>
                  </a:lnTo>
                  <a:lnTo>
                    <a:pt x="775203" y="461865"/>
                  </a:lnTo>
                  <a:lnTo>
                    <a:pt x="821830" y="461011"/>
                  </a:lnTo>
                  <a:lnTo>
                    <a:pt x="869626" y="459601"/>
                  </a:lnTo>
                  <a:lnTo>
                    <a:pt x="918600" y="457650"/>
                  </a:lnTo>
                  <a:lnTo>
                    <a:pt x="968755" y="455168"/>
                  </a:lnTo>
                  <a:lnTo>
                    <a:pt x="965453" y="545211"/>
                  </a:lnTo>
                  <a:lnTo>
                    <a:pt x="617219" y="545211"/>
                  </a:lnTo>
                  <a:lnTo>
                    <a:pt x="619140" y="494493"/>
                  </a:lnTo>
                  <a:lnTo>
                    <a:pt x="620633" y="441251"/>
                  </a:lnTo>
                  <a:lnTo>
                    <a:pt x="621700" y="385492"/>
                  </a:lnTo>
                  <a:lnTo>
                    <a:pt x="622340" y="327222"/>
                  </a:lnTo>
                  <a:lnTo>
                    <a:pt x="622553" y="266446"/>
                  </a:lnTo>
                  <a:lnTo>
                    <a:pt x="622340" y="208610"/>
                  </a:lnTo>
                  <a:lnTo>
                    <a:pt x="621700" y="154279"/>
                  </a:lnTo>
                  <a:lnTo>
                    <a:pt x="620633" y="103454"/>
                  </a:lnTo>
                  <a:lnTo>
                    <a:pt x="619140" y="56134"/>
                  </a:lnTo>
                  <a:lnTo>
                    <a:pt x="617219" y="12319"/>
                  </a:lnTo>
                  <a:close/>
                </a:path>
                <a:path w="2429509" h="560070">
                  <a:moveTo>
                    <a:pt x="169417" y="9906"/>
                  </a:moveTo>
                  <a:lnTo>
                    <a:pt x="225288" y="12848"/>
                  </a:lnTo>
                  <a:lnTo>
                    <a:pt x="274643" y="21679"/>
                  </a:lnTo>
                  <a:lnTo>
                    <a:pt x="317486" y="36405"/>
                  </a:lnTo>
                  <a:lnTo>
                    <a:pt x="353826" y="57032"/>
                  </a:lnTo>
                  <a:lnTo>
                    <a:pt x="383666" y="83566"/>
                  </a:lnTo>
                  <a:lnTo>
                    <a:pt x="412763" y="122189"/>
                  </a:lnTo>
                  <a:lnTo>
                    <a:pt x="433562" y="164528"/>
                  </a:lnTo>
                  <a:lnTo>
                    <a:pt x="446049" y="210581"/>
                  </a:lnTo>
                  <a:lnTo>
                    <a:pt x="450214" y="260350"/>
                  </a:lnTo>
                  <a:lnTo>
                    <a:pt x="445549" y="316616"/>
                  </a:lnTo>
                  <a:lnTo>
                    <a:pt x="431561" y="369204"/>
                  </a:lnTo>
                  <a:lnTo>
                    <a:pt x="408263" y="418101"/>
                  </a:lnTo>
                  <a:lnTo>
                    <a:pt x="375665" y="463296"/>
                  </a:lnTo>
                  <a:lnTo>
                    <a:pt x="343480" y="494568"/>
                  </a:lnTo>
                  <a:lnTo>
                    <a:pt x="306515" y="518891"/>
                  </a:lnTo>
                  <a:lnTo>
                    <a:pt x="264776" y="536265"/>
                  </a:lnTo>
                  <a:lnTo>
                    <a:pt x="218271" y="546689"/>
                  </a:lnTo>
                  <a:lnTo>
                    <a:pt x="167004" y="550164"/>
                  </a:lnTo>
                  <a:lnTo>
                    <a:pt x="133838" y="549854"/>
                  </a:lnTo>
                  <a:lnTo>
                    <a:pt x="94932" y="548925"/>
                  </a:lnTo>
                  <a:lnTo>
                    <a:pt x="50311" y="547377"/>
                  </a:lnTo>
                  <a:lnTo>
                    <a:pt x="0" y="545211"/>
                  </a:lnTo>
                  <a:lnTo>
                    <a:pt x="1920" y="494493"/>
                  </a:lnTo>
                  <a:lnTo>
                    <a:pt x="3413" y="441251"/>
                  </a:lnTo>
                  <a:lnTo>
                    <a:pt x="4480" y="385492"/>
                  </a:lnTo>
                  <a:lnTo>
                    <a:pt x="5120" y="327222"/>
                  </a:lnTo>
                  <a:lnTo>
                    <a:pt x="5333" y="266446"/>
                  </a:lnTo>
                  <a:lnTo>
                    <a:pt x="5120" y="208610"/>
                  </a:lnTo>
                  <a:lnTo>
                    <a:pt x="4480" y="154279"/>
                  </a:lnTo>
                  <a:lnTo>
                    <a:pt x="3413" y="103454"/>
                  </a:lnTo>
                  <a:lnTo>
                    <a:pt x="1920" y="56134"/>
                  </a:lnTo>
                  <a:lnTo>
                    <a:pt x="0" y="12319"/>
                  </a:lnTo>
                  <a:lnTo>
                    <a:pt x="71627" y="12319"/>
                  </a:lnTo>
                  <a:lnTo>
                    <a:pt x="81482" y="12245"/>
                  </a:lnTo>
                  <a:lnTo>
                    <a:pt x="93503" y="12017"/>
                  </a:lnTo>
                  <a:lnTo>
                    <a:pt x="107668" y="11622"/>
                  </a:lnTo>
                  <a:lnTo>
                    <a:pt x="123951" y="11049"/>
                  </a:lnTo>
                  <a:lnTo>
                    <a:pt x="139860" y="10548"/>
                  </a:lnTo>
                  <a:lnTo>
                    <a:pt x="152733" y="10191"/>
                  </a:lnTo>
                  <a:lnTo>
                    <a:pt x="162581" y="9977"/>
                  </a:lnTo>
                  <a:lnTo>
                    <a:pt x="169417" y="9906"/>
                  </a:lnTo>
                  <a:close/>
                </a:path>
                <a:path w="2429509" h="560070">
                  <a:moveTo>
                    <a:pt x="2175255" y="0"/>
                  </a:moveTo>
                  <a:lnTo>
                    <a:pt x="2227072" y="4736"/>
                  </a:lnTo>
                  <a:lnTo>
                    <a:pt x="2274506" y="18938"/>
                  </a:lnTo>
                  <a:lnTo>
                    <a:pt x="2317559" y="42594"/>
                  </a:lnTo>
                  <a:lnTo>
                    <a:pt x="2356230" y="75692"/>
                  </a:lnTo>
                  <a:lnTo>
                    <a:pt x="2388068" y="116199"/>
                  </a:lnTo>
                  <a:lnTo>
                    <a:pt x="2410809" y="161909"/>
                  </a:lnTo>
                  <a:lnTo>
                    <a:pt x="2424453" y="212834"/>
                  </a:lnTo>
                  <a:lnTo>
                    <a:pt x="2429002" y="268986"/>
                  </a:lnTo>
                  <a:lnTo>
                    <a:pt x="2425923" y="317493"/>
                  </a:lnTo>
                  <a:lnTo>
                    <a:pt x="2416688" y="362581"/>
                  </a:lnTo>
                  <a:lnTo>
                    <a:pt x="2401295" y="404244"/>
                  </a:lnTo>
                  <a:lnTo>
                    <a:pt x="2379746" y="442474"/>
                  </a:lnTo>
                  <a:lnTo>
                    <a:pt x="2352040" y="477266"/>
                  </a:lnTo>
                  <a:lnTo>
                    <a:pt x="2311348" y="513437"/>
                  </a:lnTo>
                  <a:lnTo>
                    <a:pt x="2266061" y="539273"/>
                  </a:lnTo>
                  <a:lnTo>
                    <a:pt x="2216201" y="554775"/>
                  </a:lnTo>
                  <a:lnTo>
                    <a:pt x="2161793" y="559943"/>
                  </a:lnTo>
                  <a:lnTo>
                    <a:pt x="2109979" y="555202"/>
                  </a:lnTo>
                  <a:lnTo>
                    <a:pt x="2062559" y="540972"/>
                  </a:lnTo>
                  <a:lnTo>
                    <a:pt x="2019544" y="517241"/>
                  </a:lnTo>
                  <a:lnTo>
                    <a:pt x="1980945" y="483997"/>
                  </a:lnTo>
                  <a:lnTo>
                    <a:pt x="1949035" y="443495"/>
                  </a:lnTo>
                  <a:lnTo>
                    <a:pt x="1926256" y="397827"/>
                  </a:lnTo>
                  <a:lnTo>
                    <a:pt x="1912598" y="347015"/>
                  </a:lnTo>
                  <a:lnTo>
                    <a:pt x="1908047" y="291084"/>
                  </a:lnTo>
                  <a:lnTo>
                    <a:pt x="1911126" y="242514"/>
                  </a:lnTo>
                  <a:lnTo>
                    <a:pt x="1920361" y="197388"/>
                  </a:lnTo>
                  <a:lnTo>
                    <a:pt x="1935754" y="155707"/>
                  </a:lnTo>
                  <a:lnTo>
                    <a:pt x="1957303" y="117469"/>
                  </a:lnTo>
                  <a:lnTo>
                    <a:pt x="1985009" y="82677"/>
                  </a:lnTo>
                  <a:lnTo>
                    <a:pt x="2025755" y="46505"/>
                  </a:lnTo>
                  <a:lnTo>
                    <a:pt x="2071036" y="20669"/>
                  </a:lnTo>
                  <a:lnTo>
                    <a:pt x="2120866" y="5167"/>
                  </a:lnTo>
                  <a:lnTo>
                    <a:pt x="2175255" y="0"/>
                  </a:lnTo>
                  <a:close/>
                </a:path>
              </a:pathLst>
            </a:custGeom>
            <a:ln w="6096">
              <a:solidFill>
                <a:srgbClr val="4584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2352040"/>
            <a:r>
              <a:rPr lang="en-US" sz="5400" kern="1200" spc="-175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Summary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/>
          <p:nvPr/>
        </p:nvSpPr>
        <p:spPr>
          <a:xfrm>
            <a:off x="793660" y="2599509"/>
            <a:ext cx="10143668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indent="-228600">
              <a:lnSpc>
                <a:spcPct val="90000"/>
              </a:lnSpc>
              <a:spcBef>
                <a:spcPts val="575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400" spc="-50" dirty="0">
                <a:latin typeface="Arial" panose="020B0604020202020204" pitchFamily="34" charset="0"/>
                <a:cs typeface="Arial" panose="020B0604020202020204" pitchFamily="34" charset="0"/>
              </a:rPr>
              <a:t>∗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spc="-90" dirty="0">
                <a:latin typeface="Arial" panose="020B0604020202020204" pitchFamily="34" charset="0"/>
                <a:cs typeface="Arial" panose="020B0604020202020204" pitchFamily="34" charset="0"/>
              </a:rPr>
              <a:t>MapReduce</a:t>
            </a:r>
            <a:r>
              <a:rPr lang="en-US" sz="2400" spc="-1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120" dirty="0">
                <a:latin typeface="Arial" panose="020B0604020202020204" pitchFamily="34" charset="0"/>
                <a:cs typeface="Arial" panose="020B0604020202020204" pitchFamily="34" charset="0"/>
              </a:rPr>
              <a:t>has</a:t>
            </a:r>
            <a:r>
              <a:rPr lang="en-US" sz="2400" spc="-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30" dirty="0">
                <a:latin typeface="Arial" panose="020B0604020202020204" pitchFamily="34" charset="0"/>
                <a:cs typeface="Arial" panose="020B0604020202020204" pitchFamily="34" charset="0"/>
              </a:rPr>
              <a:t>proven</a:t>
            </a:r>
            <a:r>
              <a:rPr lang="en-US" sz="2400" spc="-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80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en-US" sz="2400" spc="-10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55" dirty="0"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lang="en-US" sz="2400" spc="-1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14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4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45" dirty="0">
                <a:latin typeface="Arial" panose="020B0604020202020204" pitchFamily="34" charset="0"/>
                <a:cs typeface="Arial" panose="020B0604020202020204" pitchFamily="34" charset="0"/>
              </a:rPr>
              <a:t>useful</a:t>
            </a:r>
            <a:r>
              <a:rPr lang="en-US" sz="2400" spc="-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10" dirty="0">
                <a:latin typeface="Arial" panose="020B0604020202020204" pitchFamily="34" charset="0"/>
                <a:cs typeface="Arial" panose="020B0604020202020204" pitchFamily="34" charset="0"/>
              </a:rPr>
              <a:t>abstraction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indent="-228600">
              <a:lnSpc>
                <a:spcPct val="90000"/>
              </a:lnSpc>
              <a:spcBef>
                <a:spcPts val="480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400" spc="-50" dirty="0">
                <a:latin typeface="Arial" panose="020B0604020202020204" pitchFamily="34" charset="0"/>
                <a:cs typeface="Arial" panose="020B0604020202020204" pitchFamily="34" charset="0"/>
              </a:rPr>
              <a:t>∗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spc="-65" dirty="0">
                <a:latin typeface="Arial" panose="020B0604020202020204" pitchFamily="34" charset="0"/>
                <a:cs typeface="Arial" panose="020B0604020202020204" pitchFamily="34" charset="0"/>
              </a:rPr>
              <a:t>Greatly</a:t>
            </a:r>
            <a:r>
              <a:rPr lang="en-US" sz="240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45" dirty="0">
                <a:latin typeface="Arial" panose="020B0604020202020204" pitchFamily="34" charset="0"/>
                <a:cs typeface="Arial" panose="020B0604020202020204" pitchFamily="34" charset="0"/>
              </a:rPr>
              <a:t>simplifies</a:t>
            </a:r>
            <a:r>
              <a:rPr lang="en-US" sz="24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75" dirty="0">
                <a:latin typeface="Arial" panose="020B0604020202020204" pitchFamily="34" charset="0"/>
                <a:cs typeface="Arial" panose="020B0604020202020204" pitchFamily="34" charset="0"/>
              </a:rPr>
              <a:t>large-</a:t>
            </a:r>
            <a:r>
              <a:rPr lang="en-US" sz="2400" spc="-105" dirty="0">
                <a:latin typeface="Arial" panose="020B0604020202020204" pitchFamily="34" charset="0"/>
                <a:cs typeface="Arial" panose="020B0604020202020204" pitchFamily="34" charset="0"/>
              </a:rPr>
              <a:t>scale</a:t>
            </a:r>
            <a:r>
              <a:rPr lang="en-US" sz="24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10" dirty="0">
                <a:latin typeface="Arial" panose="020B0604020202020204" pitchFamily="34" charset="0"/>
                <a:cs typeface="Arial" panose="020B0604020202020204" pitchFamily="34" charset="0"/>
              </a:rPr>
              <a:t>computations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indent="-228600">
              <a:lnSpc>
                <a:spcPct val="90000"/>
              </a:lnSpc>
              <a:spcBef>
                <a:spcPts val="480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400" spc="-50" dirty="0">
                <a:latin typeface="Arial" panose="020B0604020202020204" pitchFamily="34" charset="0"/>
                <a:cs typeface="Arial" panose="020B0604020202020204" pitchFamily="34" charset="0"/>
              </a:rPr>
              <a:t>∗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spc="-55" dirty="0">
                <a:latin typeface="Arial" panose="020B0604020202020204" pitchFamily="34" charset="0"/>
                <a:cs typeface="Arial" panose="020B0604020202020204" pitchFamily="34" charset="0"/>
              </a:rPr>
              <a:t>Hadoop</a:t>
            </a:r>
            <a:r>
              <a:rPr lang="en-US" sz="2400" spc="-1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95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n-US" sz="2400" spc="-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30" dirty="0">
                <a:latin typeface="Arial" panose="020B0604020202020204" pitchFamily="34" charset="0"/>
                <a:cs typeface="Arial" panose="020B0604020202020204" pitchFamily="34" charset="0"/>
              </a:rPr>
              <a:t>widely</a:t>
            </a:r>
            <a:r>
              <a:rPr lang="en-US" sz="2400" spc="-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20" dirty="0">
                <a:latin typeface="Arial" panose="020B0604020202020204" pitchFamily="34" charset="0"/>
                <a:cs typeface="Arial" panose="020B0604020202020204" pitchFamily="34" charset="0"/>
              </a:rPr>
              <a:t>used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indent="-228600">
              <a:lnSpc>
                <a:spcPct val="90000"/>
              </a:lnSpc>
              <a:spcBef>
                <a:spcPts val="480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400" spc="-50" dirty="0">
                <a:latin typeface="Arial" panose="020B0604020202020204" pitchFamily="34" charset="0"/>
                <a:cs typeface="Arial" panose="020B0604020202020204" pitchFamily="34" charset="0"/>
              </a:rPr>
              <a:t>∗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spc="-120" dirty="0">
                <a:latin typeface="Arial" panose="020B0604020202020204" pitchFamily="34" charset="0"/>
                <a:cs typeface="Arial" panose="020B0604020202020204" pitchFamily="34" charset="0"/>
              </a:rPr>
              <a:t>Focus</a:t>
            </a:r>
            <a:r>
              <a:rPr lang="en-US" sz="24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30" dirty="0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en-US" sz="24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40" dirty="0">
                <a:latin typeface="Arial" panose="020B0604020202020204" pitchFamily="34" charset="0"/>
                <a:cs typeface="Arial" panose="020B0604020202020204" pitchFamily="34" charset="0"/>
              </a:rPr>
              <a:t>problems,</a:t>
            </a:r>
            <a:r>
              <a:rPr lang="en-US" sz="2400" spc="-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let</a:t>
            </a:r>
            <a:r>
              <a:rPr lang="en-US" sz="24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85" dirty="0">
                <a:latin typeface="Arial" panose="020B0604020202020204" pitchFamily="34" charset="0"/>
                <a:cs typeface="Arial" panose="020B0604020202020204" pitchFamily="34" charset="0"/>
              </a:rPr>
              <a:t>MapReduce</a:t>
            </a:r>
            <a:r>
              <a:rPr lang="en-US" sz="2400" spc="-65" dirty="0">
                <a:latin typeface="Arial" panose="020B0604020202020204" pitchFamily="34" charset="0"/>
                <a:cs typeface="Arial" panose="020B0604020202020204" pitchFamily="34" charset="0"/>
              </a:rPr>
              <a:t> deal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en-US" sz="24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114" dirty="0">
                <a:latin typeface="Arial" panose="020B0604020202020204" pitchFamily="34" charset="0"/>
                <a:cs typeface="Arial" panose="020B0604020202020204" pitchFamily="34" charset="0"/>
              </a:rPr>
              <a:t>messy</a:t>
            </a:r>
            <a:r>
              <a:rPr lang="en-US" sz="2400" spc="-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10" dirty="0">
                <a:latin typeface="Arial" panose="020B0604020202020204" pitchFamily="34" charset="0"/>
                <a:cs typeface="Arial" panose="020B0604020202020204" pitchFamily="34" charset="0"/>
              </a:rPr>
              <a:t>details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4800" y="4482"/>
            <a:ext cx="12192000" cy="6858127"/>
            <a:chOff x="0" y="0"/>
            <a:chExt cx="12192000" cy="6858127"/>
          </a:xfrm>
        </p:grpSpPr>
        <p:sp>
          <p:nvSpPr>
            <p:cNvPr id="4" name="object 4"/>
            <p:cNvSpPr/>
            <p:nvPr/>
          </p:nvSpPr>
          <p:spPr>
            <a:xfrm>
              <a:off x="8072628" y="5498591"/>
              <a:ext cx="3840479" cy="716280"/>
            </a:xfrm>
            <a:custGeom>
              <a:avLst/>
              <a:gdLst/>
              <a:ahLst/>
              <a:cxnLst/>
              <a:rect l="l" t="t" r="r" b="b"/>
              <a:pathLst>
                <a:path w="3840479" h="716279">
                  <a:moveTo>
                    <a:pt x="3840479" y="0"/>
                  </a:moveTo>
                  <a:lnTo>
                    <a:pt x="3831971" y="0"/>
                  </a:lnTo>
                  <a:lnTo>
                    <a:pt x="3670173" y="20193"/>
                  </a:lnTo>
                  <a:lnTo>
                    <a:pt x="3164967" y="91770"/>
                  </a:lnTo>
                  <a:lnTo>
                    <a:pt x="2807207" y="149974"/>
                  </a:lnTo>
                  <a:lnTo>
                    <a:pt x="2432557" y="217119"/>
                  </a:lnTo>
                  <a:lnTo>
                    <a:pt x="2089150" y="282028"/>
                  </a:lnTo>
                  <a:lnTo>
                    <a:pt x="1124077" y="445439"/>
                  </a:lnTo>
                  <a:lnTo>
                    <a:pt x="828801" y="490207"/>
                  </a:lnTo>
                  <a:lnTo>
                    <a:pt x="266826" y="568540"/>
                  </a:lnTo>
                  <a:lnTo>
                    <a:pt x="0" y="602119"/>
                  </a:lnTo>
                  <a:lnTo>
                    <a:pt x="184530" y="622261"/>
                  </a:lnTo>
                  <a:lnTo>
                    <a:pt x="530860" y="655840"/>
                  </a:lnTo>
                  <a:lnTo>
                    <a:pt x="860044" y="682701"/>
                  </a:lnTo>
                  <a:lnTo>
                    <a:pt x="1166622" y="700608"/>
                  </a:lnTo>
                  <a:lnTo>
                    <a:pt x="1314196" y="707326"/>
                  </a:lnTo>
                  <a:lnTo>
                    <a:pt x="1458976" y="711796"/>
                  </a:lnTo>
                  <a:lnTo>
                    <a:pt x="1731518" y="716280"/>
                  </a:lnTo>
                  <a:lnTo>
                    <a:pt x="1862074" y="716280"/>
                  </a:lnTo>
                  <a:lnTo>
                    <a:pt x="2114677" y="711796"/>
                  </a:lnTo>
                  <a:lnTo>
                    <a:pt x="2233929" y="707326"/>
                  </a:lnTo>
                  <a:lnTo>
                    <a:pt x="2461005" y="693889"/>
                  </a:lnTo>
                  <a:lnTo>
                    <a:pt x="2571623" y="684936"/>
                  </a:lnTo>
                  <a:lnTo>
                    <a:pt x="2781680" y="662559"/>
                  </a:lnTo>
                  <a:lnTo>
                    <a:pt x="2980436" y="635698"/>
                  </a:lnTo>
                  <a:lnTo>
                    <a:pt x="3167761" y="604354"/>
                  </a:lnTo>
                  <a:lnTo>
                    <a:pt x="3346577" y="568540"/>
                  </a:lnTo>
                  <a:lnTo>
                    <a:pt x="3516883" y="528256"/>
                  </a:lnTo>
                  <a:lnTo>
                    <a:pt x="3678681" y="483489"/>
                  </a:lnTo>
                  <a:lnTo>
                    <a:pt x="3834765" y="436486"/>
                  </a:lnTo>
                  <a:lnTo>
                    <a:pt x="3840479" y="434238"/>
                  </a:lnTo>
                  <a:lnTo>
                    <a:pt x="3840479" y="0"/>
                  </a:lnTo>
                  <a:close/>
                </a:path>
              </a:pathLst>
            </a:custGeom>
            <a:solidFill>
              <a:srgbClr val="C5E7FB">
                <a:alpha val="290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96055" y="5370576"/>
              <a:ext cx="7402195" cy="852169"/>
            </a:xfrm>
            <a:custGeom>
              <a:avLst/>
              <a:gdLst/>
              <a:ahLst/>
              <a:cxnLst/>
              <a:rect l="l" t="t" r="r" b="b"/>
              <a:pathLst>
                <a:path w="7402195" h="852170">
                  <a:moveTo>
                    <a:pt x="1138174" y="0"/>
                  </a:moveTo>
                  <a:lnTo>
                    <a:pt x="913892" y="0"/>
                  </a:lnTo>
                  <a:lnTo>
                    <a:pt x="703834" y="4445"/>
                  </a:lnTo>
                  <a:lnTo>
                    <a:pt x="508000" y="11176"/>
                  </a:lnTo>
                  <a:lnTo>
                    <a:pt x="326390" y="22352"/>
                  </a:lnTo>
                  <a:lnTo>
                    <a:pt x="156083" y="35814"/>
                  </a:lnTo>
                  <a:lnTo>
                    <a:pt x="0" y="53721"/>
                  </a:lnTo>
                  <a:lnTo>
                    <a:pt x="445643" y="96139"/>
                  </a:lnTo>
                  <a:lnTo>
                    <a:pt x="925195" y="156464"/>
                  </a:lnTo>
                  <a:lnTo>
                    <a:pt x="1439037" y="234784"/>
                  </a:lnTo>
                  <a:lnTo>
                    <a:pt x="1711452" y="279501"/>
                  </a:lnTo>
                  <a:lnTo>
                    <a:pt x="2491994" y="422605"/>
                  </a:lnTo>
                  <a:lnTo>
                    <a:pt x="3417189" y="576884"/>
                  </a:lnTo>
                  <a:lnTo>
                    <a:pt x="4047236" y="668566"/>
                  </a:lnTo>
                  <a:lnTo>
                    <a:pt x="4626229" y="740117"/>
                  </a:lnTo>
                  <a:lnTo>
                    <a:pt x="5321681" y="807199"/>
                  </a:lnTo>
                  <a:lnTo>
                    <a:pt x="5483479" y="818375"/>
                  </a:lnTo>
                  <a:lnTo>
                    <a:pt x="5789930" y="836269"/>
                  </a:lnTo>
                  <a:lnTo>
                    <a:pt x="5937504" y="842975"/>
                  </a:lnTo>
                  <a:lnTo>
                    <a:pt x="6221349" y="851916"/>
                  </a:lnTo>
                  <a:lnTo>
                    <a:pt x="6485382" y="851916"/>
                  </a:lnTo>
                  <a:lnTo>
                    <a:pt x="6735064" y="847445"/>
                  </a:lnTo>
                  <a:lnTo>
                    <a:pt x="6854317" y="842975"/>
                  </a:lnTo>
                  <a:lnTo>
                    <a:pt x="6970649" y="836269"/>
                  </a:lnTo>
                  <a:lnTo>
                    <a:pt x="7299833" y="809434"/>
                  </a:lnTo>
                  <a:lnTo>
                    <a:pt x="7402068" y="798245"/>
                  </a:lnTo>
                  <a:lnTo>
                    <a:pt x="7072884" y="766953"/>
                  </a:lnTo>
                  <a:lnTo>
                    <a:pt x="6723761" y="728941"/>
                  </a:lnTo>
                  <a:lnTo>
                    <a:pt x="5965952" y="630555"/>
                  </a:lnTo>
                  <a:lnTo>
                    <a:pt x="5120132" y="498627"/>
                  </a:lnTo>
                  <a:lnTo>
                    <a:pt x="3806063" y="263842"/>
                  </a:lnTo>
                  <a:lnTo>
                    <a:pt x="3448430" y="205740"/>
                  </a:lnTo>
                  <a:lnTo>
                    <a:pt x="2943225" y="134112"/>
                  </a:lnTo>
                  <a:lnTo>
                    <a:pt x="2625344" y="96139"/>
                  </a:lnTo>
                  <a:lnTo>
                    <a:pt x="2174113" y="51435"/>
                  </a:lnTo>
                  <a:lnTo>
                    <a:pt x="1893062" y="31242"/>
                  </a:lnTo>
                  <a:lnTo>
                    <a:pt x="1629156" y="15621"/>
                  </a:lnTo>
                  <a:lnTo>
                    <a:pt x="1376553" y="4445"/>
                  </a:lnTo>
                  <a:lnTo>
                    <a:pt x="1138174" y="0"/>
                  </a:lnTo>
                  <a:close/>
                </a:path>
              </a:pathLst>
            </a:custGeom>
            <a:solidFill>
              <a:srgbClr val="C5E7FB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77234" y="5369814"/>
              <a:ext cx="8129270" cy="789940"/>
            </a:xfrm>
            <a:custGeom>
              <a:avLst/>
              <a:gdLst/>
              <a:ahLst/>
              <a:cxnLst/>
              <a:rect l="l" t="t" r="r" b="b"/>
              <a:pathLst>
                <a:path w="8129270" h="789939">
                  <a:moveTo>
                    <a:pt x="0" y="91948"/>
                  </a:moveTo>
                  <a:lnTo>
                    <a:pt x="25526" y="87503"/>
                  </a:lnTo>
                  <a:lnTo>
                    <a:pt x="102235" y="76327"/>
                  </a:lnTo>
                  <a:lnTo>
                    <a:pt x="232790" y="60706"/>
                  </a:lnTo>
                  <a:lnTo>
                    <a:pt x="317880" y="51689"/>
                  </a:lnTo>
                  <a:lnTo>
                    <a:pt x="417194" y="42799"/>
                  </a:lnTo>
                  <a:lnTo>
                    <a:pt x="527938" y="36068"/>
                  </a:lnTo>
                  <a:lnTo>
                    <a:pt x="655574" y="29337"/>
                  </a:lnTo>
                  <a:lnTo>
                    <a:pt x="794765" y="22606"/>
                  </a:lnTo>
                  <a:lnTo>
                    <a:pt x="950849" y="18161"/>
                  </a:lnTo>
                  <a:lnTo>
                    <a:pt x="1121155" y="16002"/>
                  </a:lnTo>
                  <a:lnTo>
                    <a:pt x="1305560" y="13716"/>
                  </a:lnTo>
                  <a:lnTo>
                    <a:pt x="1504314" y="16002"/>
                  </a:lnTo>
                  <a:lnTo>
                    <a:pt x="1717166" y="20447"/>
                  </a:lnTo>
                  <a:lnTo>
                    <a:pt x="1947037" y="29337"/>
                  </a:lnTo>
                  <a:lnTo>
                    <a:pt x="2191130" y="40513"/>
                  </a:lnTo>
                  <a:lnTo>
                    <a:pt x="2449449" y="58420"/>
                  </a:lnTo>
                  <a:lnTo>
                    <a:pt x="2724657" y="78486"/>
                  </a:lnTo>
                  <a:lnTo>
                    <a:pt x="3017012" y="103124"/>
                  </a:lnTo>
                  <a:lnTo>
                    <a:pt x="3323590" y="132207"/>
                  </a:lnTo>
                  <a:lnTo>
                    <a:pt x="3647186" y="168021"/>
                  </a:lnTo>
                  <a:lnTo>
                    <a:pt x="3984879" y="208153"/>
                  </a:lnTo>
                  <a:lnTo>
                    <a:pt x="4339717" y="255143"/>
                  </a:lnTo>
                  <a:lnTo>
                    <a:pt x="4711445" y="311035"/>
                  </a:lnTo>
                  <a:lnTo>
                    <a:pt x="5100320" y="371398"/>
                  </a:lnTo>
                  <a:lnTo>
                    <a:pt x="5506212" y="438454"/>
                  </a:lnTo>
                  <a:lnTo>
                    <a:pt x="5929121" y="514464"/>
                  </a:lnTo>
                  <a:lnTo>
                    <a:pt x="6369049" y="597179"/>
                  </a:lnTo>
                  <a:lnTo>
                    <a:pt x="6825996" y="688835"/>
                  </a:lnTo>
                  <a:lnTo>
                    <a:pt x="7299959" y="789432"/>
                  </a:lnTo>
                </a:path>
                <a:path w="8129270" h="789939">
                  <a:moveTo>
                    <a:pt x="3712464" y="652272"/>
                  </a:moveTo>
                  <a:lnTo>
                    <a:pt x="3840225" y="625462"/>
                  </a:lnTo>
                  <a:lnTo>
                    <a:pt x="4189348" y="556221"/>
                  </a:lnTo>
                  <a:lnTo>
                    <a:pt x="4430521" y="509308"/>
                  </a:lnTo>
                  <a:lnTo>
                    <a:pt x="4708779" y="457923"/>
                  </a:lnTo>
                  <a:lnTo>
                    <a:pt x="5018150" y="402082"/>
                  </a:lnTo>
                  <a:lnTo>
                    <a:pt x="5350256" y="341769"/>
                  </a:lnTo>
                  <a:lnTo>
                    <a:pt x="5702172" y="283692"/>
                  </a:lnTo>
                  <a:lnTo>
                    <a:pt x="6062598" y="225615"/>
                  </a:lnTo>
                  <a:lnTo>
                    <a:pt x="6431661" y="171958"/>
                  </a:lnTo>
                  <a:lnTo>
                    <a:pt x="6797802" y="120650"/>
                  </a:lnTo>
                  <a:lnTo>
                    <a:pt x="6979411" y="98298"/>
                  </a:lnTo>
                  <a:lnTo>
                    <a:pt x="7155434" y="75946"/>
                  </a:lnTo>
                  <a:lnTo>
                    <a:pt x="7331456" y="58039"/>
                  </a:lnTo>
                  <a:lnTo>
                    <a:pt x="7501763" y="40259"/>
                  </a:lnTo>
                  <a:lnTo>
                    <a:pt x="7669148" y="26797"/>
                  </a:lnTo>
                  <a:lnTo>
                    <a:pt x="7828152" y="15621"/>
                  </a:lnTo>
                  <a:lnTo>
                    <a:pt x="7981442" y="6731"/>
                  </a:lnTo>
                  <a:lnTo>
                    <a:pt x="8129015" y="0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1940" y="5353811"/>
              <a:ext cx="11631295" cy="1332230"/>
            </a:xfrm>
            <a:custGeom>
              <a:avLst/>
              <a:gdLst/>
              <a:ahLst/>
              <a:cxnLst/>
              <a:rect l="l" t="t" r="r" b="b"/>
              <a:pathLst>
                <a:path w="11631295" h="1332229">
                  <a:moveTo>
                    <a:pt x="2074799" y="0"/>
                  </a:moveTo>
                  <a:lnTo>
                    <a:pt x="1870456" y="0"/>
                  </a:lnTo>
                  <a:lnTo>
                    <a:pt x="1677416" y="4444"/>
                  </a:lnTo>
                  <a:lnTo>
                    <a:pt x="1495805" y="11175"/>
                  </a:lnTo>
                  <a:lnTo>
                    <a:pt x="1166495" y="33528"/>
                  </a:lnTo>
                  <a:lnTo>
                    <a:pt x="1016126" y="49149"/>
                  </a:lnTo>
                  <a:lnTo>
                    <a:pt x="879856" y="64769"/>
                  </a:lnTo>
                  <a:lnTo>
                    <a:pt x="752132" y="82676"/>
                  </a:lnTo>
                  <a:lnTo>
                    <a:pt x="638606" y="102743"/>
                  </a:lnTo>
                  <a:lnTo>
                    <a:pt x="530758" y="120650"/>
                  </a:lnTo>
                  <a:lnTo>
                    <a:pt x="437095" y="140843"/>
                  </a:lnTo>
                  <a:lnTo>
                    <a:pt x="275310" y="178815"/>
                  </a:lnTo>
                  <a:lnTo>
                    <a:pt x="210032" y="196722"/>
                  </a:lnTo>
                  <a:lnTo>
                    <a:pt x="68122" y="241363"/>
                  </a:lnTo>
                  <a:lnTo>
                    <a:pt x="0" y="268185"/>
                  </a:lnTo>
                  <a:lnTo>
                    <a:pt x="0" y="1331976"/>
                  </a:lnTo>
                  <a:lnTo>
                    <a:pt x="11625453" y="1331976"/>
                  </a:lnTo>
                  <a:lnTo>
                    <a:pt x="11631167" y="1325270"/>
                  </a:lnTo>
                  <a:lnTo>
                    <a:pt x="11631167" y="851484"/>
                  </a:lnTo>
                  <a:lnTo>
                    <a:pt x="9576308" y="851484"/>
                  </a:lnTo>
                  <a:lnTo>
                    <a:pt x="9391777" y="849249"/>
                  </a:lnTo>
                  <a:lnTo>
                    <a:pt x="9198737" y="844778"/>
                  </a:lnTo>
                  <a:lnTo>
                    <a:pt x="9000109" y="838072"/>
                  </a:lnTo>
                  <a:lnTo>
                    <a:pt x="8792971" y="826897"/>
                  </a:lnTo>
                  <a:lnTo>
                    <a:pt x="8347329" y="793369"/>
                  </a:lnTo>
                  <a:lnTo>
                    <a:pt x="7867650" y="746442"/>
                  </a:lnTo>
                  <a:lnTo>
                    <a:pt x="7612253" y="717384"/>
                  </a:lnTo>
                  <a:lnTo>
                    <a:pt x="7345426" y="683869"/>
                  </a:lnTo>
                  <a:lnTo>
                    <a:pt x="6482588" y="558711"/>
                  </a:lnTo>
                  <a:lnTo>
                    <a:pt x="5514721" y="395566"/>
                  </a:lnTo>
                  <a:lnTo>
                    <a:pt x="4819396" y="268185"/>
                  </a:lnTo>
                  <a:lnTo>
                    <a:pt x="4163695" y="165353"/>
                  </a:lnTo>
                  <a:lnTo>
                    <a:pt x="3857244" y="125094"/>
                  </a:lnTo>
                  <a:lnTo>
                    <a:pt x="3564890" y="91566"/>
                  </a:lnTo>
                  <a:lnTo>
                    <a:pt x="3283839" y="62610"/>
                  </a:lnTo>
                  <a:lnTo>
                    <a:pt x="3017012" y="40259"/>
                  </a:lnTo>
                  <a:lnTo>
                    <a:pt x="2764409" y="22351"/>
                  </a:lnTo>
                  <a:lnTo>
                    <a:pt x="2293366" y="2285"/>
                  </a:lnTo>
                  <a:lnTo>
                    <a:pt x="2074799" y="0"/>
                  </a:lnTo>
                  <a:close/>
                </a:path>
                <a:path w="11631295" h="1332229">
                  <a:moveTo>
                    <a:pt x="11631167" y="569887"/>
                  </a:moveTo>
                  <a:lnTo>
                    <a:pt x="11517630" y="605650"/>
                  </a:lnTo>
                  <a:lnTo>
                    <a:pt x="11409807" y="636930"/>
                  </a:lnTo>
                  <a:lnTo>
                    <a:pt x="11296268" y="665988"/>
                  </a:lnTo>
                  <a:lnTo>
                    <a:pt x="11060684" y="719620"/>
                  </a:lnTo>
                  <a:lnTo>
                    <a:pt x="10935842" y="744207"/>
                  </a:lnTo>
                  <a:lnTo>
                    <a:pt x="10674731" y="784440"/>
                  </a:lnTo>
                  <a:lnTo>
                    <a:pt x="10535539" y="802309"/>
                  </a:lnTo>
                  <a:lnTo>
                    <a:pt x="10240391" y="829132"/>
                  </a:lnTo>
                  <a:lnTo>
                    <a:pt x="9922510" y="847013"/>
                  </a:lnTo>
                  <a:lnTo>
                    <a:pt x="9752203" y="851484"/>
                  </a:lnTo>
                  <a:lnTo>
                    <a:pt x="11631167" y="851484"/>
                  </a:lnTo>
                  <a:lnTo>
                    <a:pt x="11631167" y="5698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654294"/>
              <a:ext cx="12192000" cy="220370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0" y="4751832"/>
              <a:ext cx="12192000" cy="2106295"/>
            </a:xfrm>
            <a:custGeom>
              <a:avLst/>
              <a:gdLst/>
              <a:ahLst/>
              <a:cxnLst/>
              <a:rect l="l" t="t" r="r" b="b"/>
              <a:pathLst>
                <a:path w="12192000" h="2106295">
                  <a:moveTo>
                    <a:pt x="0" y="1692935"/>
                  </a:moveTo>
                  <a:lnTo>
                    <a:pt x="0" y="2106168"/>
                  </a:lnTo>
                  <a:lnTo>
                    <a:pt x="12192000" y="2106168"/>
                  </a:lnTo>
                  <a:lnTo>
                    <a:pt x="12192000" y="1751497"/>
                  </a:lnTo>
                  <a:lnTo>
                    <a:pt x="2934817" y="1751497"/>
                  </a:lnTo>
                  <a:lnTo>
                    <a:pt x="2876641" y="1751349"/>
                  </a:lnTo>
                  <a:lnTo>
                    <a:pt x="2817092" y="1751121"/>
                  </a:lnTo>
                  <a:lnTo>
                    <a:pt x="0" y="1692935"/>
                  </a:lnTo>
                  <a:close/>
                </a:path>
                <a:path w="12192000" h="2106295">
                  <a:moveTo>
                    <a:pt x="12192000" y="0"/>
                  </a:moveTo>
                  <a:lnTo>
                    <a:pt x="11716943" y="166999"/>
                  </a:lnTo>
                  <a:lnTo>
                    <a:pt x="10889368" y="446031"/>
                  </a:lnTo>
                  <a:lnTo>
                    <a:pt x="10181449" y="670627"/>
                  </a:lnTo>
                  <a:lnTo>
                    <a:pt x="9576625" y="850361"/>
                  </a:lnTo>
                  <a:lnTo>
                    <a:pt x="9061926" y="993217"/>
                  </a:lnTo>
                  <a:lnTo>
                    <a:pt x="8627362" y="1105785"/>
                  </a:lnTo>
                  <a:lnTo>
                    <a:pt x="8205916" y="1207284"/>
                  </a:lnTo>
                  <a:lnTo>
                    <a:pt x="7796037" y="1298223"/>
                  </a:lnTo>
                  <a:lnTo>
                    <a:pt x="7396173" y="1379112"/>
                  </a:lnTo>
                  <a:lnTo>
                    <a:pt x="7060227" y="1440831"/>
                  </a:lnTo>
                  <a:lnTo>
                    <a:pt x="6729521" y="1495861"/>
                  </a:lnTo>
                  <a:lnTo>
                    <a:pt x="6403079" y="1544521"/>
                  </a:lnTo>
                  <a:lnTo>
                    <a:pt x="6026314" y="1593670"/>
                  </a:lnTo>
                  <a:lnTo>
                    <a:pt x="5652470" y="1635094"/>
                  </a:lnTo>
                  <a:lnTo>
                    <a:pt x="5279994" y="1669304"/>
                  </a:lnTo>
                  <a:lnTo>
                    <a:pt x="4907336" y="1696809"/>
                  </a:lnTo>
                  <a:lnTo>
                    <a:pt x="4479226" y="1720684"/>
                  </a:lnTo>
                  <a:lnTo>
                    <a:pt x="3992010" y="1738816"/>
                  </a:lnTo>
                  <a:lnTo>
                    <a:pt x="3376991" y="1750019"/>
                  </a:lnTo>
                  <a:lnTo>
                    <a:pt x="3324690" y="1750449"/>
                  </a:lnTo>
                  <a:lnTo>
                    <a:pt x="3101274" y="1751497"/>
                  </a:lnTo>
                  <a:lnTo>
                    <a:pt x="12192000" y="1751497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5BB9F6">
                <a:alpha val="4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49968" y="0"/>
              <a:ext cx="2542031" cy="68580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9753600" y="0"/>
              <a:ext cx="2438400" cy="6858000"/>
            </a:xfrm>
            <a:custGeom>
              <a:avLst/>
              <a:gdLst/>
              <a:ahLst/>
              <a:cxnLst/>
              <a:rect l="l" t="t" r="r" b="b"/>
              <a:pathLst>
                <a:path w="2438400" h="6858000">
                  <a:moveTo>
                    <a:pt x="0" y="0"/>
                  </a:moveTo>
                  <a:lnTo>
                    <a:pt x="45891" y="47929"/>
                  </a:lnTo>
                  <a:lnTo>
                    <a:pt x="91044" y="95891"/>
                  </a:lnTo>
                  <a:lnTo>
                    <a:pt x="135461" y="143882"/>
                  </a:lnTo>
                  <a:lnTo>
                    <a:pt x="179147" y="191900"/>
                  </a:lnTo>
                  <a:lnTo>
                    <a:pt x="222105" y="239944"/>
                  </a:lnTo>
                  <a:lnTo>
                    <a:pt x="264340" y="288010"/>
                  </a:lnTo>
                  <a:lnTo>
                    <a:pt x="305855" y="336097"/>
                  </a:lnTo>
                  <a:lnTo>
                    <a:pt x="346654" y="384203"/>
                  </a:lnTo>
                  <a:lnTo>
                    <a:pt x="386741" y="432325"/>
                  </a:lnTo>
                  <a:lnTo>
                    <a:pt x="426119" y="480460"/>
                  </a:lnTo>
                  <a:lnTo>
                    <a:pt x="464794" y="528608"/>
                  </a:lnTo>
                  <a:lnTo>
                    <a:pt x="502768" y="576765"/>
                  </a:lnTo>
                  <a:lnTo>
                    <a:pt x="540046" y="624930"/>
                  </a:lnTo>
                  <a:lnTo>
                    <a:pt x="576631" y="673099"/>
                  </a:lnTo>
                  <a:lnTo>
                    <a:pt x="612527" y="721271"/>
                  </a:lnTo>
                  <a:lnTo>
                    <a:pt x="647739" y="769444"/>
                  </a:lnTo>
                  <a:lnTo>
                    <a:pt x="682269" y="817616"/>
                  </a:lnTo>
                  <a:lnTo>
                    <a:pt x="716123" y="865783"/>
                  </a:lnTo>
                  <a:lnTo>
                    <a:pt x="749303" y="913945"/>
                  </a:lnTo>
                  <a:lnTo>
                    <a:pt x="781814" y="962098"/>
                  </a:lnTo>
                  <a:lnTo>
                    <a:pt x="813660" y="1010241"/>
                  </a:lnTo>
                  <a:lnTo>
                    <a:pt x="844844" y="1058371"/>
                  </a:lnTo>
                  <a:lnTo>
                    <a:pt x="875371" y="1106486"/>
                  </a:lnTo>
                  <a:lnTo>
                    <a:pt x="905244" y="1154584"/>
                  </a:lnTo>
                  <a:lnTo>
                    <a:pt x="934467" y="1202662"/>
                  </a:lnTo>
                  <a:lnTo>
                    <a:pt x="963043" y="1250719"/>
                  </a:lnTo>
                  <a:lnTo>
                    <a:pt x="990978" y="1298752"/>
                  </a:lnTo>
                  <a:lnTo>
                    <a:pt x="1018275" y="1346758"/>
                  </a:lnTo>
                  <a:lnTo>
                    <a:pt x="1044937" y="1394737"/>
                  </a:lnTo>
                  <a:lnTo>
                    <a:pt x="1070969" y="1442684"/>
                  </a:lnTo>
                  <a:lnTo>
                    <a:pt x="1096375" y="1490599"/>
                  </a:lnTo>
                  <a:lnTo>
                    <a:pt x="1121157" y="1538479"/>
                  </a:lnTo>
                  <a:lnTo>
                    <a:pt x="1145321" y="1586322"/>
                  </a:lnTo>
                  <a:lnTo>
                    <a:pt x="1168870" y="1634125"/>
                  </a:lnTo>
                  <a:lnTo>
                    <a:pt x="1191808" y="1681887"/>
                  </a:lnTo>
                  <a:lnTo>
                    <a:pt x="1214139" y="1729604"/>
                  </a:lnTo>
                  <a:lnTo>
                    <a:pt x="1235867" y="1777276"/>
                  </a:lnTo>
                  <a:lnTo>
                    <a:pt x="1256995" y="1824899"/>
                  </a:lnTo>
                  <a:lnTo>
                    <a:pt x="1277528" y="1872471"/>
                  </a:lnTo>
                  <a:lnTo>
                    <a:pt x="1297469" y="1919990"/>
                  </a:lnTo>
                  <a:lnTo>
                    <a:pt x="1316822" y="1967455"/>
                  </a:lnTo>
                  <a:lnTo>
                    <a:pt x="1335592" y="2014862"/>
                  </a:lnTo>
                  <a:lnTo>
                    <a:pt x="1353782" y="2062210"/>
                  </a:lnTo>
                  <a:lnTo>
                    <a:pt x="1371395" y="2109495"/>
                  </a:lnTo>
                  <a:lnTo>
                    <a:pt x="1388437" y="2156717"/>
                  </a:lnTo>
                  <a:lnTo>
                    <a:pt x="1404910" y="2203873"/>
                  </a:lnTo>
                  <a:lnTo>
                    <a:pt x="1420819" y="2250960"/>
                  </a:lnTo>
                  <a:lnTo>
                    <a:pt x="1436167" y="2297976"/>
                  </a:lnTo>
                  <a:lnTo>
                    <a:pt x="1450959" y="2344920"/>
                  </a:lnTo>
                  <a:lnTo>
                    <a:pt x="1465198" y="2391788"/>
                  </a:lnTo>
                  <a:lnTo>
                    <a:pt x="1478888" y="2438579"/>
                  </a:lnTo>
                  <a:lnTo>
                    <a:pt x="1492033" y="2485290"/>
                  </a:lnTo>
                  <a:lnTo>
                    <a:pt x="1504637" y="2531920"/>
                  </a:lnTo>
                  <a:lnTo>
                    <a:pt x="1516704" y="2578465"/>
                  </a:lnTo>
                  <a:lnTo>
                    <a:pt x="1528237" y="2624925"/>
                  </a:lnTo>
                  <a:lnTo>
                    <a:pt x="1539241" y="2671295"/>
                  </a:lnTo>
                  <a:lnTo>
                    <a:pt x="1549720" y="2717575"/>
                  </a:lnTo>
                  <a:lnTo>
                    <a:pt x="1559677" y="2763762"/>
                  </a:lnTo>
                  <a:lnTo>
                    <a:pt x="1569116" y="2809854"/>
                  </a:lnTo>
                  <a:lnTo>
                    <a:pt x="1578041" y="2855848"/>
                  </a:lnTo>
                  <a:lnTo>
                    <a:pt x="1586456" y="2901743"/>
                  </a:lnTo>
                  <a:lnTo>
                    <a:pt x="1594365" y="2947536"/>
                  </a:lnTo>
                  <a:lnTo>
                    <a:pt x="1601772" y="2993225"/>
                  </a:lnTo>
                  <a:lnTo>
                    <a:pt x="1608680" y="3038807"/>
                  </a:lnTo>
                  <a:lnTo>
                    <a:pt x="1615094" y="3084281"/>
                  </a:lnTo>
                  <a:lnTo>
                    <a:pt x="1621017" y="3129644"/>
                  </a:lnTo>
                  <a:lnTo>
                    <a:pt x="1626454" y="3174894"/>
                  </a:lnTo>
                  <a:lnTo>
                    <a:pt x="1631408" y="3220029"/>
                  </a:lnTo>
                  <a:lnTo>
                    <a:pt x="1635883" y="3265046"/>
                  </a:lnTo>
                  <a:lnTo>
                    <a:pt x="1639883" y="3309943"/>
                  </a:lnTo>
                  <a:lnTo>
                    <a:pt x="1643411" y="3354719"/>
                  </a:lnTo>
                  <a:lnTo>
                    <a:pt x="1646473" y="3399370"/>
                  </a:lnTo>
                  <a:lnTo>
                    <a:pt x="1649071" y="3443895"/>
                  </a:lnTo>
                  <a:lnTo>
                    <a:pt x="1651209" y="3488292"/>
                  </a:lnTo>
                  <a:lnTo>
                    <a:pt x="1652892" y="3532557"/>
                  </a:lnTo>
                  <a:lnTo>
                    <a:pt x="1654123" y="3576690"/>
                  </a:lnTo>
                  <a:lnTo>
                    <a:pt x="1654906" y="3620687"/>
                  </a:lnTo>
                  <a:lnTo>
                    <a:pt x="1655246" y="3664547"/>
                  </a:lnTo>
                  <a:lnTo>
                    <a:pt x="1655145" y="3708266"/>
                  </a:lnTo>
                  <a:lnTo>
                    <a:pt x="1654608" y="3751844"/>
                  </a:lnTo>
                  <a:lnTo>
                    <a:pt x="1653638" y="3795278"/>
                  </a:lnTo>
                  <a:lnTo>
                    <a:pt x="1652241" y="3838565"/>
                  </a:lnTo>
                  <a:lnTo>
                    <a:pt x="1650418" y="3881704"/>
                  </a:lnTo>
                  <a:lnTo>
                    <a:pt x="1648175" y="3924691"/>
                  </a:lnTo>
                  <a:lnTo>
                    <a:pt x="1645516" y="3967526"/>
                  </a:lnTo>
                  <a:lnTo>
                    <a:pt x="1642443" y="4010205"/>
                  </a:lnTo>
                  <a:lnTo>
                    <a:pt x="1638961" y="4052726"/>
                  </a:lnTo>
                  <a:lnTo>
                    <a:pt x="1635074" y="4095088"/>
                  </a:lnTo>
                  <a:lnTo>
                    <a:pt x="1630786" y="4137287"/>
                  </a:lnTo>
                  <a:lnTo>
                    <a:pt x="1626101" y="4179323"/>
                  </a:lnTo>
                  <a:lnTo>
                    <a:pt x="1621022" y="4221192"/>
                  </a:lnTo>
                  <a:lnTo>
                    <a:pt x="1615554" y="4262892"/>
                  </a:lnTo>
                  <a:lnTo>
                    <a:pt x="1609699" y="4304421"/>
                  </a:lnTo>
                  <a:lnTo>
                    <a:pt x="1603463" y="4345777"/>
                  </a:lnTo>
                  <a:lnTo>
                    <a:pt x="1596850" y="4386957"/>
                  </a:lnTo>
                  <a:lnTo>
                    <a:pt x="1589862" y="4427960"/>
                  </a:lnTo>
                  <a:lnTo>
                    <a:pt x="1582503" y="4468783"/>
                  </a:lnTo>
                  <a:lnTo>
                    <a:pt x="1574779" y="4509424"/>
                  </a:lnTo>
                  <a:lnTo>
                    <a:pt x="1566692" y="4549880"/>
                  </a:lnTo>
                  <a:lnTo>
                    <a:pt x="1558247" y="4590150"/>
                  </a:lnTo>
                  <a:lnTo>
                    <a:pt x="1549447" y="4630231"/>
                  </a:lnTo>
                  <a:lnTo>
                    <a:pt x="1540296" y="4670121"/>
                  </a:lnTo>
                  <a:lnTo>
                    <a:pt x="1530799" y="4709818"/>
                  </a:lnTo>
                  <a:lnTo>
                    <a:pt x="1520958" y="4749320"/>
                  </a:lnTo>
                  <a:lnTo>
                    <a:pt x="1510779" y="4788623"/>
                  </a:lnTo>
                  <a:lnTo>
                    <a:pt x="1500264" y="4827727"/>
                  </a:lnTo>
                  <a:lnTo>
                    <a:pt x="1489418" y="4866629"/>
                  </a:lnTo>
                  <a:lnTo>
                    <a:pt x="1478244" y="4905326"/>
                  </a:lnTo>
                  <a:lnTo>
                    <a:pt x="1466747" y="4943816"/>
                  </a:lnTo>
                  <a:lnTo>
                    <a:pt x="1454930" y="4982098"/>
                  </a:lnTo>
                  <a:lnTo>
                    <a:pt x="1442798" y="5020169"/>
                  </a:lnTo>
                  <a:lnTo>
                    <a:pt x="1430353" y="5058026"/>
                  </a:lnTo>
                  <a:lnTo>
                    <a:pt x="1417601" y="5095668"/>
                  </a:lnTo>
                  <a:lnTo>
                    <a:pt x="1404544" y="5133092"/>
                  </a:lnTo>
                  <a:lnTo>
                    <a:pt x="1391188" y="5170296"/>
                  </a:lnTo>
                  <a:lnTo>
                    <a:pt x="1377535" y="5207278"/>
                  </a:lnTo>
                  <a:lnTo>
                    <a:pt x="1363589" y="5244035"/>
                  </a:lnTo>
                  <a:lnTo>
                    <a:pt x="1349355" y="5280566"/>
                  </a:lnTo>
                  <a:lnTo>
                    <a:pt x="1334836" y="5316868"/>
                  </a:lnTo>
                  <a:lnTo>
                    <a:pt x="1320036" y="5352938"/>
                  </a:lnTo>
                  <a:lnTo>
                    <a:pt x="1304959" y="5388775"/>
                  </a:lnTo>
                  <a:lnTo>
                    <a:pt x="1289610" y="5424377"/>
                  </a:lnTo>
                  <a:lnTo>
                    <a:pt x="1273991" y="5459741"/>
                  </a:lnTo>
                  <a:lnTo>
                    <a:pt x="1258107" y="5494865"/>
                  </a:lnTo>
                  <a:lnTo>
                    <a:pt x="1241961" y="5529746"/>
                  </a:lnTo>
                  <a:lnTo>
                    <a:pt x="1225558" y="5564383"/>
                  </a:lnTo>
                  <a:lnTo>
                    <a:pt x="1208901" y="5598774"/>
                  </a:lnTo>
                  <a:lnTo>
                    <a:pt x="1174843" y="5666805"/>
                  </a:lnTo>
                  <a:lnTo>
                    <a:pt x="1139816" y="5733823"/>
                  </a:lnTo>
                  <a:lnTo>
                    <a:pt x="1103853" y="5799809"/>
                  </a:lnTo>
                  <a:lnTo>
                    <a:pt x="1066984" y="5864746"/>
                  </a:lnTo>
                  <a:lnTo>
                    <a:pt x="1029240" y="5928616"/>
                  </a:lnTo>
                  <a:lnTo>
                    <a:pt x="990653" y="5991400"/>
                  </a:lnTo>
                  <a:lnTo>
                    <a:pt x="951253" y="6053082"/>
                  </a:lnTo>
                  <a:lnTo>
                    <a:pt x="911072" y="6113644"/>
                  </a:lnTo>
                  <a:lnTo>
                    <a:pt x="870140" y="6173067"/>
                  </a:lnTo>
                  <a:lnTo>
                    <a:pt x="828490" y="6231333"/>
                  </a:lnTo>
                  <a:lnTo>
                    <a:pt x="786151" y="6288425"/>
                  </a:lnTo>
                  <a:lnTo>
                    <a:pt x="743155" y="6344326"/>
                  </a:lnTo>
                  <a:lnTo>
                    <a:pt x="699533" y="6399016"/>
                  </a:lnTo>
                  <a:lnTo>
                    <a:pt x="655316" y="6452479"/>
                  </a:lnTo>
                  <a:lnTo>
                    <a:pt x="610535" y="6504697"/>
                  </a:lnTo>
                  <a:lnTo>
                    <a:pt x="565221" y="6555651"/>
                  </a:lnTo>
                  <a:lnTo>
                    <a:pt x="519406" y="6605325"/>
                  </a:lnTo>
                  <a:lnTo>
                    <a:pt x="473120" y="6653699"/>
                  </a:lnTo>
                  <a:lnTo>
                    <a:pt x="426394" y="6700756"/>
                  </a:lnTo>
                  <a:lnTo>
                    <a:pt x="379260" y="6746479"/>
                  </a:lnTo>
                  <a:lnTo>
                    <a:pt x="331748" y="6790850"/>
                  </a:lnTo>
                  <a:lnTo>
                    <a:pt x="283891" y="6833850"/>
                  </a:lnTo>
                  <a:lnTo>
                    <a:pt x="259842" y="6854831"/>
                  </a:lnTo>
                  <a:lnTo>
                    <a:pt x="2438400" y="6857999"/>
                  </a:lnTo>
                  <a:lnTo>
                    <a:pt x="2438400" y="142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7FB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654294"/>
              <a:ext cx="12192000" cy="220370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0" y="4751832"/>
              <a:ext cx="12192000" cy="2106295"/>
            </a:xfrm>
            <a:custGeom>
              <a:avLst/>
              <a:gdLst/>
              <a:ahLst/>
              <a:cxnLst/>
              <a:rect l="l" t="t" r="r" b="b"/>
              <a:pathLst>
                <a:path w="12192000" h="2106295">
                  <a:moveTo>
                    <a:pt x="0" y="1692935"/>
                  </a:moveTo>
                  <a:lnTo>
                    <a:pt x="0" y="2106168"/>
                  </a:lnTo>
                  <a:lnTo>
                    <a:pt x="12192000" y="2106168"/>
                  </a:lnTo>
                  <a:lnTo>
                    <a:pt x="12192000" y="1751497"/>
                  </a:lnTo>
                  <a:lnTo>
                    <a:pt x="2934817" y="1751497"/>
                  </a:lnTo>
                  <a:lnTo>
                    <a:pt x="2876641" y="1751349"/>
                  </a:lnTo>
                  <a:lnTo>
                    <a:pt x="2817092" y="1751121"/>
                  </a:lnTo>
                  <a:lnTo>
                    <a:pt x="0" y="1692935"/>
                  </a:lnTo>
                  <a:close/>
                </a:path>
                <a:path w="12192000" h="2106295">
                  <a:moveTo>
                    <a:pt x="12192000" y="0"/>
                  </a:moveTo>
                  <a:lnTo>
                    <a:pt x="11716943" y="166999"/>
                  </a:lnTo>
                  <a:lnTo>
                    <a:pt x="10889368" y="446031"/>
                  </a:lnTo>
                  <a:lnTo>
                    <a:pt x="10181449" y="670627"/>
                  </a:lnTo>
                  <a:lnTo>
                    <a:pt x="9576625" y="850361"/>
                  </a:lnTo>
                  <a:lnTo>
                    <a:pt x="9061926" y="993217"/>
                  </a:lnTo>
                  <a:lnTo>
                    <a:pt x="8627362" y="1105785"/>
                  </a:lnTo>
                  <a:lnTo>
                    <a:pt x="8205916" y="1207284"/>
                  </a:lnTo>
                  <a:lnTo>
                    <a:pt x="7796037" y="1298223"/>
                  </a:lnTo>
                  <a:lnTo>
                    <a:pt x="7396173" y="1379112"/>
                  </a:lnTo>
                  <a:lnTo>
                    <a:pt x="7060227" y="1440831"/>
                  </a:lnTo>
                  <a:lnTo>
                    <a:pt x="6729521" y="1495861"/>
                  </a:lnTo>
                  <a:lnTo>
                    <a:pt x="6403079" y="1544521"/>
                  </a:lnTo>
                  <a:lnTo>
                    <a:pt x="6026314" y="1593670"/>
                  </a:lnTo>
                  <a:lnTo>
                    <a:pt x="5652470" y="1635094"/>
                  </a:lnTo>
                  <a:lnTo>
                    <a:pt x="5279994" y="1669304"/>
                  </a:lnTo>
                  <a:lnTo>
                    <a:pt x="4907336" y="1696809"/>
                  </a:lnTo>
                  <a:lnTo>
                    <a:pt x="4479226" y="1720684"/>
                  </a:lnTo>
                  <a:lnTo>
                    <a:pt x="3992010" y="1738816"/>
                  </a:lnTo>
                  <a:lnTo>
                    <a:pt x="3376991" y="1750019"/>
                  </a:lnTo>
                  <a:lnTo>
                    <a:pt x="3324690" y="1750449"/>
                  </a:lnTo>
                  <a:lnTo>
                    <a:pt x="3101274" y="1751497"/>
                  </a:lnTo>
                  <a:lnTo>
                    <a:pt x="12192000" y="1751497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5BB9F6">
                <a:alpha val="4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49968" y="0"/>
              <a:ext cx="2542031" cy="68580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753600" y="0"/>
              <a:ext cx="2438400" cy="6858000"/>
            </a:xfrm>
            <a:custGeom>
              <a:avLst/>
              <a:gdLst/>
              <a:ahLst/>
              <a:cxnLst/>
              <a:rect l="l" t="t" r="r" b="b"/>
              <a:pathLst>
                <a:path w="2438400" h="6858000">
                  <a:moveTo>
                    <a:pt x="0" y="0"/>
                  </a:moveTo>
                  <a:lnTo>
                    <a:pt x="45891" y="47929"/>
                  </a:lnTo>
                  <a:lnTo>
                    <a:pt x="91044" y="95891"/>
                  </a:lnTo>
                  <a:lnTo>
                    <a:pt x="135461" y="143882"/>
                  </a:lnTo>
                  <a:lnTo>
                    <a:pt x="179147" y="191900"/>
                  </a:lnTo>
                  <a:lnTo>
                    <a:pt x="222105" y="239944"/>
                  </a:lnTo>
                  <a:lnTo>
                    <a:pt x="264340" y="288010"/>
                  </a:lnTo>
                  <a:lnTo>
                    <a:pt x="305855" y="336097"/>
                  </a:lnTo>
                  <a:lnTo>
                    <a:pt x="346654" y="384203"/>
                  </a:lnTo>
                  <a:lnTo>
                    <a:pt x="386741" y="432325"/>
                  </a:lnTo>
                  <a:lnTo>
                    <a:pt x="426119" y="480460"/>
                  </a:lnTo>
                  <a:lnTo>
                    <a:pt x="464794" y="528608"/>
                  </a:lnTo>
                  <a:lnTo>
                    <a:pt x="502768" y="576765"/>
                  </a:lnTo>
                  <a:lnTo>
                    <a:pt x="540046" y="624930"/>
                  </a:lnTo>
                  <a:lnTo>
                    <a:pt x="576631" y="673099"/>
                  </a:lnTo>
                  <a:lnTo>
                    <a:pt x="612527" y="721271"/>
                  </a:lnTo>
                  <a:lnTo>
                    <a:pt x="647739" y="769444"/>
                  </a:lnTo>
                  <a:lnTo>
                    <a:pt x="682269" y="817616"/>
                  </a:lnTo>
                  <a:lnTo>
                    <a:pt x="716123" y="865783"/>
                  </a:lnTo>
                  <a:lnTo>
                    <a:pt x="749303" y="913945"/>
                  </a:lnTo>
                  <a:lnTo>
                    <a:pt x="781814" y="962098"/>
                  </a:lnTo>
                  <a:lnTo>
                    <a:pt x="813660" y="1010241"/>
                  </a:lnTo>
                  <a:lnTo>
                    <a:pt x="844844" y="1058371"/>
                  </a:lnTo>
                  <a:lnTo>
                    <a:pt x="875371" y="1106486"/>
                  </a:lnTo>
                  <a:lnTo>
                    <a:pt x="905244" y="1154584"/>
                  </a:lnTo>
                  <a:lnTo>
                    <a:pt x="934467" y="1202662"/>
                  </a:lnTo>
                  <a:lnTo>
                    <a:pt x="963043" y="1250719"/>
                  </a:lnTo>
                  <a:lnTo>
                    <a:pt x="990978" y="1298752"/>
                  </a:lnTo>
                  <a:lnTo>
                    <a:pt x="1018275" y="1346758"/>
                  </a:lnTo>
                  <a:lnTo>
                    <a:pt x="1044937" y="1394737"/>
                  </a:lnTo>
                  <a:lnTo>
                    <a:pt x="1070969" y="1442684"/>
                  </a:lnTo>
                  <a:lnTo>
                    <a:pt x="1096375" y="1490599"/>
                  </a:lnTo>
                  <a:lnTo>
                    <a:pt x="1121157" y="1538479"/>
                  </a:lnTo>
                  <a:lnTo>
                    <a:pt x="1145321" y="1586322"/>
                  </a:lnTo>
                  <a:lnTo>
                    <a:pt x="1168870" y="1634125"/>
                  </a:lnTo>
                  <a:lnTo>
                    <a:pt x="1191808" y="1681887"/>
                  </a:lnTo>
                  <a:lnTo>
                    <a:pt x="1214139" y="1729604"/>
                  </a:lnTo>
                  <a:lnTo>
                    <a:pt x="1235867" y="1777276"/>
                  </a:lnTo>
                  <a:lnTo>
                    <a:pt x="1256995" y="1824899"/>
                  </a:lnTo>
                  <a:lnTo>
                    <a:pt x="1277528" y="1872471"/>
                  </a:lnTo>
                  <a:lnTo>
                    <a:pt x="1297469" y="1919990"/>
                  </a:lnTo>
                  <a:lnTo>
                    <a:pt x="1316822" y="1967455"/>
                  </a:lnTo>
                  <a:lnTo>
                    <a:pt x="1335592" y="2014862"/>
                  </a:lnTo>
                  <a:lnTo>
                    <a:pt x="1353782" y="2062210"/>
                  </a:lnTo>
                  <a:lnTo>
                    <a:pt x="1371395" y="2109495"/>
                  </a:lnTo>
                  <a:lnTo>
                    <a:pt x="1388437" y="2156717"/>
                  </a:lnTo>
                  <a:lnTo>
                    <a:pt x="1404910" y="2203873"/>
                  </a:lnTo>
                  <a:lnTo>
                    <a:pt x="1420819" y="2250960"/>
                  </a:lnTo>
                  <a:lnTo>
                    <a:pt x="1436167" y="2297976"/>
                  </a:lnTo>
                  <a:lnTo>
                    <a:pt x="1450959" y="2344920"/>
                  </a:lnTo>
                  <a:lnTo>
                    <a:pt x="1465198" y="2391788"/>
                  </a:lnTo>
                  <a:lnTo>
                    <a:pt x="1478888" y="2438579"/>
                  </a:lnTo>
                  <a:lnTo>
                    <a:pt x="1492033" y="2485290"/>
                  </a:lnTo>
                  <a:lnTo>
                    <a:pt x="1504637" y="2531920"/>
                  </a:lnTo>
                  <a:lnTo>
                    <a:pt x="1516704" y="2578465"/>
                  </a:lnTo>
                  <a:lnTo>
                    <a:pt x="1528237" y="2624925"/>
                  </a:lnTo>
                  <a:lnTo>
                    <a:pt x="1539241" y="2671295"/>
                  </a:lnTo>
                  <a:lnTo>
                    <a:pt x="1549720" y="2717575"/>
                  </a:lnTo>
                  <a:lnTo>
                    <a:pt x="1559677" y="2763762"/>
                  </a:lnTo>
                  <a:lnTo>
                    <a:pt x="1569116" y="2809854"/>
                  </a:lnTo>
                  <a:lnTo>
                    <a:pt x="1578041" y="2855848"/>
                  </a:lnTo>
                  <a:lnTo>
                    <a:pt x="1586456" y="2901743"/>
                  </a:lnTo>
                  <a:lnTo>
                    <a:pt x="1594365" y="2947536"/>
                  </a:lnTo>
                  <a:lnTo>
                    <a:pt x="1601772" y="2993225"/>
                  </a:lnTo>
                  <a:lnTo>
                    <a:pt x="1608680" y="3038807"/>
                  </a:lnTo>
                  <a:lnTo>
                    <a:pt x="1615094" y="3084281"/>
                  </a:lnTo>
                  <a:lnTo>
                    <a:pt x="1621017" y="3129644"/>
                  </a:lnTo>
                  <a:lnTo>
                    <a:pt x="1626454" y="3174894"/>
                  </a:lnTo>
                  <a:lnTo>
                    <a:pt x="1631408" y="3220029"/>
                  </a:lnTo>
                  <a:lnTo>
                    <a:pt x="1635883" y="3265046"/>
                  </a:lnTo>
                  <a:lnTo>
                    <a:pt x="1639883" y="3309943"/>
                  </a:lnTo>
                  <a:lnTo>
                    <a:pt x="1643411" y="3354719"/>
                  </a:lnTo>
                  <a:lnTo>
                    <a:pt x="1646473" y="3399370"/>
                  </a:lnTo>
                  <a:lnTo>
                    <a:pt x="1649071" y="3443895"/>
                  </a:lnTo>
                  <a:lnTo>
                    <a:pt x="1651209" y="3488292"/>
                  </a:lnTo>
                  <a:lnTo>
                    <a:pt x="1652892" y="3532557"/>
                  </a:lnTo>
                  <a:lnTo>
                    <a:pt x="1654123" y="3576690"/>
                  </a:lnTo>
                  <a:lnTo>
                    <a:pt x="1654906" y="3620687"/>
                  </a:lnTo>
                  <a:lnTo>
                    <a:pt x="1655246" y="3664547"/>
                  </a:lnTo>
                  <a:lnTo>
                    <a:pt x="1655145" y="3708266"/>
                  </a:lnTo>
                  <a:lnTo>
                    <a:pt x="1654608" y="3751844"/>
                  </a:lnTo>
                  <a:lnTo>
                    <a:pt x="1653638" y="3795278"/>
                  </a:lnTo>
                  <a:lnTo>
                    <a:pt x="1652241" y="3838565"/>
                  </a:lnTo>
                  <a:lnTo>
                    <a:pt x="1650418" y="3881704"/>
                  </a:lnTo>
                  <a:lnTo>
                    <a:pt x="1648175" y="3924691"/>
                  </a:lnTo>
                  <a:lnTo>
                    <a:pt x="1645516" y="3967526"/>
                  </a:lnTo>
                  <a:lnTo>
                    <a:pt x="1642443" y="4010205"/>
                  </a:lnTo>
                  <a:lnTo>
                    <a:pt x="1638961" y="4052726"/>
                  </a:lnTo>
                  <a:lnTo>
                    <a:pt x="1635074" y="4095088"/>
                  </a:lnTo>
                  <a:lnTo>
                    <a:pt x="1630786" y="4137287"/>
                  </a:lnTo>
                  <a:lnTo>
                    <a:pt x="1626101" y="4179323"/>
                  </a:lnTo>
                  <a:lnTo>
                    <a:pt x="1621022" y="4221192"/>
                  </a:lnTo>
                  <a:lnTo>
                    <a:pt x="1615554" y="4262892"/>
                  </a:lnTo>
                  <a:lnTo>
                    <a:pt x="1609699" y="4304421"/>
                  </a:lnTo>
                  <a:lnTo>
                    <a:pt x="1603463" y="4345777"/>
                  </a:lnTo>
                  <a:lnTo>
                    <a:pt x="1596850" y="4386957"/>
                  </a:lnTo>
                  <a:lnTo>
                    <a:pt x="1589862" y="4427960"/>
                  </a:lnTo>
                  <a:lnTo>
                    <a:pt x="1582503" y="4468783"/>
                  </a:lnTo>
                  <a:lnTo>
                    <a:pt x="1574779" y="4509424"/>
                  </a:lnTo>
                  <a:lnTo>
                    <a:pt x="1566692" y="4549880"/>
                  </a:lnTo>
                  <a:lnTo>
                    <a:pt x="1558247" y="4590150"/>
                  </a:lnTo>
                  <a:lnTo>
                    <a:pt x="1549447" y="4630231"/>
                  </a:lnTo>
                  <a:lnTo>
                    <a:pt x="1540296" y="4670121"/>
                  </a:lnTo>
                  <a:lnTo>
                    <a:pt x="1530799" y="4709818"/>
                  </a:lnTo>
                  <a:lnTo>
                    <a:pt x="1520958" y="4749320"/>
                  </a:lnTo>
                  <a:lnTo>
                    <a:pt x="1510779" y="4788623"/>
                  </a:lnTo>
                  <a:lnTo>
                    <a:pt x="1500264" y="4827727"/>
                  </a:lnTo>
                  <a:lnTo>
                    <a:pt x="1489418" y="4866629"/>
                  </a:lnTo>
                  <a:lnTo>
                    <a:pt x="1478244" y="4905326"/>
                  </a:lnTo>
                  <a:lnTo>
                    <a:pt x="1466747" y="4943816"/>
                  </a:lnTo>
                  <a:lnTo>
                    <a:pt x="1454930" y="4982098"/>
                  </a:lnTo>
                  <a:lnTo>
                    <a:pt x="1442798" y="5020169"/>
                  </a:lnTo>
                  <a:lnTo>
                    <a:pt x="1430353" y="5058026"/>
                  </a:lnTo>
                  <a:lnTo>
                    <a:pt x="1417601" y="5095668"/>
                  </a:lnTo>
                  <a:lnTo>
                    <a:pt x="1404544" y="5133092"/>
                  </a:lnTo>
                  <a:lnTo>
                    <a:pt x="1391188" y="5170296"/>
                  </a:lnTo>
                  <a:lnTo>
                    <a:pt x="1377535" y="5207278"/>
                  </a:lnTo>
                  <a:lnTo>
                    <a:pt x="1363589" y="5244035"/>
                  </a:lnTo>
                  <a:lnTo>
                    <a:pt x="1349355" y="5280566"/>
                  </a:lnTo>
                  <a:lnTo>
                    <a:pt x="1334836" y="5316868"/>
                  </a:lnTo>
                  <a:lnTo>
                    <a:pt x="1320036" y="5352938"/>
                  </a:lnTo>
                  <a:lnTo>
                    <a:pt x="1304959" y="5388775"/>
                  </a:lnTo>
                  <a:lnTo>
                    <a:pt x="1289610" y="5424377"/>
                  </a:lnTo>
                  <a:lnTo>
                    <a:pt x="1273991" y="5459741"/>
                  </a:lnTo>
                  <a:lnTo>
                    <a:pt x="1258107" y="5494865"/>
                  </a:lnTo>
                  <a:lnTo>
                    <a:pt x="1241961" y="5529746"/>
                  </a:lnTo>
                  <a:lnTo>
                    <a:pt x="1225558" y="5564383"/>
                  </a:lnTo>
                  <a:lnTo>
                    <a:pt x="1208901" y="5598774"/>
                  </a:lnTo>
                  <a:lnTo>
                    <a:pt x="1174843" y="5666805"/>
                  </a:lnTo>
                  <a:lnTo>
                    <a:pt x="1139816" y="5733823"/>
                  </a:lnTo>
                  <a:lnTo>
                    <a:pt x="1103853" y="5799809"/>
                  </a:lnTo>
                  <a:lnTo>
                    <a:pt x="1066984" y="5864746"/>
                  </a:lnTo>
                  <a:lnTo>
                    <a:pt x="1029240" y="5928616"/>
                  </a:lnTo>
                  <a:lnTo>
                    <a:pt x="990653" y="5991400"/>
                  </a:lnTo>
                  <a:lnTo>
                    <a:pt x="951253" y="6053082"/>
                  </a:lnTo>
                  <a:lnTo>
                    <a:pt x="911072" y="6113644"/>
                  </a:lnTo>
                  <a:lnTo>
                    <a:pt x="870140" y="6173067"/>
                  </a:lnTo>
                  <a:lnTo>
                    <a:pt x="828490" y="6231333"/>
                  </a:lnTo>
                  <a:lnTo>
                    <a:pt x="786151" y="6288425"/>
                  </a:lnTo>
                  <a:lnTo>
                    <a:pt x="743155" y="6344326"/>
                  </a:lnTo>
                  <a:lnTo>
                    <a:pt x="699533" y="6399016"/>
                  </a:lnTo>
                  <a:lnTo>
                    <a:pt x="655316" y="6452479"/>
                  </a:lnTo>
                  <a:lnTo>
                    <a:pt x="610535" y="6504697"/>
                  </a:lnTo>
                  <a:lnTo>
                    <a:pt x="565221" y="6555651"/>
                  </a:lnTo>
                  <a:lnTo>
                    <a:pt x="519406" y="6605325"/>
                  </a:lnTo>
                  <a:lnTo>
                    <a:pt x="473120" y="6653699"/>
                  </a:lnTo>
                  <a:lnTo>
                    <a:pt x="426394" y="6700756"/>
                  </a:lnTo>
                  <a:lnTo>
                    <a:pt x="379260" y="6746479"/>
                  </a:lnTo>
                  <a:lnTo>
                    <a:pt x="331748" y="6790850"/>
                  </a:lnTo>
                  <a:lnTo>
                    <a:pt x="283891" y="6833850"/>
                  </a:lnTo>
                  <a:lnTo>
                    <a:pt x="259842" y="6854831"/>
                  </a:lnTo>
                  <a:lnTo>
                    <a:pt x="2438400" y="6857999"/>
                  </a:lnTo>
                  <a:lnTo>
                    <a:pt x="2438400" y="142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7FB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654294"/>
              <a:ext cx="12192000" cy="220370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0" y="4751832"/>
              <a:ext cx="12192000" cy="2106295"/>
            </a:xfrm>
            <a:custGeom>
              <a:avLst/>
              <a:gdLst/>
              <a:ahLst/>
              <a:cxnLst/>
              <a:rect l="l" t="t" r="r" b="b"/>
              <a:pathLst>
                <a:path w="12192000" h="2106295">
                  <a:moveTo>
                    <a:pt x="0" y="1692935"/>
                  </a:moveTo>
                  <a:lnTo>
                    <a:pt x="0" y="2106168"/>
                  </a:lnTo>
                  <a:lnTo>
                    <a:pt x="12192000" y="2106168"/>
                  </a:lnTo>
                  <a:lnTo>
                    <a:pt x="12192000" y="1751497"/>
                  </a:lnTo>
                  <a:lnTo>
                    <a:pt x="2934817" y="1751497"/>
                  </a:lnTo>
                  <a:lnTo>
                    <a:pt x="2876641" y="1751349"/>
                  </a:lnTo>
                  <a:lnTo>
                    <a:pt x="2817092" y="1751121"/>
                  </a:lnTo>
                  <a:lnTo>
                    <a:pt x="0" y="1692935"/>
                  </a:lnTo>
                  <a:close/>
                </a:path>
                <a:path w="12192000" h="2106295">
                  <a:moveTo>
                    <a:pt x="12192000" y="0"/>
                  </a:moveTo>
                  <a:lnTo>
                    <a:pt x="11716943" y="166999"/>
                  </a:lnTo>
                  <a:lnTo>
                    <a:pt x="10889368" y="446031"/>
                  </a:lnTo>
                  <a:lnTo>
                    <a:pt x="10181449" y="670627"/>
                  </a:lnTo>
                  <a:lnTo>
                    <a:pt x="9576625" y="850361"/>
                  </a:lnTo>
                  <a:lnTo>
                    <a:pt x="9061926" y="993217"/>
                  </a:lnTo>
                  <a:lnTo>
                    <a:pt x="8627362" y="1105785"/>
                  </a:lnTo>
                  <a:lnTo>
                    <a:pt x="8205916" y="1207284"/>
                  </a:lnTo>
                  <a:lnTo>
                    <a:pt x="7796037" y="1298223"/>
                  </a:lnTo>
                  <a:lnTo>
                    <a:pt x="7396173" y="1379112"/>
                  </a:lnTo>
                  <a:lnTo>
                    <a:pt x="7060227" y="1440831"/>
                  </a:lnTo>
                  <a:lnTo>
                    <a:pt x="6729521" y="1495861"/>
                  </a:lnTo>
                  <a:lnTo>
                    <a:pt x="6403079" y="1544521"/>
                  </a:lnTo>
                  <a:lnTo>
                    <a:pt x="6026314" y="1593670"/>
                  </a:lnTo>
                  <a:lnTo>
                    <a:pt x="5652470" y="1635094"/>
                  </a:lnTo>
                  <a:lnTo>
                    <a:pt x="5279994" y="1669304"/>
                  </a:lnTo>
                  <a:lnTo>
                    <a:pt x="4907336" y="1696809"/>
                  </a:lnTo>
                  <a:lnTo>
                    <a:pt x="4479226" y="1720684"/>
                  </a:lnTo>
                  <a:lnTo>
                    <a:pt x="3992010" y="1738816"/>
                  </a:lnTo>
                  <a:lnTo>
                    <a:pt x="3376991" y="1750019"/>
                  </a:lnTo>
                  <a:lnTo>
                    <a:pt x="3324690" y="1750449"/>
                  </a:lnTo>
                  <a:lnTo>
                    <a:pt x="3101274" y="1751497"/>
                  </a:lnTo>
                  <a:lnTo>
                    <a:pt x="12192000" y="1751497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5BB9F6">
                <a:alpha val="4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49968" y="0"/>
              <a:ext cx="2542031" cy="685800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753600" y="0"/>
              <a:ext cx="2438400" cy="6858000"/>
            </a:xfrm>
            <a:custGeom>
              <a:avLst/>
              <a:gdLst/>
              <a:ahLst/>
              <a:cxnLst/>
              <a:rect l="l" t="t" r="r" b="b"/>
              <a:pathLst>
                <a:path w="2438400" h="6858000">
                  <a:moveTo>
                    <a:pt x="0" y="0"/>
                  </a:moveTo>
                  <a:lnTo>
                    <a:pt x="45891" y="47929"/>
                  </a:lnTo>
                  <a:lnTo>
                    <a:pt x="91044" y="95891"/>
                  </a:lnTo>
                  <a:lnTo>
                    <a:pt x="135461" y="143882"/>
                  </a:lnTo>
                  <a:lnTo>
                    <a:pt x="179147" y="191900"/>
                  </a:lnTo>
                  <a:lnTo>
                    <a:pt x="222105" y="239944"/>
                  </a:lnTo>
                  <a:lnTo>
                    <a:pt x="264340" y="288010"/>
                  </a:lnTo>
                  <a:lnTo>
                    <a:pt x="305855" y="336097"/>
                  </a:lnTo>
                  <a:lnTo>
                    <a:pt x="346654" y="384203"/>
                  </a:lnTo>
                  <a:lnTo>
                    <a:pt x="386741" y="432325"/>
                  </a:lnTo>
                  <a:lnTo>
                    <a:pt x="426119" y="480460"/>
                  </a:lnTo>
                  <a:lnTo>
                    <a:pt x="464794" y="528608"/>
                  </a:lnTo>
                  <a:lnTo>
                    <a:pt x="502768" y="576765"/>
                  </a:lnTo>
                  <a:lnTo>
                    <a:pt x="540046" y="624930"/>
                  </a:lnTo>
                  <a:lnTo>
                    <a:pt x="576631" y="673099"/>
                  </a:lnTo>
                  <a:lnTo>
                    <a:pt x="612527" y="721271"/>
                  </a:lnTo>
                  <a:lnTo>
                    <a:pt x="647739" y="769444"/>
                  </a:lnTo>
                  <a:lnTo>
                    <a:pt x="682269" y="817616"/>
                  </a:lnTo>
                  <a:lnTo>
                    <a:pt x="716123" y="865783"/>
                  </a:lnTo>
                  <a:lnTo>
                    <a:pt x="749303" y="913945"/>
                  </a:lnTo>
                  <a:lnTo>
                    <a:pt x="781814" y="962098"/>
                  </a:lnTo>
                  <a:lnTo>
                    <a:pt x="813660" y="1010241"/>
                  </a:lnTo>
                  <a:lnTo>
                    <a:pt x="844844" y="1058371"/>
                  </a:lnTo>
                  <a:lnTo>
                    <a:pt x="875371" y="1106486"/>
                  </a:lnTo>
                  <a:lnTo>
                    <a:pt x="905244" y="1154584"/>
                  </a:lnTo>
                  <a:lnTo>
                    <a:pt x="934467" y="1202662"/>
                  </a:lnTo>
                  <a:lnTo>
                    <a:pt x="963043" y="1250719"/>
                  </a:lnTo>
                  <a:lnTo>
                    <a:pt x="990978" y="1298752"/>
                  </a:lnTo>
                  <a:lnTo>
                    <a:pt x="1018275" y="1346758"/>
                  </a:lnTo>
                  <a:lnTo>
                    <a:pt x="1044937" y="1394737"/>
                  </a:lnTo>
                  <a:lnTo>
                    <a:pt x="1070969" y="1442684"/>
                  </a:lnTo>
                  <a:lnTo>
                    <a:pt x="1096375" y="1490599"/>
                  </a:lnTo>
                  <a:lnTo>
                    <a:pt x="1121157" y="1538479"/>
                  </a:lnTo>
                  <a:lnTo>
                    <a:pt x="1145321" y="1586322"/>
                  </a:lnTo>
                  <a:lnTo>
                    <a:pt x="1168870" y="1634125"/>
                  </a:lnTo>
                  <a:lnTo>
                    <a:pt x="1191808" y="1681887"/>
                  </a:lnTo>
                  <a:lnTo>
                    <a:pt x="1214139" y="1729604"/>
                  </a:lnTo>
                  <a:lnTo>
                    <a:pt x="1235867" y="1777276"/>
                  </a:lnTo>
                  <a:lnTo>
                    <a:pt x="1256995" y="1824899"/>
                  </a:lnTo>
                  <a:lnTo>
                    <a:pt x="1277528" y="1872471"/>
                  </a:lnTo>
                  <a:lnTo>
                    <a:pt x="1297469" y="1919990"/>
                  </a:lnTo>
                  <a:lnTo>
                    <a:pt x="1316822" y="1967455"/>
                  </a:lnTo>
                  <a:lnTo>
                    <a:pt x="1335592" y="2014862"/>
                  </a:lnTo>
                  <a:lnTo>
                    <a:pt x="1353782" y="2062210"/>
                  </a:lnTo>
                  <a:lnTo>
                    <a:pt x="1371395" y="2109495"/>
                  </a:lnTo>
                  <a:lnTo>
                    <a:pt x="1388437" y="2156717"/>
                  </a:lnTo>
                  <a:lnTo>
                    <a:pt x="1404910" y="2203873"/>
                  </a:lnTo>
                  <a:lnTo>
                    <a:pt x="1420819" y="2250960"/>
                  </a:lnTo>
                  <a:lnTo>
                    <a:pt x="1436167" y="2297976"/>
                  </a:lnTo>
                  <a:lnTo>
                    <a:pt x="1450959" y="2344920"/>
                  </a:lnTo>
                  <a:lnTo>
                    <a:pt x="1465198" y="2391788"/>
                  </a:lnTo>
                  <a:lnTo>
                    <a:pt x="1478888" y="2438579"/>
                  </a:lnTo>
                  <a:lnTo>
                    <a:pt x="1492033" y="2485290"/>
                  </a:lnTo>
                  <a:lnTo>
                    <a:pt x="1504637" y="2531920"/>
                  </a:lnTo>
                  <a:lnTo>
                    <a:pt x="1516704" y="2578465"/>
                  </a:lnTo>
                  <a:lnTo>
                    <a:pt x="1528237" y="2624925"/>
                  </a:lnTo>
                  <a:lnTo>
                    <a:pt x="1539241" y="2671295"/>
                  </a:lnTo>
                  <a:lnTo>
                    <a:pt x="1549720" y="2717575"/>
                  </a:lnTo>
                  <a:lnTo>
                    <a:pt x="1559677" y="2763762"/>
                  </a:lnTo>
                  <a:lnTo>
                    <a:pt x="1569116" y="2809854"/>
                  </a:lnTo>
                  <a:lnTo>
                    <a:pt x="1578041" y="2855848"/>
                  </a:lnTo>
                  <a:lnTo>
                    <a:pt x="1586456" y="2901743"/>
                  </a:lnTo>
                  <a:lnTo>
                    <a:pt x="1594365" y="2947536"/>
                  </a:lnTo>
                  <a:lnTo>
                    <a:pt x="1601772" y="2993225"/>
                  </a:lnTo>
                  <a:lnTo>
                    <a:pt x="1608680" y="3038807"/>
                  </a:lnTo>
                  <a:lnTo>
                    <a:pt x="1615094" y="3084281"/>
                  </a:lnTo>
                  <a:lnTo>
                    <a:pt x="1621017" y="3129644"/>
                  </a:lnTo>
                  <a:lnTo>
                    <a:pt x="1626454" y="3174894"/>
                  </a:lnTo>
                  <a:lnTo>
                    <a:pt x="1631408" y="3220029"/>
                  </a:lnTo>
                  <a:lnTo>
                    <a:pt x="1635883" y="3265046"/>
                  </a:lnTo>
                  <a:lnTo>
                    <a:pt x="1639883" y="3309943"/>
                  </a:lnTo>
                  <a:lnTo>
                    <a:pt x="1643411" y="3354719"/>
                  </a:lnTo>
                  <a:lnTo>
                    <a:pt x="1646473" y="3399370"/>
                  </a:lnTo>
                  <a:lnTo>
                    <a:pt x="1649071" y="3443895"/>
                  </a:lnTo>
                  <a:lnTo>
                    <a:pt x="1651209" y="3488292"/>
                  </a:lnTo>
                  <a:lnTo>
                    <a:pt x="1652892" y="3532557"/>
                  </a:lnTo>
                  <a:lnTo>
                    <a:pt x="1654123" y="3576690"/>
                  </a:lnTo>
                  <a:lnTo>
                    <a:pt x="1654906" y="3620687"/>
                  </a:lnTo>
                  <a:lnTo>
                    <a:pt x="1655246" y="3664547"/>
                  </a:lnTo>
                  <a:lnTo>
                    <a:pt x="1655145" y="3708266"/>
                  </a:lnTo>
                  <a:lnTo>
                    <a:pt x="1654608" y="3751844"/>
                  </a:lnTo>
                  <a:lnTo>
                    <a:pt x="1653638" y="3795278"/>
                  </a:lnTo>
                  <a:lnTo>
                    <a:pt x="1652241" y="3838565"/>
                  </a:lnTo>
                  <a:lnTo>
                    <a:pt x="1650418" y="3881704"/>
                  </a:lnTo>
                  <a:lnTo>
                    <a:pt x="1648175" y="3924691"/>
                  </a:lnTo>
                  <a:lnTo>
                    <a:pt x="1645516" y="3967526"/>
                  </a:lnTo>
                  <a:lnTo>
                    <a:pt x="1642443" y="4010205"/>
                  </a:lnTo>
                  <a:lnTo>
                    <a:pt x="1638961" y="4052726"/>
                  </a:lnTo>
                  <a:lnTo>
                    <a:pt x="1635074" y="4095088"/>
                  </a:lnTo>
                  <a:lnTo>
                    <a:pt x="1630786" y="4137287"/>
                  </a:lnTo>
                  <a:lnTo>
                    <a:pt x="1626101" y="4179323"/>
                  </a:lnTo>
                  <a:lnTo>
                    <a:pt x="1621022" y="4221192"/>
                  </a:lnTo>
                  <a:lnTo>
                    <a:pt x="1615554" y="4262892"/>
                  </a:lnTo>
                  <a:lnTo>
                    <a:pt x="1609699" y="4304421"/>
                  </a:lnTo>
                  <a:lnTo>
                    <a:pt x="1603463" y="4345777"/>
                  </a:lnTo>
                  <a:lnTo>
                    <a:pt x="1596850" y="4386957"/>
                  </a:lnTo>
                  <a:lnTo>
                    <a:pt x="1589862" y="4427960"/>
                  </a:lnTo>
                  <a:lnTo>
                    <a:pt x="1582503" y="4468783"/>
                  </a:lnTo>
                  <a:lnTo>
                    <a:pt x="1574779" y="4509424"/>
                  </a:lnTo>
                  <a:lnTo>
                    <a:pt x="1566692" y="4549880"/>
                  </a:lnTo>
                  <a:lnTo>
                    <a:pt x="1558247" y="4590150"/>
                  </a:lnTo>
                  <a:lnTo>
                    <a:pt x="1549447" y="4630231"/>
                  </a:lnTo>
                  <a:lnTo>
                    <a:pt x="1540296" y="4670121"/>
                  </a:lnTo>
                  <a:lnTo>
                    <a:pt x="1530799" y="4709818"/>
                  </a:lnTo>
                  <a:lnTo>
                    <a:pt x="1520958" y="4749320"/>
                  </a:lnTo>
                  <a:lnTo>
                    <a:pt x="1510779" y="4788623"/>
                  </a:lnTo>
                  <a:lnTo>
                    <a:pt x="1500264" y="4827727"/>
                  </a:lnTo>
                  <a:lnTo>
                    <a:pt x="1489418" y="4866629"/>
                  </a:lnTo>
                  <a:lnTo>
                    <a:pt x="1478244" y="4905326"/>
                  </a:lnTo>
                  <a:lnTo>
                    <a:pt x="1466747" y="4943816"/>
                  </a:lnTo>
                  <a:lnTo>
                    <a:pt x="1454930" y="4982098"/>
                  </a:lnTo>
                  <a:lnTo>
                    <a:pt x="1442798" y="5020169"/>
                  </a:lnTo>
                  <a:lnTo>
                    <a:pt x="1430353" y="5058026"/>
                  </a:lnTo>
                  <a:lnTo>
                    <a:pt x="1417601" y="5095668"/>
                  </a:lnTo>
                  <a:lnTo>
                    <a:pt x="1404544" y="5133092"/>
                  </a:lnTo>
                  <a:lnTo>
                    <a:pt x="1391188" y="5170296"/>
                  </a:lnTo>
                  <a:lnTo>
                    <a:pt x="1377535" y="5207278"/>
                  </a:lnTo>
                  <a:lnTo>
                    <a:pt x="1363589" y="5244035"/>
                  </a:lnTo>
                  <a:lnTo>
                    <a:pt x="1349355" y="5280566"/>
                  </a:lnTo>
                  <a:lnTo>
                    <a:pt x="1334836" y="5316868"/>
                  </a:lnTo>
                  <a:lnTo>
                    <a:pt x="1320036" y="5352938"/>
                  </a:lnTo>
                  <a:lnTo>
                    <a:pt x="1304959" y="5388775"/>
                  </a:lnTo>
                  <a:lnTo>
                    <a:pt x="1289610" y="5424377"/>
                  </a:lnTo>
                  <a:lnTo>
                    <a:pt x="1273991" y="5459741"/>
                  </a:lnTo>
                  <a:lnTo>
                    <a:pt x="1258107" y="5494865"/>
                  </a:lnTo>
                  <a:lnTo>
                    <a:pt x="1241961" y="5529746"/>
                  </a:lnTo>
                  <a:lnTo>
                    <a:pt x="1225558" y="5564383"/>
                  </a:lnTo>
                  <a:lnTo>
                    <a:pt x="1208901" y="5598774"/>
                  </a:lnTo>
                  <a:lnTo>
                    <a:pt x="1174843" y="5666805"/>
                  </a:lnTo>
                  <a:lnTo>
                    <a:pt x="1139816" y="5733823"/>
                  </a:lnTo>
                  <a:lnTo>
                    <a:pt x="1103853" y="5799809"/>
                  </a:lnTo>
                  <a:lnTo>
                    <a:pt x="1066984" y="5864746"/>
                  </a:lnTo>
                  <a:lnTo>
                    <a:pt x="1029240" y="5928616"/>
                  </a:lnTo>
                  <a:lnTo>
                    <a:pt x="990653" y="5991400"/>
                  </a:lnTo>
                  <a:lnTo>
                    <a:pt x="951253" y="6053082"/>
                  </a:lnTo>
                  <a:lnTo>
                    <a:pt x="911072" y="6113644"/>
                  </a:lnTo>
                  <a:lnTo>
                    <a:pt x="870140" y="6173067"/>
                  </a:lnTo>
                  <a:lnTo>
                    <a:pt x="828490" y="6231333"/>
                  </a:lnTo>
                  <a:lnTo>
                    <a:pt x="786151" y="6288425"/>
                  </a:lnTo>
                  <a:lnTo>
                    <a:pt x="743155" y="6344326"/>
                  </a:lnTo>
                  <a:lnTo>
                    <a:pt x="699533" y="6399016"/>
                  </a:lnTo>
                  <a:lnTo>
                    <a:pt x="655316" y="6452479"/>
                  </a:lnTo>
                  <a:lnTo>
                    <a:pt x="610535" y="6504697"/>
                  </a:lnTo>
                  <a:lnTo>
                    <a:pt x="565221" y="6555651"/>
                  </a:lnTo>
                  <a:lnTo>
                    <a:pt x="519406" y="6605325"/>
                  </a:lnTo>
                  <a:lnTo>
                    <a:pt x="473120" y="6653699"/>
                  </a:lnTo>
                  <a:lnTo>
                    <a:pt x="426394" y="6700756"/>
                  </a:lnTo>
                  <a:lnTo>
                    <a:pt x="379260" y="6746479"/>
                  </a:lnTo>
                  <a:lnTo>
                    <a:pt x="331748" y="6790850"/>
                  </a:lnTo>
                  <a:lnTo>
                    <a:pt x="283891" y="6833850"/>
                  </a:lnTo>
                  <a:lnTo>
                    <a:pt x="259842" y="6854831"/>
                  </a:lnTo>
                  <a:lnTo>
                    <a:pt x="2438400" y="6857999"/>
                  </a:lnTo>
                  <a:lnTo>
                    <a:pt x="2438400" y="142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7FB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xfrm>
            <a:off x="2471420" y="3074086"/>
            <a:ext cx="5544820" cy="11214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88975" marR="5080" indent="-676910">
              <a:lnSpc>
                <a:spcPct val="100000"/>
              </a:lnSpc>
              <a:spcBef>
                <a:spcPts val="105"/>
              </a:spcBef>
            </a:pPr>
            <a:r>
              <a:rPr sz="3600" b="1" spc="-90" dirty="0">
                <a:latin typeface="Arial" panose="020B0604020202020204" pitchFamily="34" charset="0"/>
                <a:cs typeface="Arial" panose="020B0604020202020204" pitchFamily="34" charset="0"/>
              </a:rPr>
              <a:t>Map</a:t>
            </a:r>
            <a:r>
              <a:rPr sz="3600" b="1" spc="-2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b="1" spc="-210" dirty="0">
                <a:latin typeface="Arial" panose="020B0604020202020204" pitchFamily="34" charset="0"/>
                <a:cs typeface="Arial" panose="020B0604020202020204" pitchFamily="34" charset="0"/>
              </a:rPr>
              <a:t>Reduce</a:t>
            </a:r>
            <a:r>
              <a:rPr sz="3600" b="1" spc="-25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b="1" spc="-55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sz="3600" b="1" spc="-2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b="1" spc="-120" dirty="0">
                <a:latin typeface="Arial" panose="020B0604020202020204" pitchFamily="34" charset="0"/>
                <a:cs typeface="Arial" panose="020B0604020202020204" pitchFamily="34" charset="0"/>
              </a:rPr>
              <a:t>Practice </a:t>
            </a:r>
            <a:r>
              <a:rPr sz="3600" b="1" spc="-10" dirty="0">
                <a:latin typeface="Arial" panose="020B0604020202020204" pitchFamily="34" charset="0"/>
                <a:cs typeface="Arial" panose="020B0604020202020204" pitchFamily="34" charset="0"/>
              </a:rPr>
              <a:t>II</a:t>
            </a:r>
            <a:r>
              <a:rPr sz="3600" b="1" spc="-2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b="1" spc="-185" dirty="0"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  <a:r>
              <a:rPr sz="3600" b="1" spc="-2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b="1" spc="-10" dirty="0">
                <a:latin typeface="Arial" panose="020B0604020202020204" pitchFamily="34" charset="0"/>
                <a:cs typeface="Arial" panose="020B0604020202020204" pitchFamily="34" charset="0"/>
              </a:rPr>
              <a:t>patterns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393438" y="4726304"/>
            <a:ext cx="140589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7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3200" spc="-160" dirty="0">
                <a:solidFill>
                  <a:srgbClr val="FFFFFF"/>
                </a:solidFill>
                <a:latin typeface="Arial"/>
                <a:cs typeface="Arial"/>
              </a:rPr>
              <a:t>End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/>
          <p:nvPr/>
        </p:nvSpPr>
        <p:spPr>
          <a:xfrm>
            <a:off x="793660" y="2599509"/>
            <a:ext cx="10143668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indent="-228600">
              <a:lnSpc>
                <a:spcPct val="90000"/>
              </a:lnSpc>
              <a:spcBef>
                <a:spcPts val="1755"/>
              </a:spcBef>
              <a:buFont typeface="Arial" panose="020B0604020202020204" pitchFamily="34" charset="0"/>
              <a:buChar char="•"/>
            </a:pPr>
            <a:r>
              <a:rPr lang="en-US" sz="2400" spc="-40"/>
              <a:t>∗</a:t>
            </a:r>
            <a:r>
              <a:rPr lang="en-US" sz="2400" spc="-340"/>
              <a:t> </a:t>
            </a:r>
            <a:r>
              <a:rPr lang="en-US" sz="2400" spc="-10"/>
              <a:t>Intent</a:t>
            </a:r>
            <a:endParaRPr lang="en-US" sz="2400"/>
          </a:p>
          <a:p>
            <a:pPr marL="314325" indent="-228600">
              <a:lnSpc>
                <a:spcPct val="90000"/>
              </a:lnSpc>
              <a:spcBef>
                <a:spcPts val="104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400" spc="-50"/>
              <a:t>∗</a:t>
            </a:r>
            <a:r>
              <a:rPr lang="en-US" sz="2400"/>
              <a:t>	</a:t>
            </a:r>
            <a:r>
              <a:rPr lang="en-US" sz="2400" spc="-40"/>
              <a:t>Sort</a:t>
            </a:r>
            <a:r>
              <a:rPr lang="en-US" sz="2400" spc="-85"/>
              <a:t> </a:t>
            </a:r>
            <a:r>
              <a:rPr lang="en-US" sz="2400" spc="-45"/>
              <a:t>data</a:t>
            </a:r>
            <a:r>
              <a:rPr lang="en-US" sz="2400" spc="-75"/>
              <a:t> </a:t>
            </a:r>
            <a:r>
              <a:rPr lang="en-US" sz="2400" spc="-30"/>
              <a:t>in</a:t>
            </a:r>
            <a:r>
              <a:rPr lang="en-US" sz="2400" spc="-105"/>
              <a:t> </a:t>
            </a:r>
            <a:r>
              <a:rPr lang="en-US" sz="2400" spc="-45"/>
              <a:t>parallel</a:t>
            </a:r>
            <a:r>
              <a:rPr lang="en-US" sz="2400" spc="-90"/>
              <a:t> </a:t>
            </a:r>
            <a:r>
              <a:rPr lang="en-US" sz="2400" spc="-30"/>
              <a:t>on</a:t>
            </a:r>
            <a:r>
              <a:rPr lang="en-US" sz="2400" spc="-95"/>
              <a:t> </a:t>
            </a:r>
            <a:r>
              <a:rPr lang="en-US" sz="2400" spc="-145"/>
              <a:t>a</a:t>
            </a:r>
            <a:r>
              <a:rPr lang="en-US" sz="2400" spc="-105"/>
              <a:t> </a:t>
            </a:r>
            <a:r>
              <a:rPr lang="en-US" sz="2400"/>
              <a:t>sort</a:t>
            </a:r>
            <a:r>
              <a:rPr lang="en-US" sz="2400" spc="-75"/>
              <a:t> </a:t>
            </a:r>
            <a:r>
              <a:rPr lang="en-US" sz="2400" spc="-25"/>
              <a:t>key</a:t>
            </a:r>
            <a:endParaRPr lang="en-US" sz="2400"/>
          </a:p>
          <a:p>
            <a:pPr marL="12700" indent="-228600">
              <a:lnSpc>
                <a:spcPct val="90000"/>
              </a:lnSpc>
              <a:spcBef>
                <a:spcPts val="1300"/>
              </a:spcBef>
              <a:buFont typeface="Arial" panose="020B0604020202020204" pitchFamily="34" charset="0"/>
              <a:buChar char="•"/>
            </a:pPr>
            <a:r>
              <a:rPr lang="en-US" sz="2400" spc="-40"/>
              <a:t>∗</a:t>
            </a:r>
            <a:r>
              <a:rPr lang="en-US" sz="2400" spc="-340"/>
              <a:t> </a:t>
            </a:r>
            <a:r>
              <a:rPr lang="en-US" sz="2400" spc="-10"/>
              <a:t>Motivation</a:t>
            </a:r>
            <a:endParaRPr lang="en-US" sz="2400"/>
          </a:p>
          <a:p>
            <a:pPr marL="314325" indent="-228600">
              <a:lnSpc>
                <a:spcPct val="90000"/>
              </a:lnSpc>
              <a:spcBef>
                <a:spcPts val="127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400" spc="-50"/>
              <a:t>∗</a:t>
            </a:r>
            <a:r>
              <a:rPr lang="en-US" sz="2400"/>
              <a:t>	</a:t>
            </a:r>
            <a:r>
              <a:rPr lang="en-US" sz="2400" spc="-35"/>
              <a:t>Sorting</a:t>
            </a:r>
            <a:r>
              <a:rPr lang="en-US" sz="2400" spc="-80"/>
              <a:t> is</a:t>
            </a:r>
            <a:r>
              <a:rPr lang="en-US" sz="2400" spc="-85"/>
              <a:t> </a:t>
            </a:r>
            <a:r>
              <a:rPr lang="en-US" sz="2400" spc="-105"/>
              <a:t>easy</a:t>
            </a:r>
            <a:r>
              <a:rPr lang="en-US" sz="2400" spc="-100"/>
              <a:t> </a:t>
            </a:r>
            <a:r>
              <a:rPr lang="en-US" sz="2400" spc="-20"/>
              <a:t>in</a:t>
            </a:r>
            <a:r>
              <a:rPr lang="en-US" sz="2400" spc="-75"/>
              <a:t> </a:t>
            </a:r>
            <a:r>
              <a:rPr lang="en-US" sz="2400" spc="-45"/>
              <a:t>sequential</a:t>
            </a:r>
            <a:r>
              <a:rPr lang="en-US" sz="2400" spc="-65"/>
              <a:t> </a:t>
            </a:r>
            <a:r>
              <a:rPr lang="en-US" sz="2400" spc="-10"/>
              <a:t>programming</a:t>
            </a:r>
            <a:endParaRPr lang="en-US" sz="2400"/>
          </a:p>
          <a:p>
            <a:pPr marL="314325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400" spc="-50"/>
              <a:t>∗</a:t>
            </a:r>
            <a:r>
              <a:rPr lang="en-US" sz="2400"/>
              <a:t>	</a:t>
            </a:r>
            <a:r>
              <a:rPr lang="en-US" sz="2400" spc="-55"/>
              <a:t>Divide</a:t>
            </a:r>
            <a:r>
              <a:rPr lang="en-US" sz="2400" spc="-95"/>
              <a:t> </a:t>
            </a:r>
            <a:r>
              <a:rPr lang="en-US" sz="2400" spc="-65"/>
              <a:t>and</a:t>
            </a:r>
            <a:r>
              <a:rPr lang="en-US" sz="2400" spc="-85"/>
              <a:t> </a:t>
            </a:r>
            <a:r>
              <a:rPr lang="en-US" sz="2400" spc="-10"/>
              <a:t>Conquer</a:t>
            </a:r>
            <a:endParaRPr lang="en-US" sz="2400"/>
          </a:p>
          <a:p>
            <a:pPr marL="12700" indent="-228600">
              <a:lnSpc>
                <a:spcPct val="90000"/>
              </a:lnSpc>
              <a:spcBef>
                <a:spcPts val="1275"/>
              </a:spcBef>
              <a:buFont typeface="Arial" panose="020B0604020202020204" pitchFamily="34" charset="0"/>
              <a:buChar char="•"/>
            </a:pPr>
            <a:r>
              <a:rPr lang="en-US" sz="2400" spc="-35"/>
              <a:t>∗</a:t>
            </a:r>
            <a:r>
              <a:rPr lang="en-US" sz="2400" spc="-254"/>
              <a:t> </a:t>
            </a:r>
            <a:r>
              <a:rPr lang="en-US" sz="2400" spc="-10"/>
              <a:t>Applicability</a:t>
            </a:r>
            <a:endParaRPr lang="en-US" sz="2400"/>
          </a:p>
          <a:p>
            <a:pPr marL="314325" indent="-228600">
              <a:lnSpc>
                <a:spcPct val="90000"/>
              </a:lnSpc>
              <a:spcBef>
                <a:spcPts val="127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400" spc="-50"/>
              <a:t>∗</a:t>
            </a:r>
            <a:r>
              <a:rPr lang="en-US" sz="2400"/>
              <a:t>	sort</a:t>
            </a:r>
            <a:r>
              <a:rPr lang="en-US" sz="2400" spc="-90"/>
              <a:t> </a:t>
            </a:r>
            <a:r>
              <a:rPr lang="en-US" sz="2400" spc="-60"/>
              <a:t>key</a:t>
            </a:r>
            <a:r>
              <a:rPr lang="en-US" sz="2400" spc="-114"/>
              <a:t> </a:t>
            </a:r>
            <a:r>
              <a:rPr lang="en-US" sz="2400" spc="-95"/>
              <a:t>has</a:t>
            </a:r>
            <a:r>
              <a:rPr lang="en-US" sz="2400" spc="-90"/>
              <a:t> </a:t>
            </a:r>
            <a:r>
              <a:rPr lang="en-US" sz="2400" spc="60"/>
              <a:t>to</a:t>
            </a:r>
            <a:r>
              <a:rPr lang="en-US" sz="2400" spc="-105"/>
              <a:t> </a:t>
            </a:r>
            <a:r>
              <a:rPr lang="en-US" sz="2400" spc="-55"/>
              <a:t>be</a:t>
            </a:r>
            <a:r>
              <a:rPr lang="en-US" sz="2400" spc="-100"/>
              <a:t> </a:t>
            </a:r>
            <a:r>
              <a:rPr lang="en-US" sz="2400" spc="-50"/>
              <a:t>comparable</a:t>
            </a:r>
            <a:r>
              <a:rPr lang="en-US" sz="2400" spc="-105"/>
              <a:t> </a:t>
            </a:r>
            <a:r>
              <a:rPr lang="en-US" sz="2400" spc="-75"/>
              <a:t>so</a:t>
            </a:r>
            <a:r>
              <a:rPr lang="en-US" sz="2400" spc="-95"/>
              <a:t> </a:t>
            </a:r>
            <a:r>
              <a:rPr lang="en-US" sz="2400"/>
              <a:t>the</a:t>
            </a:r>
            <a:r>
              <a:rPr lang="en-US" sz="2400" spc="-95"/>
              <a:t> </a:t>
            </a:r>
            <a:r>
              <a:rPr lang="en-US" sz="2400" spc="-30"/>
              <a:t>data</a:t>
            </a:r>
            <a:r>
              <a:rPr lang="en-US" sz="2400" spc="-100"/>
              <a:t> </a:t>
            </a:r>
            <a:r>
              <a:rPr lang="en-US" sz="2400" spc="-80"/>
              <a:t>can</a:t>
            </a:r>
            <a:r>
              <a:rPr lang="en-US" sz="2400" spc="-100"/>
              <a:t> </a:t>
            </a:r>
            <a:r>
              <a:rPr lang="en-US" sz="2400" spc="-55"/>
              <a:t>be</a:t>
            </a:r>
            <a:r>
              <a:rPr lang="en-US" sz="2400" spc="-95"/>
              <a:t> </a:t>
            </a:r>
            <a:r>
              <a:rPr lang="en-US" sz="2400" spc="-10"/>
              <a:t>ordered</a:t>
            </a:r>
            <a:endParaRPr lang="en-US" sz="240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EACFE60-3AED-AB11-F01A-388429902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object 3" descr="$PPTXTitle">
            <a:extLst>
              <a:ext uri="{FF2B5EF4-FFF2-40B4-BE49-F238E27FC236}">
                <a16:creationId xmlns:a16="http://schemas.microsoft.com/office/drawing/2014/main" id="{5152C26C-2BBC-D6AD-5FCB-0AB7E68D4B02}"/>
              </a:ext>
            </a:extLst>
          </p:cNvPr>
          <p:cNvSpPr txBox="1">
            <a:spLocks/>
          </p:cNvSpPr>
          <p:nvPr/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vert="horz" lIns="0" tIns="13335" rIns="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en-US" sz="3400" b="1" spc="-135">
                <a:latin typeface="Arial" panose="020B0604020202020204" pitchFamily="34" charset="0"/>
                <a:cs typeface="Arial" panose="020B0604020202020204" pitchFamily="34" charset="0"/>
              </a:rPr>
              <a:t>Total</a:t>
            </a:r>
            <a:r>
              <a:rPr lang="en-US" sz="3400" b="1" spc="-22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b="1" spc="-65">
                <a:latin typeface="Arial" panose="020B0604020202020204" pitchFamily="34" charset="0"/>
                <a:cs typeface="Arial" panose="020B0604020202020204" pitchFamily="34" charset="0"/>
              </a:rPr>
              <a:t>Order</a:t>
            </a:r>
            <a:endParaRPr lang="en-US" sz="3400" b="1" spc="-6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/>
          <p:nvPr/>
        </p:nvSpPr>
        <p:spPr>
          <a:xfrm>
            <a:off x="793660" y="2599509"/>
            <a:ext cx="10143668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indent="-228600">
              <a:lnSpc>
                <a:spcPct val="90000"/>
              </a:lnSpc>
              <a:spcBef>
                <a:spcPts val="560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70"/>
              <a:t>An</a:t>
            </a:r>
            <a:r>
              <a:rPr lang="en-US" sz="1700" spc="-75"/>
              <a:t> </a:t>
            </a:r>
            <a:r>
              <a:rPr lang="en-US" sz="1700" spc="-80"/>
              <a:t>analyze</a:t>
            </a:r>
            <a:r>
              <a:rPr lang="en-US" sz="1700" spc="-45"/>
              <a:t> </a:t>
            </a:r>
            <a:r>
              <a:rPr lang="en-US" sz="1700" spc="-85"/>
              <a:t>phase</a:t>
            </a:r>
            <a:r>
              <a:rPr lang="en-US" sz="1700" spc="-70"/>
              <a:t> </a:t>
            </a:r>
            <a:r>
              <a:rPr lang="en-US" sz="1700"/>
              <a:t>that</a:t>
            </a:r>
            <a:r>
              <a:rPr lang="en-US" sz="1700" spc="-55"/>
              <a:t> </a:t>
            </a:r>
            <a:r>
              <a:rPr lang="en-US" sz="1700" spc="-40"/>
              <a:t>determines</a:t>
            </a:r>
            <a:r>
              <a:rPr lang="en-US" sz="1700" spc="-80"/>
              <a:t> </a:t>
            </a:r>
            <a:r>
              <a:rPr lang="en-US" sz="1700"/>
              <a:t>the</a:t>
            </a:r>
            <a:r>
              <a:rPr lang="en-US" sz="1700" spc="-25"/>
              <a:t> </a:t>
            </a:r>
            <a:r>
              <a:rPr lang="en-US" sz="1700" spc="-10"/>
              <a:t>ranges</a:t>
            </a:r>
            <a:endParaRPr lang="en-US" sz="1700"/>
          </a:p>
          <a:p>
            <a:pPr marL="314325" indent="-228600">
              <a:lnSpc>
                <a:spcPct val="90000"/>
              </a:lnSpc>
              <a:spcBef>
                <a:spcPts val="40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100"/>
              <a:t>The</a:t>
            </a:r>
            <a:r>
              <a:rPr lang="en-US" sz="1700" spc="-80"/>
              <a:t> </a:t>
            </a:r>
            <a:r>
              <a:rPr lang="en-US" sz="1700" spc="-40"/>
              <a:t>mapper</a:t>
            </a:r>
            <a:r>
              <a:rPr lang="en-US" sz="1700" spc="-55"/>
              <a:t> </a:t>
            </a:r>
            <a:r>
              <a:rPr lang="en-US" sz="1700" spc="-65"/>
              <a:t>does</a:t>
            </a:r>
            <a:r>
              <a:rPr lang="en-US" sz="1700" spc="-55"/>
              <a:t> </a:t>
            </a:r>
            <a:r>
              <a:rPr lang="en-US" sz="1700" spc="-114"/>
              <a:t>a</a:t>
            </a:r>
            <a:r>
              <a:rPr lang="en-US" sz="1700" spc="-65"/>
              <a:t> </a:t>
            </a:r>
            <a:r>
              <a:rPr lang="en-US" sz="1700" spc="-40"/>
              <a:t>simple</a:t>
            </a:r>
            <a:r>
              <a:rPr lang="en-US" sz="1700" spc="-60"/>
              <a:t> </a:t>
            </a:r>
            <a:r>
              <a:rPr lang="en-US" sz="1700" spc="-35"/>
              <a:t>random</a:t>
            </a:r>
            <a:r>
              <a:rPr lang="en-US" sz="1700" spc="-50"/>
              <a:t> sampling.</a:t>
            </a:r>
            <a:r>
              <a:rPr lang="en-US" sz="1700" spc="-55"/>
              <a:t> </a:t>
            </a:r>
            <a:r>
              <a:rPr lang="en-US" sz="1700" spc="-65"/>
              <a:t>When</a:t>
            </a:r>
            <a:r>
              <a:rPr lang="en-US" sz="1700" spc="-80"/>
              <a:t> </a:t>
            </a:r>
            <a:r>
              <a:rPr lang="en-US" sz="1700" spc="-25"/>
              <a:t>dividing</a:t>
            </a:r>
            <a:r>
              <a:rPr lang="en-US" sz="1700" spc="-65"/>
              <a:t> </a:t>
            </a:r>
            <a:r>
              <a:rPr lang="en-US" sz="1700" spc="-45"/>
              <a:t>records,</a:t>
            </a:r>
            <a:r>
              <a:rPr lang="en-US" sz="1700" spc="-65"/>
              <a:t> </a:t>
            </a:r>
            <a:r>
              <a:rPr lang="en-US" sz="1700" spc="60"/>
              <a:t>it</a:t>
            </a:r>
            <a:r>
              <a:rPr lang="en-US" sz="1700" spc="-60"/>
              <a:t> </a:t>
            </a:r>
            <a:r>
              <a:rPr lang="en-US" sz="1700"/>
              <a:t>outputs</a:t>
            </a:r>
            <a:r>
              <a:rPr lang="en-US" sz="1700" spc="-35"/>
              <a:t> </a:t>
            </a:r>
            <a:r>
              <a:rPr lang="en-US" sz="1700"/>
              <a:t>the</a:t>
            </a:r>
            <a:r>
              <a:rPr lang="en-US" sz="1700" spc="-80"/>
              <a:t> </a:t>
            </a:r>
            <a:r>
              <a:rPr lang="en-US" sz="1700"/>
              <a:t>sort</a:t>
            </a:r>
            <a:r>
              <a:rPr lang="en-US" sz="1700" spc="-50"/>
              <a:t> </a:t>
            </a:r>
            <a:r>
              <a:rPr lang="en-US" sz="1700" spc="-55"/>
              <a:t>key</a:t>
            </a:r>
            <a:r>
              <a:rPr lang="en-US" sz="1700" spc="-50"/>
              <a:t> </a:t>
            </a:r>
            <a:r>
              <a:rPr lang="en-US" sz="1700" spc="-125"/>
              <a:t>as</a:t>
            </a:r>
            <a:r>
              <a:rPr lang="en-US" sz="1700" spc="-70"/>
              <a:t> </a:t>
            </a:r>
            <a:r>
              <a:rPr lang="en-US" sz="1700"/>
              <a:t>its</a:t>
            </a:r>
            <a:r>
              <a:rPr lang="en-US" sz="1700" spc="-70"/>
              <a:t> </a:t>
            </a:r>
            <a:r>
              <a:rPr lang="en-US" sz="1700"/>
              <a:t>output</a:t>
            </a:r>
            <a:r>
              <a:rPr lang="en-US" sz="1700" spc="-40"/>
              <a:t> </a:t>
            </a:r>
            <a:r>
              <a:rPr lang="en-US" sz="1700" spc="-55"/>
              <a:t>key</a:t>
            </a:r>
            <a:r>
              <a:rPr lang="en-US" sz="1700" spc="-50"/>
              <a:t> </a:t>
            </a:r>
            <a:r>
              <a:rPr lang="en-US" sz="1700" spc="-25"/>
              <a:t>so</a:t>
            </a:r>
            <a:endParaRPr lang="en-US" sz="1700"/>
          </a:p>
          <a:p>
            <a:pPr marL="588645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/>
              <a:t>that</a:t>
            </a:r>
            <a:r>
              <a:rPr lang="en-US" sz="1700" spc="-75"/>
              <a:t> </a:t>
            </a:r>
            <a:r>
              <a:rPr lang="en-US" sz="1700"/>
              <a:t>the</a:t>
            </a:r>
            <a:r>
              <a:rPr lang="en-US" sz="1700" spc="-65"/>
              <a:t> </a:t>
            </a:r>
            <a:r>
              <a:rPr lang="en-US" sz="1700" spc="-40"/>
              <a:t>data</a:t>
            </a:r>
            <a:r>
              <a:rPr lang="en-US" sz="1700" spc="-60"/>
              <a:t> </a:t>
            </a:r>
            <a:r>
              <a:rPr lang="en-US" sz="1700"/>
              <a:t>will</a:t>
            </a:r>
            <a:r>
              <a:rPr lang="en-US" sz="1700" spc="-65"/>
              <a:t> </a:t>
            </a:r>
            <a:r>
              <a:rPr lang="en-US" sz="1700" spc="-20"/>
              <a:t>show</a:t>
            </a:r>
            <a:r>
              <a:rPr lang="en-US" sz="1700" spc="-50"/>
              <a:t> </a:t>
            </a:r>
            <a:r>
              <a:rPr lang="en-US" sz="1700" spc="-20"/>
              <a:t>up</a:t>
            </a:r>
            <a:r>
              <a:rPr lang="en-US" sz="1700" spc="-65"/>
              <a:t> </a:t>
            </a:r>
            <a:r>
              <a:rPr lang="en-US" sz="1700" spc="-20"/>
              <a:t>sorted</a:t>
            </a:r>
            <a:r>
              <a:rPr lang="en-US" sz="1700" spc="-50"/>
              <a:t> </a:t>
            </a:r>
            <a:r>
              <a:rPr lang="en-US" sz="1700"/>
              <a:t>at</a:t>
            </a:r>
            <a:r>
              <a:rPr lang="en-US" sz="1700" spc="-70"/>
              <a:t> </a:t>
            </a:r>
            <a:r>
              <a:rPr lang="en-US" sz="1700"/>
              <a:t>the</a:t>
            </a:r>
            <a:r>
              <a:rPr lang="en-US" sz="1700" spc="-65"/>
              <a:t> </a:t>
            </a:r>
            <a:r>
              <a:rPr lang="en-US" sz="1700" spc="-10"/>
              <a:t>reducer</a:t>
            </a:r>
            <a:endParaRPr lang="en-US" sz="1700"/>
          </a:p>
          <a:p>
            <a:pPr marL="588645" marR="55244" indent="-228600">
              <a:lnSpc>
                <a:spcPct val="90000"/>
              </a:lnSpc>
              <a:spcBef>
                <a:spcPts val="38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75"/>
              <a:t>Ahead</a:t>
            </a:r>
            <a:r>
              <a:rPr lang="en-US" sz="1700" spc="-40"/>
              <a:t> </a:t>
            </a:r>
            <a:r>
              <a:rPr lang="en-US" sz="1700"/>
              <a:t>of</a:t>
            </a:r>
            <a:r>
              <a:rPr lang="en-US" sz="1700" spc="-50"/>
              <a:t> </a:t>
            </a:r>
            <a:r>
              <a:rPr lang="en-US" sz="1700" spc="-10"/>
              <a:t>time,</a:t>
            </a:r>
            <a:r>
              <a:rPr lang="en-US" sz="1700" spc="-55"/>
              <a:t> </a:t>
            </a:r>
            <a:r>
              <a:rPr lang="en-US" sz="1700" spc="-20"/>
              <a:t>determine </a:t>
            </a:r>
            <a:r>
              <a:rPr lang="en-US" sz="1700"/>
              <a:t>the</a:t>
            </a:r>
            <a:r>
              <a:rPr lang="en-US" sz="1700" spc="-50"/>
              <a:t> </a:t>
            </a:r>
            <a:r>
              <a:rPr lang="en-US" sz="1700" spc="-35"/>
              <a:t>number</a:t>
            </a:r>
            <a:r>
              <a:rPr lang="en-US" sz="1700" spc="-50"/>
              <a:t> </a:t>
            </a:r>
            <a:r>
              <a:rPr lang="en-US" sz="1700"/>
              <a:t>of</a:t>
            </a:r>
            <a:r>
              <a:rPr lang="en-US" sz="1700" spc="-50"/>
              <a:t> </a:t>
            </a:r>
            <a:r>
              <a:rPr lang="en-US" sz="1700" spc="-40"/>
              <a:t>records</a:t>
            </a:r>
            <a:r>
              <a:rPr lang="en-US" sz="1700" spc="-20"/>
              <a:t> in</a:t>
            </a:r>
            <a:r>
              <a:rPr lang="en-US" sz="1700" spc="-65"/>
              <a:t> </a:t>
            </a:r>
            <a:r>
              <a:rPr lang="en-US" sz="1700"/>
              <a:t>the</a:t>
            </a:r>
            <a:r>
              <a:rPr lang="en-US" sz="1700" spc="-45"/>
              <a:t> </a:t>
            </a:r>
            <a:r>
              <a:rPr lang="en-US" sz="1700"/>
              <a:t>total</a:t>
            </a:r>
            <a:r>
              <a:rPr lang="en-US" sz="1700" spc="-55"/>
              <a:t> </a:t>
            </a:r>
            <a:r>
              <a:rPr lang="en-US" sz="1700" spc="-35"/>
              <a:t>data set</a:t>
            </a:r>
            <a:r>
              <a:rPr lang="en-US" sz="1700" spc="-45"/>
              <a:t> </a:t>
            </a:r>
            <a:r>
              <a:rPr lang="en-US" sz="1700" spc="-60"/>
              <a:t>and</a:t>
            </a:r>
            <a:r>
              <a:rPr lang="en-US" sz="1700" spc="-65"/>
              <a:t> </a:t>
            </a:r>
            <a:r>
              <a:rPr lang="en-US" sz="1700" spc="-10"/>
              <a:t>figure</a:t>
            </a:r>
            <a:r>
              <a:rPr lang="en-US" sz="1700" spc="-45"/>
              <a:t> </a:t>
            </a:r>
            <a:r>
              <a:rPr lang="en-US" sz="1700"/>
              <a:t>out</a:t>
            </a:r>
            <a:r>
              <a:rPr lang="en-US" sz="1700" spc="-30"/>
              <a:t> </a:t>
            </a:r>
            <a:r>
              <a:rPr lang="en-US" sz="1700"/>
              <a:t>what</a:t>
            </a:r>
            <a:r>
              <a:rPr lang="en-US" sz="1700" spc="-65"/>
              <a:t> </a:t>
            </a:r>
            <a:r>
              <a:rPr lang="en-US" sz="1700" spc="-40"/>
              <a:t>percentage</a:t>
            </a:r>
            <a:r>
              <a:rPr lang="en-US" sz="1700" spc="-20"/>
              <a:t> </a:t>
            </a:r>
            <a:r>
              <a:rPr lang="en-US" sz="1700"/>
              <a:t>of</a:t>
            </a:r>
            <a:r>
              <a:rPr lang="en-US" sz="1700" spc="-50"/>
              <a:t> </a:t>
            </a:r>
            <a:r>
              <a:rPr lang="en-US" sz="1700" spc="-10"/>
              <a:t>records you’ll</a:t>
            </a:r>
            <a:r>
              <a:rPr lang="en-US" sz="1700" spc="-65"/>
              <a:t> need </a:t>
            </a:r>
            <a:r>
              <a:rPr lang="en-US" sz="1700" spc="60"/>
              <a:t>to</a:t>
            </a:r>
            <a:r>
              <a:rPr lang="en-US" sz="1700" spc="-75"/>
              <a:t> </a:t>
            </a:r>
            <a:r>
              <a:rPr lang="en-US" sz="1700" spc="-65"/>
              <a:t>analyze </a:t>
            </a:r>
            <a:r>
              <a:rPr lang="en-US" sz="1700" spc="60"/>
              <a:t>to</a:t>
            </a:r>
            <a:r>
              <a:rPr lang="en-US" sz="1700" spc="-75"/>
              <a:t> </a:t>
            </a:r>
            <a:r>
              <a:rPr lang="en-US" sz="1700" spc="-70"/>
              <a:t>make</a:t>
            </a:r>
            <a:r>
              <a:rPr lang="en-US" sz="1700" spc="-55"/>
              <a:t> </a:t>
            </a:r>
            <a:r>
              <a:rPr lang="en-US" sz="1700" spc="-114"/>
              <a:t>a</a:t>
            </a:r>
            <a:r>
              <a:rPr lang="en-US" sz="1700" spc="-85"/>
              <a:t> </a:t>
            </a:r>
            <a:r>
              <a:rPr lang="en-US" sz="1700" spc="-55"/>
              <a:t>reasonable</a:t>
            </a:r>
            <a:r>
              <a:rPr lang="en-US" sz="1700" spc="-30"/>
              <a:t> </a:t>
            </a:r>
            <a:r>
              <a:rPr lang="en-US" sz="1700" spc="-10"/>
              <a:t>sample</a:t>
            </a:r>
            <a:endParaRPr lang="en-US" sz="1700"/>
          </a:p>
          <a:p>
            <a:pPr marL="314325" indent="-228600">
              <a:lnSpc>
                <a:spcPct val="90000"/>
              </a:lnSpc>
              <a:spcBef>
                <a:spcPts val="384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65"/>
              <a:t>Only</a:t>
            </a:r>
            <a:r>
              <a:rPr lang="en-US" sz="1700" spc="-60"/>
              <a:t> </a:t>
            </a:r>
            <a:r>
              <a:rPr lang="en-US" sz="1700" spc="-45"/>
              <a:t>one</a:t>
            </a:r>
            <a:r>
              <a:rPr lang="en-US" sz="1700" spc="-55"/>
              <a:t> </a:t>
            </a:r>
            <a:r>
              <a:rPr lang="en-US" sz="1700" spc="-35"/>
              <a:t>reducer</a:t>
            </a:r>
            <a:r>
              <a:rPr lang="en-US" sz="1700" spc="-45"/>
              <a:t> </a:t>
            </a:r>
            <a:r>
              <a:rPr lang="en-US" sz="1700"/>
              <a:t>will</a:t>
            </a:r>
            <a:r>
              <a:rPr lang="en-US" sz="1700" spc="-70"/>
              <a:t> </a:t>
            </a:r>
            <a:r>
              <a:rPr lang="en-US" sz="1700" spc="-45"/>
              <a:t>be</a:t>
            </a:r>
            <a:r>
              <a:rPr lang="en-US" sz="1700" spc="-65"/>
              <a:t> </a:t>
            </a:r>
            <a:r>
              <a:rPr lang="en-US" sz="1700" spc="-70"/>
              <a:t>used</a:t>
            </a:r>
            <a:r>
              <a:rPr lang="en-US" sz="1700" spc="-40"/>
              <a:t> </a:t>
            </a:r>
            <a:r>
              <a:rPr lang="en-US" sz="1700" spc="-20"/>
              <a:t>here</a:t>
            </a:r>
            <a:endParaRPr lang="en-US" sz="1700"/>
          </a:p>
          <a:p>
            <a:pPr marL="12700" indent="-228600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75"/>
              <a:t>An</a:t>
            </a:r>
            <a:r>
              <a:rPr lang="en-US" sz="1700" spc="-85"/>
              <a:t> </a:t>
            </a:r>
            <a:r>
              <a:rPr lang="en-US" sz="1700" spc="-10"/>
              <a:t>order</a:t>
            </a:r>
            <a:r>
              <a:rPr lang="en-US" sz="1700" spc="-85"/>
              <a:t> phase</a:t>
            </a:r>
            <a:r>
              <a:rPr lang="en-US" sz="1700" spc="-70"/>
              <a:t> </a:t>
            </a:r>
            <a:r>
              <a:rPr lang="en-US" sz="1700"/>
              <a:t>that</a:t>
            </a:r>
            <a:r>
              <a:rPr lang="en-US" sz="1700" spc="-70"/>
              <a:t> </a:t>
            </a:r>
            <a:r>
              <a:rPr lang="en-US" sz="1700" spc="-35"/>
              <a:t>actually</a:t>
            </a:r>
            <a:r>
              <a:rPr lang="en-US" sz="1700" spc="-70"/>
              <a:t> </a:t>
            </a:r>
            <a:r>
              <a:rPr lang="en-US" sz="1700" spc="-30"/>
              <a:t>sorts</a:t>
            </a:r>
            <a:r>
              <a:rPr lang="en-US" sz="1700" spc="-95"/>
              <a:t> </a:t>
            </a:r>
            <a:r>
              <a:rPr lang="en-US" sz="1700"/>
              <a:t>the</a:t>
            </a:r>
            <a:r>
              <a:rPr lang="en-US" sz="1700" spc="-60"/>
              <a:t> </a:t>
            </a:r>
            <a:r>
              <a:rPr lang="en-US" sz="1700" spc="-20"/>
              <a:t>data</a:t>
            </a:r>
            <a:endParaRPr lang="en-US" sz="1700"/>
          </a:p>
          <a:p>
            <a:pPr marL="314325" indent="-228600">
              <a:lnSpc>
                <a:spcPct val="90000"/>
              </a:lnSpc>
              <a:spcBef>
                <a:spcPts val="41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100"/>
              <a:t>The</a:t>
            </a:r>
            <a:r>
              <a:rPr lang="en-US" sz="1700" spc="-90"/>
              <a:t> </a:t>
            </a:r>
            <a:r>
              <a:rPr lang="en-US" sz="1700" spc="-40"/>
              <a:t>mapper</a:t>
            </a:r>
            <a:r>
              <a:rPr lang="en-US" sz="1700" spc="-70"/>
              <a:t> </a:t>
            </a:r>
            <a:r>
              <a:rPr lang="en-US" sz="1700" spc="-20"/>
              <a:t>extracts</a:t>
            </a:r>
            <a:r>
              <a:rPr lang="en-US" sz="1700" spc="-45"/>
              <a:t> </a:t>
            </a:r>
            <a:r>
              <a:rPr lang="en-US" sz="1700"/>
              <a:t>the</a:t>
            </a:r>
            <a:r>
              <a:rPr lang="en-US" sz="1700" spc="-75"/>
              <a:t> </a:t>
            </a:r>
            <a:r>
              <a:rPr lang="en-US" sz="1700"/>
              <a:t>sort</a:t>
            </a:r>
            <a:r>
              <a:rPr lang="en-US" sz="1700" spc="-80"/>
              <a:t> </a:t>
            </a:r>
            <a:r>
              <a:rPr lang="en-US" sz="1700" spc="-55"/>
              <a:t>key</a:t>
            </a:r>
            <a:r>
              <a:rPr lang="en-US" sz="1700" spc="-60"/>
              <a:t> </a:t>
            </a:r>
            <a:r>
              <a:rPr lang="en-US" sz="1700" spc="-20"/>
              <a:t>in</a:t>
            </a:r>
            <a:r>
              <a:rPr lang="en-US" sz="1700" spc="-90"/>
              <a:t> </a:t>
            </a:r>
            <a:r>
              <a:rPr lang="en-US" sz="1700"/>
              <a:t>the</a:t>
            </a:r>
            <a:r>
              <a:rPr lang="en-US" sz="1700" spc="-80"/>
              <a:t> </a:t>
            </a:r>
            <a:r>
              <a:rPr lang="en-US" sz="1700" spc="-100"/>
              <a:t>same</a:t>
            </a:r>
            <a:r>
              <a:rPr lang="en-US" sz="1700" spc="-65"/>
              <a:t> </a:t>
            </a:r>
            <a:r>
              <a:rPr lang="en-US" sz="1700" spc="-40"/>
              <a:t>way</a:t>
            </a:r>
            <a:r>
              <a:rPr lang="en-US" sz="1700" spc="-80"/>
              <a:t> </a:t>
            </a:r>
            <a:r>
              <a:rPr lang="en-US" sz="1700" spc="-125"/>
              <a:t>as</a:t>
            </a:r>
            <a:r>
              <a:rPr lang="en-US" sz="1700" spc="-75"/>
              <a:t> </a:t>
            </a:r>
            <a:r>
              <a:rPr lang="en-US" sz="1700"/>
              <a:t>the</a:t>
            </a:r>
            <a:r>
              <a:rPr lang="en-US" sz="1700" spc="-80"/>
              <a:t> </a:t>
            </a:r>
            <a:r>
              <a:rPr lang="en-US" sz="1700" spc="-65"/>
              <a:t>analyze</a:t>
            </a:r>
            <a:r>
              <a:rPr lang="en-US" sz="1700" spc="-35"/>
              <a:t> </a:t>
            </a:r>
            <a:r>
              <a:rPr lang="en-US" sz="1700" spc="-20"/>
              <a:t>step</a:t>
            </a:r>
            <a:endParaRPr lang="en-US" sz="1700"/>
          </a:p>
          <a:p>
            <a:pPr marL="314325" indent="-228600">
              <a:lnSpc>
                <a:spcPct val="90000"/>
              </a:lnSpc>
              <a:spcBef>
                <a:spcPts val="38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85"/>
              <a:t>A</a:t>
            </a:r>
            <a:r>
              <a:rPr lang="en-US" sz="1700" spc="-75"/>
              <a:t> </a:t>
            </a:r>
            <a:r>
              <a:rPr lang="en-US" sz="1700" spc="-25"/>
              <a:t>custom </a:t>
            </a:r>
            <a:r>
              <a:rPr lang="en-US" sz="1700"/>
              <a:t>partitioner</a:t>
            </a:r>
            <a:r>
              <a:rPr lang="en-US" sz="1700" spc="-40"/>
              <a:t> </a:t>
            </a:r>
            <a:r>
              <a:rPr lang="en-US" sz="1700" spc="-70"/>
              <a:t>is</a:t>
            </a:r>
            <a:r>
              <a:rPr lang="en-US" sz="1700" spc="-60"/>
              <a:t> </a:t>
            </a:r>
            <a:r>
              <a:rPr lang="en-US" sz="1700" spc="-65"/>
              <a:t>used</a:t>
            </a:r>
            <a:r>
              <a:rPr lang="en-US" sz="1700" spc="-50"/>
              <a:t> </a:t>
            </a:r>
            <a:r>
              <a:rPr lang="en-US" sz="1700"/>
              <a:t>that</a:t>
            </a:r>
            <a:r>
              <a:rPr lang="en-US" sz="1700" spc="-60"/>
              <a:t> loads</a:t>
            </a:r>
            <a:r>
              <a:rPr lang="en-US" sz="1700" spc="-45"/>
              <a:t> </a:t>
            </a:r>
            <a:r>
              <a:rPr lang="en-US" sz="1700" spc="-20"/>
              <a:t>up</a:t>
            </a:r>
            <a:r>
              <a:rPr lang="en-US" sz="1700" spc="-60"/>
              <a:t> </a:t>
            </a:r>
            <a:r>
              <a:rPr lang="en-US" sz="1700"/>
              <a:t>the</a:t>
            </a:r>
            <a:r>
              <a:rPr lang="en-US" sz="1700" spc="-60"/>
              <a:t> </a:t>
            </a:r>
            <a:r>
              <a:rPr lang="en-US" sz="1700"/>
              <a:t>partition</a:t>
            </a:r>
            <a:r>
              <a:rPr lang="en-US" sz="1700" spc="-40"/>
              <a:t> </a:t>
            </a:r>
            <a:r>
              <a:rPr lang="en-US" sz="1700" spc="-20"/>
              <a:t>file</a:t>
            </a:r>
            <a:endParaRPr lang="en-US" sz="1700"/>
          </a:p>
          <a:p>
            <a:pPr marL="588645" marR="5080" indent="-228600">
              <a:lnSpc>
                <a:spcPct val="90000"/>
              </a:lnSpc>
              <a:spcBef>
                <a:spcPts val="384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100"/>
              <a:t>The</a:t>
            </a:r>
            <a:r>
              <a:rPr lang="en-US" sz="1700" spc="-80"/>
              <a:t> </a:t>
            </a:r>
            <a:r>
              <a:rPr lang="en-US" sz="1700" spc="-55"/>
              <a:t>reduce</a:t>
            </a:r>
            <a:r>
              <a:rPr lang="en-US" sz="1700" spc="-35"/>
              <a:t> </a:t>
            </a:r>
            <a:r>
              <a:rPr lang="en-US" sz="1700"/>
              <a:t>function</a:t>
            </a:r>
            <a:r>
              <a:rPr lang="en-US" sz="1700" spc="-55"/>
              <a:t> </a:t>
            </a:r>
            <a:r>
              <a:rPr lang="en-US" sz="1700" spc="-40"/>
              <a:t>simply</a:t>
            </a:r>
            <a:r>
              <a:rPr lang="en-US" sz="1700" spc="-50"/>
              <a:t> </a:t>
            </a:r>
            <a:r>
              <a:rPr lang="en-US" sz="1700" spc="-55"/>
              <a:t>takes</a:t>
            </a:r>
            <a:r>
              <a:rPr lang="en-US" sz="1700" spc="-50"/>
              <a:t> </a:t>
            </a:r>
            <a:r>
              <a:rPr lang="en-US" sz="1700"/>
              <a:t>the</a:t>
            </a:r>
            <a:r>
              <a:rPr lang="en-US" sz="1700" spc="-65"/>
              <a:t> values</a:t>
            </a:r>
            <a:r>
              <a:rPr lang="en-US" sz="1700" spc="-35"/>
              <a:t> </a:t>
            </a:r>
            <a:r>
              <a:rPr lang="en-US" sz="1700"/>
              <a:t>that</a:t>
            </a:r>
            <a:r>
              <a:rPr lang="en-US" sz="1700" spc="-65"/>
              <a:t> have</a:t>
            </a:r>
            <a:r>
              <a:rPr lang="en-US" sz="1700" spc="-55"/>
              <a:t> come</a:t>
            </a:r>
            <a:r>
              <a:rPr lang="en-US" sz="1700" spc="-35"/>
              <a:t> </a:t>
            </a:r>
            <a:r>
              <a:rPr lang="en-US" sz="1700" spc="-20"/>
              <a:t>in</a:t>
            </a:r>
            <a:r>
              <a:rPr lang="en-US" sz="1700" spc="-80"/>
              <a:t> </a:t>
            </a:r>
            <a:r>
              <a:rPr lang="en-US" sz="1700" spc="-65"/>
              <a:t>and</a:t>
            </a:r>
            <a:r>
              <a:rPr lang="en-US" sz="1700" spc="-85"/>
              <a:t> </a:t>
            </a:r>
            <a:r>
              <a:rPr lang="en-US" sz="1700"/>
              <a:t>outputs </a:t>
            </a:r>
            <a:r>
              <a:rPr lang="en-US" sz="1700" spc="-20"/>
              <a:t>them.</a:t>
            </a:r>
            <a:r>
              <a:rPr lang="en-US" sz="1700" spc="-60"/>
              <a:t> </a:t>
            </a:r>
            <a:r>
              <a:rPr lang="en-US" sz="1700" spc="-95"/>
              <a:t>The</a:t>
            </a:r>
            <a:r>
              <a:rPr lang="en-US" sz="1700" spc="-70"/>
              <a:t> </a:t>
            </a:r>
            <a:r>
              <a:rPr lang="en-US" sz="1700" spc="-35"/>
              <a:t>number</a:t>
            </a:r>
            <a:r>
              <a:rPr lang="en-US" sz="1700" spc="-55"/>
              <a:t> </a:t>
            </a:r>
            <a:r>
              <a:rPr lang="en-US" sz="1700"/>
              <a:t>of</a:t>
            </a:r>
            <a:r>
              <a:rPr lang="en-US" sz="1700" spc="-65"/>
              <a:t> </a:t>
            </a:r>
            <a:r>
              <a:rPr lang="en-US" sz="1700" spc="-50"/>
              <a:t>reducers</a:t>
            </a:r>
            <a:r>
              <a:rPr lang="en-US" sz="1700" spc="-35"/>
              <a:t> </a:t>
            </a:r>
            <a:r>
              <a:rPr lang="en-US" sz="1700" spc="-10"/>
              <a:t>needs </a:t>
            </a:r>
            <a:r>
              <a:rPr lang="en-US" sz="1700" spc="60"/>
              <a:t>to</a:t>
            </a:r>
            <a:r>
              <a:rPr lang="en-US" sz="1700" spc="-55"/>
              <a:t> </a:t>
            </a:r>
            <a:r>
              <a:rPr lang="en-US" sz="1700" spc="-45"/>
              <a:t>be</a:t>
            </a:r>
            <a:r>
              <a:rPr lang="en-US" sz="1700" spc="-55"/>
              <a:t> </a:t>
            </a:r>
            <a:r>
              <a:rPr lang="en-US" sz="1700" spc="-50"/>
              <a:t>equal</a:t>
            </a:r>
            <a:r>
              <a:rPr lang="en-US" sz="1700" spc="-40"/>
              <a:t> </a:t>
            </a:r>
            <a:r>
              <a:rPr lang="en-US" sz="1700" spc="60"/>
              <a:t>to</a:t>
            </a:r>
            <a:r>
              <a:rPr lang="en-US" sz="1700" spc="-50"/>
              <a:t> </a:t>
            </a:r>
            <a:r>
              <a:rPr lang="en-US" sz="1700"/>
              <a:t>the</a:t>
            </a:r>
            <a:r>
              <a:rPr lang="en-US" sz="1700" spc="-70"/>
              <a:t> </a:t>
            </a:r>
            <a:r>
              <a:rPr lang="en-US" sz="1700" spc="-35"/>
              <a:t>number</a:t>
            </a:r>
            <a:r>
              <a:rPr lang="en-US" sz="1700" spc="-40"/>
              <a:t> </a:t>
            </a:r>
            <a:r>
              <a:rPr lang="en-US" sz="1700"/>
              <a:t>of</a:t>
            </a:r>
            <a:r>
              <a:rPr lang="en-US" sz="1700" spc="-55"/>
              <a:t> </a:t>
            </a:r>
            <a:r>
              <a:rPr lang="en-US" sz="1700" spc="-10"/>
              <a:t>partitions</a:t>
            </a:r>
            <a:r>
              <a:rPr lang="en-US" sz="1700" spc="-40"/>
              <a:t> </a:t>
            </a:r>
            <a:r>
              <a:rPr lang="en-US" sz="1700"/>
              <a:t>for</a:t>
            </a:r>
            <a:r>
              <a:rPr lang="en-US" sz="1700" spc="-30"/>
              <a:t> </a:t>
            </a:r>
            <a:r>
              <a:rPr lang="en-US" sz="1700"/>
              <a:t>the</a:t>
            </a:r>
            <a:r>
              <a:rPr lang="en-US" sz="1700" spc="-50"/>
              <a:t> </a:t>
            </a:r>
            <a:r>
              <a:rPr lang="en-US" sz="1700" spc="-30"/>
              <a:t>TotalOrderPartitioner</a:t>
            </a:r>
            <a:r>
              <a:rPr lang="en-US" sz="1700" spc="-5"/>
              <a:t> </a:t>
            </a:r>
            <a:r>
              <a:rPr lang="en-US" sz="1700" spc="60"/>
              <a:t>to</a:t>
            </a:r>
            <a:r>
              <a:rPr lang="en-US" sz="1700" spc="-50"/>
              <a:t> </a:t>
            </a:r>
            <a:r>
              <a:rPr lang="en-US" sz="1700"/>
              <a:t>work</a:t>
            </a:r>
            <a:r>
              <a:rPr lang="en-US" sz="1700" spc="-50"/>
              <a:t> </a:t>
            </a:r>
            <a:r>
              <a:rPr lang="en-US" sz="1700" spc="-10"/>
              <a:t>properly</a:t>
            </a:r>
            <a:endParaRPr lang="en-US" sz="170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191DD71-C003-528C-1E3E-5523492D3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object 3" descr="$PPTXTitle">
            <a:extLst>
              <a:ext uri="{FF2B5EF4-FFF2-40B4-BE49-F238E27FC236}">
                <a16:creationId xmlns:a16="http://schemas.microsoft.com/office/drawing/2014/main" id="{BE7245DB-4CB7-3C97-ED5C-92996081AE74}"/>
              </a:ext>
            </a:extLst>
          </p:cNvPr>
          <p:cNvSpPr txBox="1">
            <a:spLocks/>
          </p:cNvSpPr>
          <p:nvPr/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vert="horz" lIns="0" tIns="13335" rIns="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en-US" sz="3400" b="1" spc="-135">
                <a:latin typeface="Arial" panose="020B0604020202020204" pitchFamily="34" charset="0"/>
                <a:cs typeface="Arial" panose="020B0604020202020204" pitchFamily="34" charset="0"/>
              </a:rPr>
              <a:t>Total</a:t>
            </a:r>
            <a:r>
              <a:rPr lang="en-US" sz="3400" b="1" spc="-22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b="1" spc="-65">
                <a:latin typeface="Arial" panose="020B0604020202020204" pitchFamily="34" charset="0"/>
                <a:cs typeface="Arial" panose="020B0604020202020204" pitchFamily="34" charset="0"/>
              </a:rPr>
              <a:t>Order</a:t>
            </a:r>
            <a:endParaRPr lang="en-US" sz="3400" b="1" spc="-6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vert="horz" lIns="0" tIns="13335" rIns="0" bIns="0" rtlCol="0" anchor="b">
            <a:normAutofit/>
          </a:bodyPr>
          <a:lstStyle/>
          <a:p>
            <a:pPr marL="12700">
              <a:spcBef>
                <a:spcPts val="105"/>
              </a:spcBef>
            </a:pPr>
            <a:r>
              <a:rPr lang="en-US" sz="3400" b="1" spc="-135" dirty="0">
                <a:latin typeface="Arial" panose="020B0604020202020204" pitchFamily="34" charset="0"/>
                <a:cs typeface="Arial" panose="020B0604020202020204" pitchFamily="34" charset="0"/>
              </a:rPr>
              <a:t>Total</a:t>
            </a:r>
            <a:r>
              <a:rPr lang="en-US" sz="3400" b="1" spc="-2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b="1" spc="-65" dirty="0">
                <a:latin typeface="Arial" panose="020B0604020202020204" pitchFamily="34" charset="0"/>
                <a:cs typeface="Arial" panose="020B0604020202020204" pitchFamily="34" charset="0"/>
              </a:rPr>
              <a:t>Order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idx="1"/>
          </p:nvPr>
        </p:nvSpPr>
        <p:spPr>
          <a:xfrm>
            <a:off x="793660" y="2286001"/>
            <a:ext cx="10143668" cy="3749040"/>
          </a:xfrm>
          <a:prstGeom prst="rect">
            <a:avLst/>
          </a:prstGeom>
        </p:spPr>
        <p:txBody>
          <a:bodyPr vert="horz" lIns="0" tIns="113852" rIns="0" bIns="0" rtlCol="0" anchor="ctr">
            <a:noAutofit/>
          </a:bodyPr>
          <a:lstStyle/>
          <a:p>
            <a:pPr marL="12700">
              <a:spcBef>
                <a:spcPts val="105"/>
              </a:spcBef>
              <a:tabLst>
                <a:tab pos="286385" algn="l"/>
              </a:tabLst>
            </a:pPr>
            <a:r>
              <a:rPr lang="en-US" sz="2400" spc="-50" dirty="0">
                <a:latin typeface="Arial" panose="020B0604020202020204" pitchFamily="34" charset="0"/>
                <a:cs typeface="Arial" panose="020B0604020202020204" pitchFamily="34" charset="0"/>
              </a:rPr>
              <a:t>∗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spc="-55" dirty="0"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  <a:r>
              <a:rPr lang="en-US" sz="24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10" dirty="0"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</a:p>
          <a:p>
            <a:pPr marL="314325">
              <a:spcBef>
                <a:spcPts val="1235"/>
              </a:spcBef>
              <a:tabLst>
                <a:tab pos="588645" algn="l"/>
              </a:tabLst>
            </a:pPr>
            <a:r>
              <a:rPr lang="en-US" sz="2400" spc="-50" dirty="0">
                <a:latin typeface="Arial" panose="020B0604020202020204" pitchFamily="34" charset="0"/>
                <a:cs typeface="Arial" panose="020B0604020202020204" pitchFamily="34" charset="0"/>
              </a:rPr>
              <a:t>∗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spc="-65" dirty="0">
                <a:latin typeface="Arial" panose="020B0604020202020204" pitchFamily="34" charset="0"/>
                <a:cs typeface="Arial" panose="020B0604020202020204" pitchFamily="34" charset="0"/>
              </a:rPr>
              <a:t>Expensive:</a:t>
            </a:r>
            <a:r>
              <a:rPr lang="en-US" sz="2400" spc="-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25" dirty="0">
                <a:latin typeface="Arial" panose="020B0604020202020204" pitchFamily="34" charset="0"/>
                <a:cs typeface="Arial" panose="020B0604020202020204" pitchFamily="34" charset="0"/>
              </a:rPr>
              <a:t>load</a:t>
            </a:r>
            <a:r>
              <a:rPr lang="en-US" sz="24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45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400" spc="-60" dirty="0">
                <a:latin typeface="Arial" panose="020B0604020202020204" pitchFamily="34" charset="0"/>
                <a:cs typeface="Arial" panose="020B0604020202020204" pitchFamily="34" charset="0"/>
              </a:rPr>
              <a:t>parse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sz="24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25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en-US" sz="24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10" dirty="0">
                <a:latin typeface="Arial" panose="020B0604020202020204" pitchFamily="34" charset="0"/>
                <a:cs typeface="Arial" panose="020B0604020202020204" pitchFamily="34" charset="0"/>
              </a:rPr>
              <a:t>twice,</a:t>
            </a:r>
            <a:r>
              <a:rPr lang="en-US" sz="240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first</a:t>
            </a:r>
            <a:r>
              <a:rPr lang="en-US" sz="24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55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en-US" sz="24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20" dirty="0">
                <a:latin typeface="Arial" panose="020B0604020202020204" pitchFamily="34" charset="0"/>
                <a:cs typeface="Arial" panose="020B0604020202020204" pitchFamily="34" charset="0"/>
              </a:rPr>
              <a:t>build</a:t>
            </a:r>
            <a:r>
              <a:rPr lang="en-US" sz="24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sz="24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partition</a:t>
            </a:r>
            <a:r>
              <a:rPr lang="en-US" sz="24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55" dirty="0">
                <a:latin typeface="Arial" panose="020B0604020202020204" pitchFamily="34" charset="0"/>
                <a:cs typeface="Arial" panose="020B0604020202020204" pitchFamily="34" charset="0"/>
              </a:rPr>
              <a:t>ranges,</a:t>
            </a:r>
            <a:r>
              <a:rPr lang="en-US" sz="24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5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US" sz="24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then</a:t>
            </a:r>
            <a:r>
              <a:rPr lang="en-US" sz="24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55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en-US" sz="24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35" dirty="0">
                <a:latin typeface="Arial" panose="020B0604020202020204" pitchFamily="34" charset="0"/>
                <a:cs typeface="Arial" panose="020B0604020202020204" pitchFamily="34" charset="0"/>
              </a:rPr>
              <a:t>actually</a:t>
            </a:r>
            <a:r>
              <a:rPr lang="en-US" sz="24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sort</a:t>
            </a:r>
            <a:r>
              <a:rPr lang="en-US" sz="24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sz="24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10" dirty="0">
                <a:latin typeface="Arial" panose="020B0604020202020204" pitchFamily="34" charset="0"/>
                <a:cs typeface="Arial" panose="020B0604020202020204" pitchFamily="34" charset="0"/>
              </a:rPr>
              <a:t>data.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88645" marR="434975" indent="-274955">
              <a:spcBef>
                <a:spcPts val="1200"/>
              </a:spcBef>
              <a:tabLst>
                <a:tab pos="588645" algn="l"/>
              </a:tabLst>
            </a:pPr>
            <a:r>
              <a:rPr lang="en-US" sz="2400" spc="-50" dirty="0">
                <a:latin typeface="Arial" panose="020B0604020202020204" pitchFamily="34" charset="0"/>
                <a:cs typeface="Arial" panose="020B0604020202020204" pitchFamily="34" charset="0"/>
              </a:rPr>
              <a:t>∗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spc="-8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sz="240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10" dirty="0">
                <a:latin typeface="Arial" panose="020B0604020202020204" pitchFamily="34" charset="0"/>
                <a:cs typeface="Arial" panose="020B0604020202020204" pitchFamily="34" charset="0"/>
              </a:rPr>
              <a:t>job</a:t>
            </a:r>
            <a:r>
              <a:rPr lang="en-US" sz="24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lang="en-US" sz="24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35" dirty="0">
                <a:latin typeface="Arial" panose="020B0604020202020204" pitchFamily="34" charset="0"/>
                <a:cs typeface="Arial" panose="020B0604020202020204" pitchFamily="34" charset="0"/>
              </a:rPr>
              <a:t>builds</a:t>
            </a:r>
            <a:r>
              <a:rPr lang="en-US" sz="24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sz="24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10" dirty="0">
                <a:latin typeface="Arial" panose="020B0604020202020204" pitchFamily="34" charset="0"/>
                <a:cs typeface="Arial" panose="020B0604020202020204" pitchFamily="34" charset="0"/>
              </a:rPr>
              <a:t>partitions</a:t>
            </a:r>
            <a:r>
              <a:rPr lang="en-US" sz="24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7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n-US" sz="24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straightforward</a:t>
            </a:r>
            <a:r>
              <a:rPr lang="en-US" sz="2400" spc="-45" dirty="0">
                <a:latin typeface="Arial" panose="020B0604020202020204" pitchFamily="34" charset="0"/>
                <a:cs typeface="Arial" panose="020B0604020202020204" pitchFamily="34" charset="0"/>
              </a:rPr>
              <a:t> and</a:t>
            </a:r>
            <a:r>
              <a:rPr lang="en-US" sz="24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efficient</a:t>
            </a:r>
            <a:r>
              <a:rPr lang="en-US" sz="24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65" dirty="0">
                <a:latin typeface="Arial" panose="020B0604020202020204" pitchFamily="34" charset="0"/>
                <a:cs typeface="Arial" panose="020B0604020202020204" pitchFamily="34" charset="0"/>
              </a:rPr>
              <a:t>since</a:t>
            </a:r>
            <a:r>
              <a:rPr lang="en-US" sz="24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en-US" sz="24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85" dirty="0">
                <a:latin typeface="Arial" panose="020B0604020202020204" pitchFamily="34" charset="0"/>
                <a:cs typeface="Arial" panose="020B0604020202020204" pitchFamily="34" charset="0"/>
              </a:rPr>
              <a:t>has</a:t>
            </a:r>
            <a:r>
              <a:rPr lang="en-US" sz="24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10" dirty="0">
                <a:latin typeface="Arial" panose="020B0604020202020204" pitchFamily="34" charset="0"/>
                <a:cs typeface="Arial" panose="020B0604020202020204" pitchFamily="34" charset="0"/>
              </a:rPr>
              <a:t>only</a:t>
            </a:r>
            <a:r>
              <a:rPr lang="en-US" sz="24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35" dirty="0">
                <a:latin typeface="Arial" panose="020B0604020202020204" pitchFamily="34" charset="0"/>
                <a:cs typeface="Arial" panose="020B0604020202020204" pitchFamily="34" charset="0"/>
              </a:rPr>
              <a:t>one</a:t>
            </a:r>
            <a:r>
              <a:rPr lang="en-US" sz="24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30" dirty="0">
                <a:latin typeface="Arial" panose="020B0604020202020204" pitchFamily="34" charset="0"/>
                <a:cs typeface="Arial" panose="020B0604020202020204" pitchFamily="34" charset="0"/>
              </a:rPr>
              <a:t>reducer</a:t>
            </a:r>
            <a:r>
              <a:rPr lang="en-US" sz="24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45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US" sz="24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75" dirty="0">
                <a:latin typeface="Arial" panose="020B0604020202020204" pitchFamily="34" charset="0"/>
                <a:cs typeface="Arial" panose="020B0604020202020204" pitchFamily="34" charset="0"/>
              </a:rPr>
              <a:t>sends</a:t>
            </a:r>
            <a:r>
              <a:rPr lang="en-US" sz="24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1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4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10" dirty="0">
                <a:latin typeface="Arial" panose="020B0604020202020204" pitchFamily="34" charset="0"/>
                <a:cs typeface="Arial" panose="020B0604020202020204" pitchFamily="34" charset="0"/>
              </a:rPr>
              <a:t>minimal </a:t>
            </a:r>
            <a:r>
              <a:rPr lang="en-US" sz="2400" spc="-20" dirty="0">
                <a:latin typeface="Arial" panose="020B0604020202020204" pitchFamily="34" charset="0"/>
                <a:cs typeface="Arial" panose="020B0604020202020204" pitchFamily="34" charset="0"/>
              </a:rPr>
              <a:t>amount</a:t>
            </a:r>
            <a:r>
              <a:rPr lang="en-US" sz="24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n-US" sz="24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25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en-US" sz="24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20" dirty="0">
                <a:latin typeface="Arial" panose="020B0604020202020204" pitchFamily="34" charset="0"/>
                <a:cs typeface="Arial" panose="020B0604020202020204" pitchFamily="34" charset="0"/>
              </a:rPr>
              <a:t>over</a:t>
            </a:r>
            <a:r>
              <a:rPr lang="en-US" sz="24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sz="24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network.</a:t>
            </a:r>
            <a:r>
              <a:rPr lang="en-US" sz="24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8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sz="24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r>
              <a:rPr lang="en-US" sz="24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  <a:r>
              <a:rPr lang="en-US" sz="24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7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n-US" sz="24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45" dirty="0">
                <a:latin typeface="Arial" panose="020B0604020202020204" pitchFamily="34" charset="0"/>
                <a:cs typeface="Arial" panose="020B0604020202020204" pitchFamily="34" charset="0"/>
              </a:rPr>
              <a:t>small,</a:t>
            </a:r>
            <a:r>
              <a:rPr lang="en-US" sz="24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55" dirty="0">
                <a:latin typeface="Arial" panose="020B0604020202020204" pitchFamily="34" charset="0"/>
                <a:cs typeface="Arial" panose="020B0604020202020204" pitchFamily="34" charset="0"/>
              </a:rPr>
              <a:t>so</a:t>
            </a:r>
            <a:r>
              <a:rPr lang="en-US" sz="24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writing</a:t>
            </a:r>
            <a:r>
              <a:rPr lang="en-US" sz="24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en-US" sz="24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  <a:r>
              <a:rPr lang="en-US" sz="24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7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n-US" sz="24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10" dirty="0">
                <a:latin typeface="Arial" panose="020B0604020202020204" pitchFamily="34" charset="0"/>
                <a:cs typeface="Arial" panose="020B0604020202020204" pitchFamily="34" charset="0"/>
              </a:rPr>
              <a:t>trivial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88645" marR="5080" indent="-274955">
              <a:spcBef>
                <a:spcPts val="1200"/>
              </a:spcBef>
              <a:tabLst>
                <a:tab pos="588645" algn="l"/>
              </a:tabLst>
            </a:pPr>
            <a:r>
              <a:rPr lang="en-US" sz="2400" spc="-50" dirty="0">
                <a:latin typeface="Arial" panose="020B0604020202020204" pitchFamily="34" charset="0"/>
                <a:cs typeface="Arial" panose="020B0604020202020204" pitchFamily="34" charset="0"/>
              </a:rPr>
              <a:t>∗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spc="-8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sz="24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order</a:t>
            </a:r>
            <a:r>
              <a:rPr lang="en-US" sz="24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20" dirty="0">
                <a:latin typeface="Arial" panose="020B0604020202020204" pitchFamily="34" charset="0"/>
                <a:cs typeface="Arial" panose="020B0604020202020204" pitchFamily="34" charset="0"/>
              </a:rPr>
              <a:t>step</a:t>
            </a:r>
            <a:r>
              <a:rPr lang="en-US" sz="24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n-US" sz="24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sz="24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10" dirty="0">
                <a:latin typeface="Arial" panose="020B0604020202020204" pitchFamily="34" charset="0"/>
                <a:cs typeface="Arial" panose="020B0604020202020204" pitchFamily="34" charset="0"/>
              </a:rPr>
              <a:t>job</a:t>
            </a:r>
            <a:r>
              <a:rPr lang="en-US" sz="24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80" dirty="0">
                <a:latin typeface="Arial" panose="020B0604020202020204" pitchFamily="34" charset="0"/>
                <a:cs typeface="Arial" panose="020B0604020202020204" pitchFamily="34" charset="0"/>
              </a:rPr>
              <a:t>has</a:t>
            </a:r>
            <a:r>
              <a:rPr lang="en-US" sz="24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25" dirty="0"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  <a:r>
              <a:rPr lang="en-US" sz="24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40" dirty="0">
                <a:latin typeface="Arial" panose="020B0604020202020204" pitchFamily="34" charset="0"/>
                <a:cs typeface="Arial" panose="020B0604020202020204" pitchFamily="34" charset="0"/>
              </a:rPr>
              <a:t>characteristics</a:t>
            </a:r>
            <a:r>
              <a:rPr lang="en-US" sz="24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35" dirty="0">
                <a:latin typeface="Arial" panose="020B0604020202020204" pitchFamily="34" charset="0"/>
                <a:cs typeface="Arial" panose="020B0604020202020204" pitchFamily="34" charset="0"/>
              </a:rPr>
              <a:t>similar</a:t>
            </a:r>
            <a:r>
              <a:rPr lang="en-US" sz="24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55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en-US" sz="24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sz="24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other</a:t>
            </a:r>
            <a:r>
              <a:rPr lang="en-US" sz="24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25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en-US" sz="24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25" dirty="0">
                <a:latin typeface="Arial" panose="020B0604020202020204" pitchFamily="34" charset="0"/>
                <a:cs typeface="Arial" panose="020B0604020202020204" pitchFamily="34" charset="0"/>
              </a:rPr>
              <a:t>organization</a:t>
            </a:r>
            <a:r>
              <a:rPr lang="en-US" sz="2400" spc="-10" dirty="0">
                <a:latin typeface="Arial" panose="020B0604020202020204" pitchFamily="34" charset="0"/>
                <a:cs typeface="Arial" panose="020B0604020202020204" pitchFamily="34" charset="0"/>
              </a:rPr>
              <a:t> patterns,</a:t>
            </a:r>
            <a:r>
              <a:rPr lang="en-US" sz="24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70" dirty="0">
                <a:latin typeface="Arial" panose="020B0604020202020204" pitchFamily="34" charset="0"/>
                <a:cs typeface="Arial" panose="020B0604020202020204" pitchFamily="34" charset="0"/>
              </a:rPr>
              <a:t>because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en-US" sz="24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25" dirty="0">
                <a:latin typeface="Arial" panose="020B0604020202020204" pitchFamily="34" charset="0"/>
                <a:cs typeface="Arial" panose="020B0604020202020204" pitchFamily="34" charset="0"/>
              </a:rPr>
              <a:t>has </a:t>
            </a:r>
            <a:r>
              <a:rPr lang="en-US" sz="2400" spc="55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en-US" sz="24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40" dirty="0">
                <a:latin typeface="Arial" panose="020B0604020202020204" pitchFamily="34" charset="0"/>
                <a:cs typeface="Arial" panose="020B0604020202020204" pitchFamily="34" charset="0"/>
              </a:rPr>
              <a:t>move</a:t>
            </a:r>
            <a:r>
              <a:rPr lang="en-US" sz="24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40" dirty="0"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r>
              <a:rPr lang="en-US" sz="24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n-US" sz="24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sz="24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25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en-US" sz="24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20" dirty="0">
                <a:latin typeface="Arial" panose="020B0604020202020204" pitchFamily="34" charset="0"/>
                <a:cs typeface="Arial" panose="020B0604020202020204" pitchFamily="34" charset="0"/>
              </a:rPr>
              <a:t>over</a:t>
            </a:r>
            <a:r>
              <a:rPr lang="en-US" sz="24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sz="24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network</a:t>
            </a:r>
            <a:r>
              <a:rPr lang="en-US" sz="2400" spc="-45" dirty="0">
                <a:latin typeface="Arial" panose="020B0604020202020204" pitchFamily="34" charset="0"/>
                <a:cs typeface="Arial" panose="020B0604020202020204" pitchFamily="34" charset="0"/>
              </a:rPr>
              <a:t> and</a:t>
            </a:r>
            <a:r>
              <a:rPr lang="en-US" sz="24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write</a:t>
            </a:r>
            <a:r>
              <a:rPr lang="en-US" sz="24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40" dirty="0"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r>
              <a:rPr lang="en-US" sz="24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n-US" sz="24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sz="24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25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en-US" sz="24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55" dirty="0">
                <a:latin typeface="Arial" panose="020B0604020202020204" pitchFamily="34" charset="0"/>
                <a:cs typeface="Arial" panose="020B0604020202020204" pitchFamily="34" charset="0"/>
              </a:rPr>
              <a:t>back</a:t>
            </a:r>
            <a:r>
              <a:rPr lang="en-US" sz="24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25" dirty="0"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49546" y="580389"/>
            <a:ext cx="26955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35" dirty="0"/>
              <a:t>Total</a:t>
            </a:r>
            <a:r>
              <a:rPr spc="-225" dirty="0"/>
              <a:t> </a:t>
            </a:r>
            <a:r>
              <a:rPr spc="-65" dirty="0"/>
              <a:t>Order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4854702" y="3249676"/>
            <a:ext cx="2460625" cy="592455"/>
            <a:chOff x="4854702" y="3249676"/>
            <a:chExt cx="2460625" cy="59245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6800" y="3272028"/>
              <a:ext cx="2438400" cy="56997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857750" y="3252724"/>
              <a:ext cx="2429510" cy="560070"/>
            </a:xfrm>
            <a:custGeom>
              <a:avLst/>
              <a:gdLst/>
              <a:ahLst/>
              <a:cxnLst/>
              <a:rect l="l" t="t" r="r" b="b"/>
              <a:pathLst>
                <a:path w="2429509" h="560070">
                  <a:moveTo>
                    <a:pt x="170774" y="9977"/>
                  </a:moveTo>
                  <a:lnTo>
                    <a:pt x="162581" y="9977"/>
                  </a:lnTo>
                  <a:lnTo>
                    <a:pt x="107668" y="11622"/>
                  </a:lnTo>
                  <a:lnTo>
                    <a:pt x="77614" y="12319"/>
                  </a:lnTo>
                  <a:lnTo>
                    <a:pt x="0" y="12319"/>
                  </a:lnTo>
                  <a:lnTo>
                    <a:pt x="1920" y="56134"/>
                  </a:lnTo>
                  <a:lnTo>
                    <a:pt x="3413" y="103454"/>
                  </a:lnTo>
                  <a:lnTo>
                    <a:pt x="4480" y="154279"/>
                  </a:lnTo>
                  <a:lnTo>
                    <a:pt x="5084" y="205517"/>
                  </a:lnTo>
                  <a:lnTo>
                    <a:pt x="5171" y="222321"/>
                  </a:lnTo>
                  <a:lnTo>
                    <a:pt x="5293" y="277876"/>
                  </a:lnTo>
                  <a:lnTo>
                    <a:pt x="5162" y="315287"/>
                  </a:lnTo>
                  <a:lnTo>
                    <a:pt x="5120" y="327222"/>
                  </a:lnTo>
                  <a:lnTo>
                    <a:pt x="4515" y="382335"/>
                  </a:lnTo>
                  <a:lnTo>
                    <a:pt x="4480" y="385492"/>
                  </a:lnTo>
                  <a:lnTo>
                    <a:pt x="3532" y="435028"/>
                  </a:lnTo>
                  <a:lnTo>
                    <a:pt x="3413" y="441251"/>
                  </a:lnTo>
                  <a:lnTo>
                    <a:pt x="1917" y="494568"/>
                  </a:lnTo>
                  <a:lnTo>
                    <a:pt x="0" y="545211"/>
                  </a:lnTo>
                  <a:lnTo>
                    <a:pt x="94932" y="548925"/>
                  </a:lnTo>
                  <a:lnTo>
                    <a:pt x="133838" y="549854"/>
                  </a:lnTo>
                  <a:lnTo>
                    <a:pt x="167004" y="550164"/>
                  </a:lnTo>
                  <a:lnTo>
                    <a:pt x="218271" y="546689"/>
                  </a:lnTo>
                  <a:lnTo>
                    <a:pt x="264776" y="536265"/>
                  </a:lnTo>
                  <a:lnTo>
                    <a:pt x="306515" y="518891"/>
                  </a:lnTo>
                  <a:lnTo>
                    <a:pt x="343480" y="494568"/>
                  </a:lnTo>
                  <a:lnTo>
                    <a:pt x="373051" y="465836"/>
                  </a:lnTo>
                  <a:lnTo>
                    <a:pt x="165734" y="465836"/>
                  </a:lnTo>
                  <a:lnTo>
                    <a:pt x="152419" y="465502"/>
                  </a:lnTo>
                  <a:lnTo>
                    <a:pt x="112521" y="460502"/>
                  </a:lnTo>
                  <a:lnTo>
                    <a:pt x="110761" y="412303"/>
                  </a:lnTo>
                  <a:lnTo>
                    <a:pt x="109489" y="363902"/>
                  </a:lnTo>
                  <a:lnTo>
                    <a:pt x="108739" y="316616"/>
                  </a:lnTo>
                  <a:lnTo>
                    <a:pt x="108518" y="277876"/>
                  </a:lnTo>
                  <a:lnTo>
                    <a:pt x="108422" y="260350"/>
                  </a:lnTo>
                  <a:lnTo>
                    <a:pt x="108303" y="240160"/>
                  </a:lnTo>
                  <a:lnTo>
                    <a:pt x="108198" y="222321"/>
                  </a:lnTo>
                  <a:lnTo>
                    <a:pt x="107426" y="179101"/>
                  </a:lnTo>
                  <a:lnTo>
                    <a:pt x="106154" y="136786"/>
                  </a:lnTo>
                  <a:lnTo>
                    <a:pt x="104393" y="95377"/>
                  </a:lnTo>
                  <a:lnTo>
                    <a:pt x="118899" y="93783"/>
                  </a:lnTo>
                  <a:lnTo>
                    <a:pt x="131762" y="92630"/>
                  </a:lnTo>
                  <a:lnTo>
                    <a:pt x="143005" y="91930"/>
                  </a:lnTo>
                  <a:lnTo>
                    <a:pt x="152653" y="91694"/>
                  </a:lnTo>
                  <a:lnTo>
                    <a:pt x="389790" y="91694"/>
                  </a:lnTo>
                  <a:lnTo>
                    <a:pt x="383666" y="83566"/>
                  </a:lnTo>
                  <a:lnTo>
                    <a:pt x="353826" y="57032"/>
                  </a:lnTo>
                  <a:lnTo>
                    <a:pt x="317486" y="36405"/>
                  </a:lnTo>
                  <a:lnTo>
                    <a:pt x="274643" y="21679"/>
                  </a:lnTo>
                  <a:lnTo>
                    <a:pt x="225288" y="12848"/>
                  </a:lnTo>
                  <a:lnTo>
                    <a:pt x="170774" y="9977"/>
                  </a:lnTo>
                  <a:close/>
                </a:path>
                <a:path w="2429509" h="560070">
                  <a:moveTo>
                    <a:pt x="389790" y="91694"/>
                  </a:moveTo>
                  <a:lnTo>
                    <a:pt x="152653" y="91694"/>
                  </a:lnTo>
                  <a:lnTo>
                    <a:pt x="196685" y="95053"/>
                  </a:lnTo>
                  <a:lnTo>
                    <a:pt x="234680" y="105140"/>
                  </a:lnTo>
                  <a:lnTo>
                    <a:pt x="292607" y="145542"/>
                  </a:lnTo>
                  <a:lnTo>
                    <a:pt x="327009" y="205517"/>
                  </a:lnTo>
                  <a:lnTo>
                    <a:pt x="338454" y="277876"/>
                  </a:lnTo>
                  <a:lnTo>
                    <a:pt x="335839" y="315287"/>
                  </a:lnTo>
                  <a:lnTo>
                    <a:pt x="314612" y="382335"/>
                  </a:lnTo>
                  <a:lnTo>
                    <a:pt x="272033" y="435028"/>
                  </a:lnTo>
                  <a:lnTo>
                    <a:pt x="206882" y="462408"/>
                  </a:lnTo>
                  <a:lnTo>
                    <a:pt x="165734" y="465836"/>
                  </a:lnTo>
                  <a:lnTo>
                    <a:pt x="373051" y="465836"/>
                  </a:lnTo>
                  <a:lnTo>
                    <a:pt x="408263" y="418101"/>
                  </a:lnTo>
                  <a:lnTo>
                    <a:pt x="431561" y="369204"/>
                  </a:lnTo>
                  <a:lnTo>
                    <a:pt x="445549" y="316616"/>
                  </a:lnTo>
                  <a:lnTo>
                    <a:pt x="450214" y="260350"/>
                  </a:lnTo>
                  <a:lnTo>
                    <a:pt x="446049" y="210581"/>
                  </a:lnTo>
                  <a:lnTo>
                    <a:pt x="433562" y="164528"/>
                  </a:lnTo>
                  <a:lnTo>
                    <a:pt x="412763" y="122189"/>
                  </a:lnTo>
                  <a:lnTo>
                    <a:pt x="389790" y="91694"/>
                  </a:lnTo>
                  <a:close/>
                </a:path>
                <a:path w="2429509" h="560070">
                  <a:moveTo>
                    <a:pt x="2175255" y="0"/>
                  </a:moveTo>
                  <a:lnTo>
                    <a:pt x="2120866" y="5167"/>
                  </a:lnTo>
                  <a:lnTo>
                    <a:pt x="2071036" y="20669"/>
                  </a:lnTo>
                  <a:lnTo>
                    <a:pt x="2025755" y="46505"/>
                  </a:lnTo>
                  <a:lnTo>
                    <a:pt x="1985009" y="82677"/>
                  </a:lnTo>
                  <a:lnTo>
                    <a:pt x="1957303" y="117469"/>
                  </a:lnTo>
                  <a:lnTo>
                    <a:pt x="1935754" y="155707"/>
                  </a:lnTo>
                  <a:lnTo>
                    <a:pt x="1920361" y="197388"/>
                  </a:lnTo>
                  <a:lnTo>
                    <a:pt x="1911126" y="242514"/>
                  </a:lnTo>
                  <a:lnTo>
                    <a:pt x="1908047" y="291084"/>
                  </a:lnTo>
                  <a:lnTo>
                    <a:pt x="1912598" y="347015"/>
                  </a:lnTo>
                  <a:lnTo>
                    <a:pt x="1926256" y="397827"/>
                  </a:lnTo>
                  <a:lnTo>
                    <a:pt x="1949035" y="443495"/>
                  </a:lnTo>
                  <a:lnTo>
                    <a:pt x="1980945" y="483997"/>
                  </a:lnTo>
                  <a:lnTo>
                    <a:pt x="2019544" y="517241"/>
                  </a:lnTo>
                  <a:lnTo>
                    <a:pt x="2062559" y="540972"/>
                  </a:lnTo>
                  <a:lnTo>
                    <a:pt x="2109979" y="555202"/>
                  </a:lnTo>
                  <a:lnTo>
                    <a:pt x="2161793" y="559943"/>
                  </a:lnTo>
                  <a:lnTo>
                    <a:pt x="2216201" y="554775"/>
                  </a:lnTo>
                  <a:lnTo>
                    <a:pt x="2266061" y="539273"/>
                  </a:lnTo>
                  <a:lnTo>
                    <a:pt x="2311348" y="513437"/>
                  </a:lnTo>
                  <a:lnTo>
                    <a:pt x="2352040" y="477266"/>
                  </a:lnTo>
                  <a:lnTo>
                    <a:pt x="2357905" y="469900"/>
                  </a:lnTo>
                  <a:lnTo>
                    <a:pt x="2172842" y="469900"/>
                  </a:lnTo>
                  <a:lnTo>
                    <a:pt x="2142172" y="466564"/>
                  </a:lnTo>
                  <a:lnTo>
                    <a:pt x="2088260" y="439842"/>
                  </a:lnTo>
                  <a:lnTo>
                    <a:pt x="2045757" y="387764"/>
                  </a:lnTo>
                  <a:lnTo>
                    <a:pt x="2032097" y="355377"/>
                  </a:lnTo>
                  <a:lnTo>
                    <a:pt x="2031984" y="355107"/>
                  </a:lnTo>
                  <a:lnTo>
                    <a:pt x="2023711" y="318474"/>
                  </a:lnTo>
                  <a:lnTo>
                    <a:pt x="2020951" y="277876"/>
                  </a:lnTo>
                  <a:lnTo>
                    <a:pt x="2023481" y="240053"/>
                  </a:lnTo>
                  <a:lnTo>
                    <a:pt x="2023568" y="238756"/>
                  </a:lnTo>
                  <a:lnTo>
                    <a:pt x="2031363" y="203358"/>
                  </a:lnTo>
                  <a:lnTo>
                    <a:pt x="2031412" y="203136"/>
                  </a:lnTo>
                  <a:lnTo>
                    <a:pt x="2062733" y="142494"/>
                  </a:lnTo>
                  <a:lnTo>
                    <a:pt x="2108993" y="102266"/>
                  </a:lnTo>
                  <a:lnTo>
                    <a:pt x="2164206" y="88900"/>
                  </a:lnTo>
                  <a:lnTo>
                    <a:pt x="2366612" y="88900"/>
                  </a:lnTo>
                  <a:lnTo>
                    <a:pt x="2356230" y="75692"/>
                  </a:lnTo>
                  <a:lnTo>
                    <a:pt x="2317559" y="42594"/>
                  </a:lnTo>
                  <a:lnTo>
                    <a:pt x="2274506" y="18938"/>
                  </a:lnTo>
                  <a:lnTo>
                    <a:pt x="2227072" y="4736"/>
                  </a:lnTo>
                  <a:lnTo>
                    <a:pt x="2175255" y="0"/>
                  </a:lnTo>
                  <a:close/>
                </a:path>
                <a:path w="2429509" h="560070">
                  <a:moveTo>
                    <a:pt x="2366612" y="88900"/>
                  </a:moveTo>
                  <a:lnTo>
                    <a:pt x="2164206" y="88900"/>
                  </a:lnTo>
                  <a:lnTo>
                    <a:pt x="2195317" y="92237"/>
                  </a:lnTo>
                  <a:lnTo>
                    <a:pt x="2195163" y="92237"/>
                  </a:lnTo>
                  <a:lnTo>
                    <a:pt x="2249110" y="118796"/>
                  </a:lnTo>
                  <a:lnTo>
                    <a:pt x="2291453" y="170711"/>
                  </a:lnTo>
                  <a:lnTo>
                    <a:pt x="2305052" y="203136"/>
                  </a:lnTo>
                  <a:lnTo>
                    <a:pt x="2305145" y="203358"/>
                  </a:lnTo>
                  <a:lnTo>
                    <a:pt x="2313360" y="240053"/>
                  </a:lnTo>
                  <a:lnTo>
                    <a:pt x="2316098" y="280797"/>
                  </a:lnTo>
                  <a:lnTo>
                    <a:pt x="2313637" y="317493"/>
                  </a:lnTo>
                  <a:lnTo>
                    <a:pt x="2313572" y="318474"/>
                  </a:lnTo>
                  <a:lnTo>
                    <a:pt x="2313481" y="319825"/>
                  </a:lnTo>
                  <a:lnTo>
                    <a:pt x="2305696" y="355107"/>
                  </a:lnTo>
                  <a:lnTo>
                    <a:pt x="2305637" y="355377"/>
                  </a:lnTo>
                  <a:lnTo>
                    <a:pt x="2292578" y="387453"/>
                  </a:lnTo>
                  <a:lnTo>
                    <a:pt x="2274316" y="416052"/>
                  </a:lnTo>
                  <a:lnTo>
                    <a:pt x="2252335" y="439628"/>
                  </a:lnTo>
                  <a:lnTo>
                    <a:pt x="2227853" y="456549"/>
                  </a:lnTo>
                  <a:lnTo>
                    <a:pt x="2201547" y="466564"/>
                  </a:lnTo>
                  <a:lnTo>
                    <a:pt x="2201406" y="466564"/>
                  </a:lnTo>
                  <a:lnTo>
                    <a:pt x="2172842" y="469900"/>
                  </a:lnTo>
                  <a:lnTo>
                    <a:pt x="2357905" y="469900"/>
                  </a:lnTo>
                  <a:lnTo>
                    <a:pt x="2379746" y="442474"/>
                  </a:lnTo>
                  <a:lnTo>
                    <a:pt x="2401295" y="404244"/>
                  </a:lnTo>
                  <a:lnTo>
                    <a:pt x="2416688" y="362581"/>
                  </a:lnTo>
                  <a:lnTo>
                    <a:pt x="2425923" y="317493"/>
                  </a:lnTo>
                  <a:lnTo>
                    <a:pt x="2429002" y="268986"/>
                  </a:lnTo>
                  <a:lnTo>
                    <a:pt x="2424453" y="212834"/>
                  </a:lnTo>
                  <a:lnTo>
                    <a:pt x="2410809" y="161909"/>
                  </a:lnTo>
                  <a:lnTo>
                    <a:pt x="2388068" y="116199"/>
                  </a:lnTo>
                  <a:lnTo>
                    <a:pt x="2366612" y="88900"/>
                  </a:lnTo>
                  <a:close/>
                </a:path>
                <a:path w="2429509" h="560070">
                  <a:moveTo>
                    <a:pt x="1334642" y="12319"/>
                  </a:moveTo>
                  <a:lnTo>
                    <a:pt x="1176273" y="12319"/>
                  </a:lnTo>
                  <a:lnTo>
                    <a:pt x="1175448" y="35052"/>
                  </a:lnTo>
                  <a:lnTo>
                    <a:pt x="1172971" y="67818"/>
                  </a:lnTo>
                  <a:lnTo>
                    <a:pt x="1168844" y="110617"/>
                  </a:lnTo>
                  <a:lnTo>
                    <a:pt x="1163065" y="163449"/>
                  </a:lnTo>
                  <a:lnTo>
                    <a:pt x="1155636" y="226314"/>
                  </a:lnTo>
                  <a:lnTo>
                    <a:pt x="1146555" y="299212"/>
                  </a:lnTo>
                  <a:lnTo>
                    <a:pt x="1135709" y="385536"/>
                  </a:lnTo>
                  <a:lnTo>
                    <a:pt x="1127636" y="450744"/>
                  </a:lnTo>
                  <a:lnTo>
                    <a:pt x="1121711" y="499931"/>
                  </a:lnTo>
                  <a:lnTo>
                    <a:pt x="1118152" y="531416"/>
                  </a:lnTo>
                  <a:lnTo>
                    <a:pt x="1116964" y="545211"/>
                  </a:lnTo>
                  <a:lnTo>
                    <a:pt x="1225041" y="545211"/>
                  </a:lnTo>
                  <a:lnTo>
                    <a:pt x="1225599" y="513572"/>
                  </a:lnTo>
                  <a:lnTo>
                    <a:pt x="1225637" y="511425"/>
                  </a:lnTo>
                  <a:lnTo>
                    <a:pt x="1227423" y="463232"/>
                  </a:lnTo>
                  <a:lnTo>
                    <a:pt x="1230399" y="400657"/>
                  </a:lnTo>
                  <a:lnTo>
                    <a:pt x="1234566" y="323723"/>
                  </a:lnTo>
                  <a:lnTo>
                    <a:pt x="1238831" y="246947"/>
                  </a:lnTo>
                  <a:lnTo>
                    <a:pt x="1241917" y="184816"/>
                  </a:lnTo>
                  <a:lnTo>
                    <a:pt x="1243752" y="139366"/>
                  </a:lnTo>
                  <a:lnTo>
                    <a:pt x="1243836" y="137306"/>
                  </a:lnTo>
                  <a:lnTo>
                    <a:pt x="1244599" y="104394"/>
                  </a:lnTo>
                  <a:lnTo>
                    <a:pt x="1352278" y="104394"/>
                  </a:lnTo>
                  <a:lnTo>
                    <a:pt x="1347200" y="85788"/>
                  </a:lnTo>
                  <a:lnTo>
                    <a:pt x="1337784" y="42160"/>
                  </a:lnTo>
                  <a:lnTo>
                    <a:pt x="1334642" y="12319"/>
                  </a:lnTo>
                  <a:close/>
                </a:path>
                <a:path w="2429509" h="560070">
                  <a:moveTo>
                    <a:pt x="1352278" y="104394"/>
                  </a:moveTo>
                  <a:lnTo>
                    <a:pt x="1250822" y="104394"/>
                  </a:lnTo>
                  <a:lnTo>
                    <a:pt x="1255466" y="130044"/>
                  </a:lnTo>
                  <a:lnTo>
                    <a:pt x="1266896" y="181582"/>
                  </a:lnTo>
                  <a:lnTo>
                    <a:pt x="1282848" y="238379"/>
                  </a:lnTo>
                  <a:lnTo>
                    <a:pt x="1296050" y="278955"/>
                  </a:lnTo>
                  <a:lnTo>
                    <a:pt x="1313277" y="329247"/>
                  </a:lnTo>
                  <a:lnTo>
                    <a:pt x="1334515" y="389255"/>
                  </a:lnTo>
                  <a:lnTo>
                    <a:pt x="1354778" y="447645"/>
                  </a:lnTo>
                  <a:lnTo>
                    <a:pt x="1369266" y="493093"/>
                  </a:lnTo>
                  <a:lnTo>
                    <a:pt x="1377967" y="525611"/>
                  </a:lnTo>
                  <a:lnTo>
                    <a:pt x="1380870" y="545211"/>
                  </a:lnTo>
                  <a:lnTo>
                    <a:pt x="1471421" y="545211"/>
                  </a:lnTo>
                  <a:lnTo>
                    <a:pt x="1474448" y="526043"/>
                  </a:lnTo>
                  <a:lnTo>
                    <a:pt x="1483534" y="493887"/>
                  </a:lnTo>
                  <a:lnTo>
                    <a:pt x="1498693" y="448752"/>
                  </a:lnTo>
                  <a:lnTo>
                    <a:pt x="1511160" y="414655"/>
                  </a:lnTo>
                  <a:lnTo>
                    <a:pt x="1434972" y="414655"/>
                  </a:lnTo>
                  <a:lnTo>
                    <a:pt x="1431831" y="385720"/>
                  </a:lnTo>
                  <a:lnTo>
                    <a:pt x="1422415" y="342725"/>
                  </a:lnTo>
                  <a:lnTo>
                    <a:pt x="1406737" y="285656"/>
                  </a:lnTo>
                  <a:lnTo>
                    <a:pt x="1384807" y="214503"/>
                  </a:lnTo>
                  <a:lnTo>
                    <a:pt x="1362878" y="143228"/>
                  </a:lnTo>
                  <a:lnTo>
                    <a:pt x="1352278" y="104394"/>
                  </a:lnTo>
                  <a:close/>
                </a:path>
                <a:path w="2429509" h="560070">
                  <a:moveTo>
                    <a:pt x="1715764" y="104394"/>
                  </a:moveTo>
                  <a:lnTo>
                    <a:pt x="1613788" y="104394"/>
                  </a:lnTo>
                  <a:lnTo>
                    <a:pt x="1614436" y="130044"/>
                  </a:lnTo>
                  <a:lnTo>
                    <a:pt x="1614501" y="132635"/>
                  </a:lnTo>
                  <a:lnTo>
                    <a:pt x="1616249" y="176403"/>
                  </a:lnTo>
                  <a:lnTo>
                    <a:pt x="1619021" y="235696"/>
                  </a:lnTo>
                  <a:lnTo>
                    <a:pt x="1622805" y="310515"/>
                  </a:lnTo>
                  <a:lnTo>
                    <a:pt x="1625898" y="372755"/>
                  </a:lnTo>
                  <a:lnTo>
                    <a:pt x="1628314" y="427344"/>
                  </a:lnTo>
                  <a:lnTo>
                    <a:pt x="1630048" y="474284"/>
                  </a:lnTo>
                  <a:lnTo>
                    <a:pt x="1631035" y="511425"/>
                  </a:lnTo>
                  <a:lnTo>
                    <a:pt x="1631092" y="513572"/>
                  </a:lnTo>
                  <a:lnTo>
                    <a:pt x="1631441" y="545211"/>
                  </a:lnTo>
                  <a:lnTo>
                    <a:pt x="1750440" y="545211"/>
                  </a:lnTo>
                  <a:lnTo>
                    <a:pt x="1747437" y="502012"/>
                  </a:lnTo>
                  <a:lnTo>
                    <a:pt x="1743665" y="455892"/>
                  </a:lnTo>
                  <a:lnTo>
                    <a:pt x="1737694" y="385720"/>
                  </a:lnTo>
                  <a:lnTo>
                    <a:pt x="1731517" y="314579"/>
                  </a:lnTo>
                  <a:lnTo>
                    <a:pt x="1725798" y="246947"/>
                  </a:lnTo>
                  <a:lnTo>
                    <a:pt x="1720973" y="184816"/>
                  </a:lnTo>
                  <a:lnTo>
                    <a:pt x="1717230" y="130254"/>
                  </a:lnTo>
                  <a:lnTo>
                    <a:pt x="1715764" y="104394"/>
                  </a:lnTo>
                  <a:close/>
                </a:path>
                <a:path w="2429509" h="560070">
                  <a:moveTo>
                    <a:pt x="1712467" y="12319"/>
                  </a:moveTo>
                  <a:lnTo>
                    <a:pt x="1555241" y="12319"/>
                  </a:lnTo>
                  <a:lnTo>
                    <a:pt x="1551672" y="41939"/>
                  </a:lnTo>
                  <a:lnTo>
                    <a:pt x="1540970" y="85455"/>
                  </a:lnTo>
                  <a:lnTo>
                    <a:pt x="1523148" y="142853"/>
                  </a:lnTo>
                  <a:lnTo>
                    <a:pt x="1498218" y="214122"/>
                  </a:lnTo>
                  <a:lnTo>
                    <a:pt x="1473215" y="285245"/>
                  </a:lnTo>
                  <a:lnTo>
                    <a:pt x="1455356" y="342392"/>
                  </a:lnTo>
                  <a:lnTo>
                    <a:pt x="1444640" y="385536"/>
                  </a:lnTo>
                  <a:lnTo>
                    <a:pt x="1441068" y="414655"/>
                  </a:lnTo>
                  <a:lnTo>
                    <a:pt x="1511160" y="414655"/>
                  </a:lnTo>
                  <a:lnTo>
                    <a:pt x="1521748" y="385720"/>
                  </a:lnTo>
                  <a:lnTo>
                    <a:pt x="1542220" y="330019"/>
                  </a:lnTo>
                  <a:lnTo>
                    <a:pt x="1560671" y="277256"/>
                  </a:lnTo>
                  <a:lnTo>
                    <a:pt x="1575264" y="232328"/>
                  </a:lnTo>
                  <a:lnTo>
                    <a:pt x="1585975" y="195199"/>
                  </a:lnTo>
                  <a:lnTo>
                    <a:pt x="1600168" y="139366"/>
                  </a:lnTo>
                  <a:lnTo>
                    <a:pt x="1607692" y="104394"/>
                  </a:lnTo>
                  <a:lnTo>
                    <a:pt x="1715764" y="104394"/>
                  </a:lnTo>
                  <a:lnTo>
                    <a:pt x="1714710" y="85788"/>
                  </a:lnTo>
                  <a:lnTo>
                    <a:pt x="1714584" y="83570"/>
                  </a:lnTo>
                  <a:lnTo>
                    <a:pt x="1712997" y="44260"/>
                  </a:lnTo>
                  <a:lnTo>
                    <a:pt x="1712467" y="12319"/>
                  </a:lnTo>
                  <a:close/>
                </a:path>
                <a:path w="2429509" h="560070">
                  <a:moveTo>
                    <a:pt x="949578" y="12319"/>
                  </a:moveTo>
                  <a:lnTo>
                    <a:pt x="617219" y="12319"/>
                  </a:lnTo>
                  <a:lnTo>
                    <a:pt x="619140" y="56134"/>
                  </a:lnTo>
                  <a:lnTo>
                    <a:pt x="620378" y="95377"/>
                  </a:lnTo>
                  <a:lnTo>
                    <a:pt x="620495" y="99073"/>
                  </a:lnTo>
                  <a:lnTo>
                    <a:pt x="620587" y="101981"/>
                  </a:lnTo>
                  <a:lnTo>
                    <a:pt x="620633" y="103454"/>
                  </a:lnTo>
                  <a:lnTo>
                    <a:pt x="621700" y="154279"/>
                  </a:lnTo>
                  <a:lnTo>
                    <a:pt x="622340" y="208610"/>
                  </a:lnTo>
                  <a:lnTo>
                    <a:pt x="622553" y="266446"/>
                  </a:lnTo>
                  <a:lnTo>
                    <a:pt x="622413" y="306578"/>
                  </a:lnTo>
                  <a:lnTo>
                    <a:pt x="621700" y="385492"/>
                  </a:lnTo>
                  <a:lnTo>
                    <a:pt x="620633" y="441251"/>
                  </a:lnTo>
                  <a:lnTo>
                    <a:pt x="619140" y="494493"/>
                  </a:lnTo>
                  <a:lnTo>
                    <a:pt x="617219" y="545211"/>
                  </a:lnTo>
                  <a:lnTo>
                    <a:pt x="965453" y="545211"/>
                  </a:lnTo>
                  <a:lnTo>
                    <a:pt x="968499" y="462153"/>
                  </a:lnTo>
                  <a:lnTo>
                    <a:pt x="729741" y="462153"/>
                  </a:lnTo>
                  <a:lnTo>
                    <a:pt x="728315" y="425217"/>
                  </a:lnTo>
                  <a:lnTo>
                    <a:pt x="727281" y="386984"/>
                  </a:lnTo>
                  <a:lnTo>
                    <a:pt x="726652" y="347442"/>
                  </a:lnTo>
                  <a:lnTo>
                    <a:pt x="726547" y="327222"/>
                  </a:lnTo>
                  <a:lnTo>
                    <a:pt x="726439" y="306578"/>
                  </a:lnTo>
                  <a:lnTo>
                    <a:pt x="909446" y="306578"/>
                  </a:lnTo>
                  <a:lnTo>
                    <a:pt x="909446" y="229616"/>
                  </a:lnTo>
                  <a:lnTo>
                    <a:pt x="726439" y="229616"/>
                  </a:lnTo>
                  <a:lnTo>
                    <a:pt x="726411" y="225171"/>
                  </a:lnTo>
                  <a:lnTo>
                    <a:pt x="726303" y="208610"/>
                  </a:lnTo>
                  <a:lnTo>
                    <a:pt x="726197" y="192228"/>
                  </a:lnTo>
                  <a:lnTo>
                    <a:pt x="725455" y="157400"/>
                  </a:lnTo>
                  <a:lnTo>
                    <a:pt x="724189" y="125120"/>
                  </a:lnTo>
                  <a:lnTo>
                    <a:pt x="722601" y="99073"/>
                  </a:lnTo>
                  <a:lnTo>
                    <a:pt x="722475" y="97012"/>
                  </a:lnTo>
                  <a:lnTo>
                    <a:pt x="722375" y="95377"/>
                  </a:lnTo>
                  <a:lnTo>
                    <a:pt x="945343" y="95377"/>
                  </a:lnTo>
                  <a:lnTo>
                    <a:pt x="949578" y="12319"/>
                  </a:lnTo>
                  <a:close/>
                </a:path>
                <a:path w="2429509" h="560070">
                  <a:moveTo>
                    <a:pt x="968755" y="455168"/>
                  </a:moveTo>
                  <a:lnTo>
                    <a:pt x="869626" y="459601"/>
                  </a:lnTo>
                  <a:lnTo>
                    <a:pt x="821830" y="461011"/>
                  </a:lnTo>
                  <a:lnTo>
                    <a:pt x="775203" y="461865"/>
                  </a:lnTo>
                  <a:lnTo>
                    <a:pt x="729741" y="462153"/>
                  </a:lnTo>
                  <a:lnTo>
                    <a:pt x="968499" y="462153"/>
                  </a:lnTo>
                  <a:lnTo>
                    <a:pt x="968593" y="459601"/>
                  </a:lnTo>
                  <a:lnTo>
                    <a:pt x="968664" y="457650"/>
                  </a:lnTo>
                  <a:lnTo>
                    <a:pt x="968755" y="455168"/>
                  </a:lnTo>
                  <a:close/>
                </a:path>
                <a:path w="2429509" h="560070">
                  <a:moveTo>
                    <a:pt x="909446" y="306578"/>
                  </a:moveTo>
                  <a:lnTo>
                    <a:pt x="726439" y="306578"/>
                  </a:lnTo>
                  <a:lnTo>
                    <a:pt x="770590" y="306837"/>
                  </a:lnTo>
                  <a:lnTo>
                    <a:pt x="815800" y="307609"/>
                  </a:lnTo>
                  <a:lnTo>
                    <a:pt x="909446" y="310642"/>
                  </a:lnTo>
                  <a:lnTo>
                    <a:pt x="909446" y="306578"/>
                  </a:lnTo>
                  <a:close/>
                </a:path>
                <a:path w="2429509" h="560070">
                  <a:moveTo>
                    <a:pt x="909446" y="225171"/>
                  </a:moveTo>
                  <a:lnTo>
                    <a:pt x="861439" y="227097"/>
                  </a:lnTo>
                  <a:lnTo>
                    <a:pt x="814943" y="228488"/>
                  </a:lnTo>
                  <a:lnTo>
                    <a:pt x="769947" y="229332"/>
                  </a:lnTo>
                  <a:lnTo>
                    <a:pt x="726439" y="229616"/>
                  </a:lnTo>
                  <a:lnTo>
                    <a:pt x="909446" y="229616"/>
                  </a:lnTo>
                  <a:lnTo>
                    <a:pt x="909446" y="225171"/>
                  </a:lnTo>
                  <a:close/>
                </a:path>
                <a:path w="2429509" h="560070">
                  <a:moveTo>
                    <a:pt x="945343" y="95377"/>
                  </a:moveTo>
                  <a:lnTo>
                    <a:pt x="722375" y="95377"/>
                  </a:lnTo>
                  <a:lnTo>
                    <a:pt x="773735" y="95783"/>
                  </a:lnTo>
                  <a:lnTo>
                    <a:pt x="827976" y="97012"/>
                  </a:lnTo>
                  <a:lnTo>
                    <a:pt x="885074" y="99073"/>
                  </a:lnTo>
                  <a:lnTo>
                    <a:pt x="945006" y="101981"/>
                  </a:lnTo>
                  <a:lnTo>
                    <a:pt x="945155" y="99073"/>
                  </a:lnTo>
                  <a:lnTo>
                    <a:pt x="945260" y="97012"/>
                  </a:lnTo>
                  <a:lnTo>
                    <a:pt x="945343" y="953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57750" y="3252724"/>
              <a:ext cx="2429510" cy="560070"/>
            </a:xfrm>
            <a:custGeom>
              <a:avLst/>
              <a:gdLst/>
              <a:ahLst/>
              <a:cxnLst/>
              <a:rect l="l" t="t" r="r" b="b"/>
              <a:pathLst>
                <a:path w="2429509" h="560070">
                  <a:moveTo>
                    <a:pt x="152653" y="91694"/>
                  </a:moveTo>
                  <a:lnTo>
                    <a:pt x="143005" y="91930"/>
                  </a:lnTo>
                  <a:lnTo>
                    <a:pt x="131762" y="92630"/>
                  </a:lnTo>
                  <a:lnTo>
                    <a:pt x="118899" y="93783"/>
                  </a:lnTo>
                  <a:lnTo>
                    <a:pt x="104393" y="95377"/>
                  </a:lnTo>
                  <a:lnTo>
                    <a:pt x="106154" y="136786"/>
                  </a:lnTo>
                  <a:lnTo>
                    <a:pt x="107426" y="179101"/>
                  </a:lnTo>
                  <a:lnTo>
                    <a:pt x="108198" y="222321"/>
                  </a:lnTo>
                  <a:lnTo>
                    <a:pt x="108457" y="266446"/>
                  </a:lnTo>
                  <a:lnTo>
                    <a:pt x="108717" y="315287"/>
                  </a:lnTo>
                  <a:lnTo>
                    <a:pt x="109489" y="363902"/>
                  </a:lnTo>
                  <a:lnTo>
                    <a:pt x="110761" y="412303"/>
                  </a:lnTo>
                  <a:lnTo>
                    <a:pt x="112521" y="460502"/>
                  </a:lnTo>
                  <a:lnTo>
                    <a:pt x="152419" y="465502"/>
                  </a:lnTo>
                  <a:lnTo>
                    <a:pt x="165734" y="465836"/>
                  </a:lnTo>
                  <a:lnTo>
                    <a:pt x="206882" y="462408"/>
                  </a:lnTo>
                  <a:lnTo>
                    <a:pt x="272033" y="435028"/>
                  </a:lnTo>
                  <a:lnTo>
                    <a:pt x="314612" y="382335"/>
                  </a:lnTo>
                  <a:lnTo>
                    <a:pt x="335809" y="315712"/>
                  </a:lnTo>
                  <a:lnTo>
                    <a:pt x="338454" y="277876"/>
                  </a:lnTo>
                  <a:lnTo>
                    <a:pt x="335595" y="240160"/>
                  </a:lnTo>
                  <a:lnTo>
                    <a:pt x="312683" y="173970"/>
                  </a:lnTo>
                  <a:lnTo>
                    <a:pt x="266650" y="121965"/>
                  </a:lnTo>
                  <a:lnTo>
                    <a:pt x="196685" y="95053"/>
                  </a:lnTo>
                  <a:lnTo>
                    <a:pt x="152653" y="91694"/>
                  </a:lnTo>
                  <a:close/>
                </a:path>
                <a:path w="2429509" h="560070">
                  <a:moveTo>
                    <a:pt x="2164206" y="88900"/>
                  </a:moveTo>
                  <a:lnTo>
                    <a:pt x="2108993" y="102266"/>
                  </a:lnTo>
                  <a:lnTo>
                    <a:pt x="2062733" y="142494"/>
                  </a:lnTo>
                  <a:lnTo>
                    <a:pt x="2031412" y="203136"/>
                  </a:lnTo>
                  <a:lnTo>
                    <a:pt x="2020951" y="277876"/>
                  </a:lnTo>
                  <a:lnTo>
                    <a:pt x="2023711" y="318474"/>
                  </a:lnTo>
                  <a:lnTo>
                    <a:pt x="2045757" y="387764"/>
                  </a:lnTo>
                  <a:lnTo>
                    <a:pt x="2088260" y="439842"/>
                  </a:lnTo>
                  <a:lnTo>
                    <a:pt x="2142172" y="466564"/>
                  </a:lnTo>
                  <a:lnTo>
                    <a:pt x="2172842" y="469900"/>
                  </a:lnTo>
                  <a:lnTo>
                    <a:pt x="2201610" y="466540"/>
                  </a:lnTo>
                  <a:lnTo>
                    <a:pt x="2252335" y="439628"/>
                  </a:lnTo>
                  <a:lnTo>
                    <a:pt x="2292578" y="387453"/>
                  </a:lnTo>
                  <a:lnTo>
                    <a:pt x="2313481" y="319825"/>
                  </a:lnTo>
                  <a:lnTo>
                    <a:pt x="2316098" y="280797"/>
                  </a:lnTo>
                  <a:lnTo>
                    <a:pt x="2313360" y="240053"/>
                  </a:lnTo>
                  <a:lnTo>
                    <a:pt x="2291453" y="170711"/>
                  </a:lnTo>
                  <a:lnTo>
                    <a:pt x="2249110" y="118796"/>
                  </a:lnTo>
                  <a:lnTo>
                    <a:pt x="2195095" y="92213"/>
                  </a:lnTo>
                  <a:lnTo>
                    <a:pt x="2164206" y="88900"/>
                  </a:lnTo>
                  <a:close/>
                </a:path>
                <a:path w="2429509" h="560070">
                  <a:moveTo>
                    <a:pt x="1176273" y="12319"/>
                  </a:moveTo>
                  <a:lnTo>
                    <a:pt x="1334642" y="12319"/>
                  </a:lnTo>
                  <a:lnTo>
                    <a:pt x="1337784" y="42160"/>
                  </a:lnTo>
                  <a:lnTo>
                    <a:pt x="1347200" y="85788"/>
                  </a:lnTo>
                  <a:lnTo>
                    <a:pt x="1362878" y="143228"/>
                  </a:lnTo>
                  <a:lnTo>
                    <a:pt x="1384807" y="214503"/>
                  </a:lnTo>
                  <a:lnTo>
                    <a:pt x="1406737" y="285656"/>
                  </a:lnTo>
                  <a:lnTo>
                    <a:pt x="1422415" y="342725"/>
                  </a:lnTo>
                  <a:lnTo>
                    <a:pt x="1431831" y="385720"/>
                  </a:lnTo>
                  <a:lnTo>
                    <a:pt x="1434972" y="414655"/>
                  </a:lnTo>
                  <a:lnTo>
                    <a:pt x="1441068" y="414655"/>
                  </a:lnTo>
                  <a:lnTo>
                    <a:pt x="1444640" y="385536"/>
                  </a:lnTo>
                  <a:lnTo>
                    <a:pt x="1455356" y="342392"/>
                  </a:lnTo>
                  <a:lnTo>
                    <a:pt x="1473215" y="285245"/>
                  </a:lnTo>
                  <a:lnTo>
                    <a:pt x="1498218" y="214122"/>
                  </a:lnTo>
                  <a:lnTo>
                    <a:pt x="1523148" y="142853"/>
                  </a:lnTo>
                  <a:lnTo>
                    <a:pt x="1540970" y="85455"/>
                  </a:lnTo>
                  <a:lnTo>
                    <a:pt x="1551672" y="41939"/>
                  </a:lnTo>
                  <a:lnTo>
                    <a:pt x="1555241" y="12319"/>
                  </a:lnTo>
                  <a:lnTo>
                    <a:pt x="1712467" y="12319"/>
                  </a:lnTo>
                  <a:lnTo>
                    <a:pt x="1714584" y="83570"/>
                  </a:lnTo>
                  <a:lnTo>
                    <a:pt x="1717230" y="130254"/>
                  </a:lnTo>
                  <a:lnTo>
                    <a:pt x="1720934" y="184314"/>
                  </a:lnTo>
                  <a:lnTo>
                    <a:pt x="1725697" y="245754"/>
                  </a:lnTo>
                  <a:lnTo>
                    <a:pt x="1731517" y="314579"/>
                  </a:lnTo>
                  <a:lnTo>
                    <a:pt x="1738362" y="393416"/>
                  </a:lnTo>
                  <a:lnTo>
                    <a:pt x="1743665" y="455892"/>
                  </a:lnTo>
                  <a:lnTo>
                    <a:pt x="1747437" y="502012"/>
                  </a:lnTo>
                  <a:lnTo>
                    <a:pt x="1749692" y="531783"/>
                  </a:lnTo>
                  <a:lnTo>
                    <a:pt x="1750440" y="545211"/>
                  </a:lnTo>
                  <a:lnTo>
                    <a:pt x="1631441" y="545211"/>
                  </a:lnTo>
                  <a:lnTo>
                    <a:pt x="1631092" y="513572"/>
                  </a:lnTo>
                  <a:lnTo>
                    <a:pt x="1630048" y="474284"/>
                  </a:lnTo>
                  <a:lnTo>
                    <a:pt x="1628314" y="427344"/>
                  </a:lnTo>
                  <a:lnTo>
                    <a:pt x="1625898" y="372755"/>
                  </a:lnTo>
                  <a:lnTo>
                    <a:pt x="1622805" y="310515"/>
                  </a:lnTo>
                  <a:lnTo>
                    <a:pt x="1619021" y="235696"/>
                  </a:lnTo>
                  <a:lnTo>
                    <a:pt x="1616249" y="176403"/>
                  </a:lnTo>
                  <a:lnTo>
                    <a:pt x="1614501" y="132635"/>
                  </a:lnTo>
                  <a:lnTo>
                    <a:pt x="1613788" y="104394"/>
                  </a:lnTo>
                  <a:lnTo>
                    <a:pt x="1607692" y="104394"/>
                  </a:lnTo>
                  <a:lnTo>
                    <a:pt x="1593905" y="164669"/>
                  </a:lnTo>
                  <a:lnTo>
                    <a:pt x="1575264" y="232328"/>
                  </a:lnTo>
                  <a:lnTo>
                    <a:pt x="1560671" y="277256"/>
                  </a:lnTo>
                  <a:lnTo>
                    <a:pt x="1542220" y="330019"/>
                  </a:lnTo>
                  <a:lnTo>
                    <a:pt x="1519935" y="390652"/>
                  </a:lnTo>
                  <a:lnTo>
                    <a:pt x="1498693" y="448752"/>
                  </a:lnTo>
                  <a:lnTo>
                    <a:pt x="1483534" y="493887"/>
                  </a:lnTo>
                  <a:lnTo>
                    <a:pt x="1474448" y="526043"/>
                  </a:lnTo>
                  <a:lnTo>
                    <a:pt x="1471421" y="545211"/>
                  </a:lnTo>
                  <a:lnTo>
                    <a:pt x="1380870" y="545211"/>
                  </a:lnTo>
                  <a:lnTo>
                    <a:pt x="1369266" y="493093"/>
                  </a:lnTo>
                  <a:lnTo>
                    <a:pt x="1354778" y="447645"/>
                  </a:lnTo>
                  <a:lnTo>
                    <a:pt x="1334515" y="389255"/>
                  </a:lnTo>
                  <a:lnTo>
                    <a:pt x="1313277" y="329247"/>
                  </a:lnTo>
                  <a:lnTo>
                    <a:pt x="1296050" y="278955"/>
                  </a:lnTo>
                  <a:lnTo>
                    <a:pt x="1282848" y="238379"/>
                  </a:lnTo>
                  <a:lnTo>
                    <a:pt x="1266896" y="181582"/>
                  </a:lnTo>
                  <a:lnTo>
                    <a:pt x="1255466" y="130044"/>
                  </a:lnTo>
                  <a:lnTo>
                    <a:pt x="1250822" y="104394"/>
                  </a:lnTo>
                  <a:lnTo>
                    <a:pt x="1244599" y="104394"/>
                  </a:lnTo>
                  <a:lnTo>
                    <a:pt x="1243836" y="137306"/>
                  </a:lnTo>
                  <a:lnTo>
                    <a:pt x="1241917" y="184816"/>
                  </a:lnTo>
                  <a:lnTo>
                    <a:pt x="1238831" y="246947"/>
                  </a:lnTo>
                  <a:lnTo>
                    <a:pt x="1234566" y="323723"/>
                  </a:lnTo>
                  <a:lnTo>
                    <a:pt x="1230399" y="400657"/>
                  </a:lnTo>
                  <a:lnTo>
                    <a:pt x="1227423" y="463232"/>
                  </a:lnTo>
                  <a:lnTo>
                    <a:pt x="1225637" y="511425"/>
                  </a:lnTo>
                  <a:lnTo>
                    <a:pt x="1225041" y="545211"/>
                  </a:lnTo>
                  <a:lnTo>
                    <a:pt x="1116964" y="545211"/>
                  </a:lnTo>
                  <a:lnTo>
                    <a:pt x="1121711" y="499931"/>
                  </a:lnTo>
                  <a:lnTo>
                    <a:pt x="1127636" y="450744"/>
                  </a:lnTo>
                  <a:lnTo>
                    <a:pt x="1135919" y="383841"/>
                  </a:lnTo>
                  <a:lnTo>
                    <a:pt x="1146555" y="299212"/>
                  </a:lnTo>
                  <a:lnTo>
                    <a:pt x="1155636" y="226314"/>
                  </a:lnTo>
                  <a:lnTo>
                    <a:pt x="1163065" y="163449"/>
                  </a:lnTo>
                  <a:lnTo>
                    <a:pt x="1168844" y="110617"/>
                  </a:lnTo>
                  <a:lnTo>
                    <a:pt x="1172971" y="67818"/>
                  </a:lnTo>
                  <a:lnTo>
                    <a:pt x="1175448" y="35052"/>
                  </a:lnTo>
                  <a:lnTo>
                    <a:pt x="1176273" y="12319"/>
                  </a:lnTo>
                  <a:close/>
                </a:path>
                <a:path w="2429509" h="560070">
                  <a:moveTo>
                    <a:pt x="617219" y="12319"/>
                  </a:moveTo>
                  <a:lnTo>
                    <a:pt x="949578" y="12319"/>
                  </a:lnTo>
                  <a:lnTo>
                    <a:pt x="945006" y="101981"/>
                  </a:lnTo>
                  <a:lnTo>
                    <a:pt x="885074" y="99073"/>
                  </a:lnTo>
                  <a:lnTo>
                    <a:pt x="827976" y="97012"/>
                  </a:lnTo>
                  <a:lnTo>
                    <a:pt x="773735" y="95783"/>
                  </a:lnTo>
                  <a:lnTo>
                    <a:pt x="722375" y="95377"/>
                  </a:lnTo>
                  <a:lnTo>
                    <a:pt x="724189" y="125120"/>
                  </a:lnTo>
                  <a:lnTo>
                    <a:pt x="725455" y="157400"/>
                  </a:lnTo>
                  <a:lnTo>
                    <a:pt x="726197" y="192228"/>
                  </a:lnTo>
                  <a:lnTo>
                    <a:pt x="726439" y="229616"/>
                  </a:lnTo>
                  <a:lnTo>
                    <a:pt x="769947" y="229332"/>
                  </a:lnTo>
                  <a:lnTo>
                    <a:pt x="814943" y="228488"/>
                  </a:lnTo>
                  <a:lnTo>
                    <a:pt x="861439" y="227097"/>
                  </a:lnTo>
                  <a:lnTo>
                    <a:pt x="909446" y="225171"/>
                  </a:lnTo>
                  <a:lnTo>
                    <a:pt x="909446" y="310642"/>
                  </a:lnTo>
                  <a:lnTo>
                    <a:pt x="862081" y="308881"/>
                  </a:lnTo>
                  <a:lnTo>
                    <a:pt x="815800" y="307609"/>
                  </a:lnTo>
                  <a:lnTo>
                    <a:pt x="770590" y="306837"/>
                  </a:lnTo>
                  <a:lnTo>
                    <a:pt x="726439" y="306578"/>
                  </a:lnTo>
                  <a:lnTo>
                    <a:pt x="726652" y="347442"/>
                  </a:lnTo>
                  <a:lnTo>
                    <a:pt x="727281" y="386984"/>
                  </a:lnTo>
                  <a:lnTo>
                    <a:pt x="728315" y="425217"/>
                  </a:lnTo>
                  <a:lnTo>
                    <a:pt x="729741" y="462153"/>
                  </a:lnTo>
                  <a:lnTo>
                    <a:pt x="775203" y="461865"/>
                  </a:lnTo>
                  <a:lnTo>
                    <a:pt x="821830" y="461011"/>
                  </a:lnTo>
                  <a:lnTo>
                    <a:pt x="869626" y="459601"/>
                  </a:lnTo>
                  <a:lnTo>
                    <a:pt x="918600" y="457650"/>
                  </a:lnTo>
                  <a:lnTo>
                    <a:pt x="968755" y="455168"/>
                  </a:lnTo>
                  <a:lnTo>
                    <a:pt x="965453" y="545211"/>
                  </a:lnTo>
                  <a:lnTo>
                    <a:pt x="617219" y="545211"/>
                  </a:lnTo>
                  <a:lnTo>
                    <a:pt x="619140" y="494493"/>
                  </a:lnTo>
                  <a:lnTo>
                    <a:pt x="620633" y="441251"/>
                  </a:lnTo>
                  <a:lnTo>
                    <a:pt x="621700" y="385492"/>
                  </a:lnTo>
                  <a:lnTo>
                    <a:pt x="622340" y="327222"/>
                  </a:lnTo>
                  <a:lnTo>
                    <a:pt x="622553" y="266446"/>
                  </a:lnTo>
                  <a:lnTo>
                    <a:pt x="622340" y="208610"/>
                  </a:lnTo>
                  <a:lnTo>
                    <a:pt x="621700" y="154279"/>
                  </a:lnTo>
                  <a:lnTo>
                    <a:pt x="620633" y="103454"/>
                  </a:lnTo>
                  <a:lnTo>
                    <a:pt x="619140" y="56134"/>
                  </a:lnTo>
                  <a:lnTo>
                    <a:pt x="617219" y="12319"/>
                  </a:lnTo>
                  <a:close/>
                </a:path>
                <a:path w="2429509" h="560070">
                  <a:moveTo>
                    <a:pt x="169417" y="9906"/>
                  </a:moveTo>
                  <a:lnTo>
                    <a:pt x="225288" y="12848"/>
                  </a:lnTo>
                  <a:lnTo>
                    <a:pt x="274643" y="21679"/>
                  </a:lnTo>
                  <a:lnTo>
                    <a:pt x="317486" y="36405"/>
                  </a:lnTo>
                  <a:lnTo>
                    <a:pt x="353826" y="57032"/>
                  </a:lnTo>
                  <a:lnTo>
                    <a:pt x="383666" y="83566"/>
                  </a:lnTo>
                  <a:lnTo>
                    <a:pt x="412763" y="122189"/>
                  </a:lnTo>
                  <a:lnTo>
                    <a:pt x="433562" y="164528"/>
                  </a:lnTo>
                  <a:lnTo>
                    <a:pt x="446049" y="210581"/>
                  </a:lnTo>
                  <a:lnTo>
                    <a:pt x="450214" y="260350"/>
                  </a:lnTo>
                  <a:lnTo>
                    <a:pt x="445549" y="316616"/>
                  </a:lnTo>
                  <a:lnTo>
                    <a:pt x="431561" y="369204"/>
                  </a:lnTo>
                  <a:lnTo>
                    <a:pt x="408263" y="418101"/>
                  </a:lnTo>
                  <a:lnTo>
                    <a:pt x="375665" y="463296"/>
                  </a:lnTo>
                  <a:lnTo>
                    <a:pt x="343480" y="494568"/>
                  </a:lnTo>
                  <a:lnTo>
                    <a:pt x="306515" y="518891"/>
                  </a:lnTo>
                  <a:lnTo>
                    <a:pt x="264776" y="536265"/>
                  </a:lnTo>
                  <a:lnTo>
                    <a:pt x="218271" y="546689"/>
                  </a:lnTo>
                  <a:lnTo>
                    <a:pt x="167004" y="550164"/>
                  </a:lnTo>
                  <a:lnTo>
                    <a:pt x="133838" y="549854"/>
                  </a:lnTo>
                  <a:lnTo>
                    <a:pt x="94932" y="548925"/>
                  </a:lnTo>
                  <a:lnTo>
                    <a:pt x="50311" y="547377"/>
                  </a:lnTo>
                  <a:lnTo>
                    <a:pt x="0" y="545211"/>
                  </a:lnTo>
                  <a:lnTo>
                    <a:pt x="1920" y="494493"/>
                  </a:lnTo>
                  <a:lnTo>
                    <a:pt x="3413" y="441251"/>
                  </a:lnTo>
                  <a:lnTo>
                    <a:pt x="4480" y="385492"/>
                  </a:lnTo>
                  <a:lnTo>
                    <a:pt x="5120" y="327222"/>
                  </a:lnTo>
                  <a:lnTo>
                    <a:pt x="5333" y="266446"/>
                  </a:lnTo>
                  <a:lnTo>
                    <a:pt x="5120" y="208610"/>
                  </a:lnTo>
                  <a:lnTo>
                    <a:pt x="4480" y="154279"/>
                  </a:lnTo>
                  <a:lnTo>
                    <a:pt x="3413" y="103454"/>
                  </a:lnTo>
                  <a:lnTo>
                    <a:pt x="1920" y="56134"/>
                  </a:lnTo>
                  <a:lnTo>
                    <a:pt x="0" y="12319"/>
                  </a:lnTo>
                  <a:lnTo>
                    <a:pt x="71627" y="12319"/>
                  </a:lnTo>
                  <a:lnTo>
                    <a:pt x="81482" y="12245"/>
                  </a:lnTo>
                  <a:lnTo>
                    <a:pt x="93503" y="12017"/>
                  </a:lnTo>
                  <a:lnTo>
                    <a:pt x="107668" y="11622"/>
                  </a:lnTo>
                  <a:lnTo>
                    <a:pt x="123951" y="11049"/>
                  </a:lnTo>
                  <a:lnTo>
                    <a:pt x="139860" y="10548"/>
                  </a:lnTo>
                  <a:lnTo>
                    <a:pt x="152733" y="10191"/>
                  </a:lnTo>
                  <a:lnTo>
                    <a:pt x="162581" y="9977"/>
                  </a:lnTo>
                  <a:lnTo>
                    <a:pt x="169417" y="9906"/>
                  </a:lnTo>
                  <a:close/>
                </a:path>
                <a:path w="2429509" h="560070">
                  <a:moveTo>
                    <a:pt x="2175255" y="0"/>
                  </a:moveTo>
                  <a:lnTo>
                    <a:pt x="2227072" y="4736"/>
                  </a:lnTo>
                  <a:lnTo>
                    <a:pt x="2274506" y="18938"/>
                  </a:lnTo>
                  <a:lnTo>
                    <a:pt x="2317559" y="42594"/>
                  </a:lnTo>
                  <a:lnTo>
                    <a:pt x="2356230" y="75692"/>
                  </a:lnTo>
                  <a:lnTo>
                    <a:pt x="2388068" y="116199"/>
                  </a:lnTo>
                  <a:lnTo>
                    <a:pt x="2410809" y="161909"/>
                  </a:lnTo>
                  <a:lnTo>
                    <a:pt x="2424453" y="212834"/>
                  </a:lnTo>
                  <a:lnTo>
                    <a:pt x="2429002" y="268986"/>
                  </a:lnTo>
                  <a:lnTo>
                    <a:pt x="2425923" y="317493"/>
                  </a:lnTo>
                  <a:lnTo>
                    <a:pt x="2416688" y="362581"/>
                  </a:lnTo>
                  <a:lnTo>
                    <a:pt x="2401295" y="404244"/>
                  </a:lnTo>
                  <a:lnTo>
                    <a:pt x="2379746" y="442474"/>
                  </a:lnTo>
                  <a:lnTo>
                    <a:pt x="2352040" y="477266"/>
                  </a:lnTo>
                  <a:lnTo>
                    <a:pt x="2311348" y="513437"/>
                  </a:lnTo>
                  <a:lnTo>
                    <a:pt x="2266061" y="539273"/>
                  </a:lnTo>
                  <a:lnTo>
                    <a:pt x="2216201" y="554775"/>
                  </a:lnTo>
                  <a:lnTo>
                    <a:pt x="2161793" y="559943"/>
                  </a:lnTo>
                  <a:lnTo>
                    <a:pt x="2109979" y="555202"/>
                  </a:lnTo>
                  <a:lnTo>
                    <a:pt x="2062559" y="540972"/>
                  </a:lnTo>
                  <a:lnTo>
                    <a:pt x="2019544" y="517241"/>
                  </a:lnTo>
                  <a:lnTo>
                    <a:pt x="1980945" y="483997"/>
                  </a:lnTo>
                  <a:lnTo>
                    <a:pt x="1949035" y="443495"/>
                  </a:lnTo>
                  <a:lnTo>
                    <a:pt x="1926256" y="397827"/>
                  </a:lnTo>
                  <a:lnTo>
                    <a:pt x="1912598" y="347015"/>
                  </a:lnTo>
                  <a:lnTo>
                    <a:pt x="1908047" y="291084"/>
                  </a:lnTo>
                  <a:lnTo>
                    <a:pt x="1911126" y="242514"/>
                  </a:lnTo>
                  <a:lnTo>
                    <a:pt x="1920361" y="197388"/>
                  </a:lnTo>
                  <a:lnTo>
                    <a:pt x="1935754" y="155707"/>
                  </a:lnTo>
                  <a:lnTo>
                    <a:pt x="1957303" y="117469"/>
                  </a:lnTo>
                  <a:lnTo>
                    <a:pt x="1985009" y="82677"/>
                  </a:lnTo>
                  <a:lnTo>
                    <a:pt x="2025755" y="46505"/>
                  </a:lnTo>
                  <a:lnTo>
                    <a:pt x="2071036" y="20669"/>
                  </a:lnTo>
                  <a:lnTo>
                    <a:pt x="2120866" y="5167"/>
                  </a:lnTo>
                  <a:lnTo>
                    <a:pt x="2175255" y="0"/>
                  </a:lnTo>
                  <a:close/>
                </a:path>
              </a:pathLst>
            </a:custGeom>
            <a:ln w="6096">
              <a:solidFill>
                <a:srgbClr val="4584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319848" y="1651871"/>
            <a:ext cx="4776151" cy="2343559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50997" marR="1207403" indent="-140047">
              <a:lnSpc>
                <a:spcPct val="129700"/>
              </a:lnSpc>
              <a:spcBef>
                <a:spcPts val="91"/>
              </a:spcBef>
            </a:pPr>
            <a:r>
              <a:rPr sz="2400" spc="-9" dirty="0">
                <a:latin typeface="Arial"/>
                <a:cs typeface="Arial"/>
              </a:rPr>
              <a:t>Traditional </a:t>
            </a:r>
            <a:r>
              <a:rPr sz="2400" dirty="0">
                <a:latin typeface="Arial"/>
                <a:cs typeface="Arial"/>
              </a:rPr>
              <a:t>Exotic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3" dirty="0">
                <a:latin typeface="Arial"/>
                <a:cs typeface="Arial"/>
              </a:rPr>
              <a:t>HW</a:t>
            </a:r>
            <a:endParaRPr sz="2400" dirty="0">
              <a:latin typeface="Arial"/>
              <a:cs typeface="Arial"/>
            </a:endParaRPr>
          </a:p>
          <a:p>
            <a:pPr marL="546357" indent="-258194">
              <a:spcBef>
                <a:spcPts val="123"/>
              </a:spcBef>
              <a:buClr>
                <a:srgbClr val="008CBA"/>
              </a:buClr>
              <a:buSzPct val="125000"/>
              <a:buFont typeface="Lucida Grande"/>
              <a:buChar char="-"/>
              <a:tabLst>
                <a:tab pos="546357" algn="l"/>
              </a:tabLst>
            </a:pPr>
            <a:r>
              <a:rPr sz="2400" dirty="0">
                <a:latin typeface="Arial"/>
                <a:cs typeface="Arial"/>
              </a:rPr>
              <a:t>big</a:t>
            </a:r>
            <a:r>
              <a:rPr sz="2400" spc="-32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central</a:t>
            </a:r>
            <a:r>
              <a:rPr sz="2400" spc="-32" dirty="0">
                <a:latin typeface="Arial"/>
                <a:cs typeface="Arial"/>
              </a:rPr>
              <a:t> </a:t>
            </a:r>
            <a:r>
              <a:rPr sz="2400" spc="-9" dirty="0">
                <a:latin typeface="Arial"/>
                <a:cs typeface="Arial"/>
              </a:rPr>
              <a:t>servers</a:t>
            </a:r>
            <a:endParaRPr sz="2400" dirty="0">
              <a:latin typeface="Arial"/>
              <a:cs typeface="Arial"/>
            </a:endParaRPr>
          </a:p>
          <a:p>
            <a:pPr marL="546357" indent="-258194">
              <a:buClr>
                <a:srgbClr val="008CBA"/>
              </a:buClr>
              <a:buSzPct val="125000"/>
              <a:buFont typeface="Lucida Grande"/>
              <a:buChar char="-"/>
              <a:tabLst>
                <a:tab pos="546357" algn="l"/>
              </a:tabLst>
            </a:pPr>
            <a:r>
              <a:rPr sz="2400" spc="-23" dirty="0">
                <a:latin typeface="Arial"/>
                <a:cs typeface="Arial"/>
              </a:rPr>
              <a:t>SAN</a:t>
            </a:r>
            <a:endParaRPr sz="2400" dirty="0">
              <a:latin typeface="Arial"/>
              <a:cs typeface="Arial"/>
            </a:endParaRPr>
          </a:p>
          <a:p>
            <a:pPr marL="546357" indent="-258194">
              <a:spcBef>
                <a:spcPts val="91"/>
              </a:spcBef>
              <a:buClr>
                <a:srgbClr val="008CBA"/>
              </a:buClr>
              <a:buSzPct val="125000"/>
              <a:buFont typeface="Lucida Grande"/>
              <a:buChar char="-"/>
              <a:tabLst>
                <a:tab pos="546357" algn="l"/>
              </a:tabLst>
            </a:pPr>
            <a:r>
              <a:rPr sz="2400" spc="-18" dirty="0">
                <a:latin typeface="Arial"/>
                <a:cs typeface="Arial"/>
              </a:rPr>
              <a:t>RAID</a:t>
            </a:r>
            <a:endParaRPr sz="2400" dirty="0">
              <a:latin typeface="Arial"/>
              <a:cs typeface="Arial"/>
            </a:endParaRPr>
          </a:p>
          <a:p>
            <a:pPr marL="150997" marR="323319">
              <a:lnSpc>
                <a:spcPts val="2814"/>
              </a:lnSpc>
            </a:pPr>
            <a:r>
              <a:rPr sz="2400" dirty="0">
                <a:latin typeface="Arial"/>
                <a:cs typeface="Arial"/>
              </a:rPr>
              <a:t>Hardware</a:t>
            </a:r>
            <a:r>
              <a:rPr sz="2400" spc="-113" dirty="0">
                <a:latin typeface="Arial"/>
                <a:cs typeface="Arial"/>
              </a:rPr>
              <a:t> </a:t>
            </a:r>
            <a:r>
              <a:rPr sz="2400" spc="-9" dirty="0">
                <a:latin typeface="Arial"/>
                <a:cs typeface="Arial"/>
              </a:rPr>
              <a:t>reliability </a:t>
            </a:r>
            <a:r>
              <a:rPr sz="2400" dirty="0">
                <a:latin typeface="Arial"/>
                <a:cs typeface="Arial"/>
              </a:rPr>
              <a:t>Limited</a:t>
            </a:r>
            <a:r>
              <a:rPr sz="2400" spc="-86" dirty="0">
                <a:latin typeface="Arial"/>
                <a:cs typeface="Arial"/>
              </a:rPr>
              <a:t> </a:t>
            </a:r>
            <a:r>
              <a:rPr sz="2400" spc="-9" dirty="0">
                <a:latin typeface="Arial"/>
                <a:cs typeface="Arial"/>
              </a:rPr>
              <a:t>scalability Expensive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4676" y="4900403"/>
            <a:ext cx="3018324" cy="180519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52859" y="4742636"/>
            <a:ext cx="3098107" cy="196296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10880" y="1093926"/>
            <a:ext cx="2682384" cy="2350322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5943600" y="1651871"/>
            <a:ext cx="5105400" cy="231162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50997" marR="793025" indent="-140047">
              <a:lnSpc>
                <a:spcPct val="128699"/>
              </a:lnSpc>
              <a:spcBef>
                <a:spcPts val="91"/>
              </a:spcBef>
            </a:pPr>
            <a:r>
              <a:rPr sz="2400" dirty="0">
                <a:latin typeface="Tahoma"/>
                <a:cs typeface="Tahoma"/>
              </a:rPr>
              <a:t>Big</a:t>
            </a:r>
            <a:r>
              <a:rPr sz="2400" spc="-18" dirty="0">
                <a:latin typeface="Tahoma"/>
                <a:cs typeface="Tahoma"/>
              </a:rPr>
              <a:t> Data </a:t>
            </a:r>
            <a:r>
              <a:rPr sz="2400" dirty="0">
                <a:latin typeface="Tahoma"/>
                <a:cs typeface="Tahoma"/>
              </a:rPr>
              <a:t>Commodity</a:t>
            </a:r>
            <a:r>
              <a:rPr sz="2400" spc="-41" dirty="0">
                <a:latin typeface="Tahoma"/>
                <a:cs typeface="Tahoma"/>
              </a:rPr>
              <a:t> </a:t>
            </a:r>
            <a:r>
              <a:rPr sz="2400" spc="-23" dirty="0">
                <a:latin typeface="Tahoma"/>
                <a:cs typeface="Tahoma"/>
              </a:rPr>
              <a:t>HW</a:t>
            </a:r>
            <a:endParaRPr sz="2400" dirty="0">
              <a:latin typeface="Tahoma"/>
              <a:cs typeface="Tahoma"/>
            </a:endParaRPr>
          </a:p>
          <a:p>
            <a:pPr marL="491030" indent="-237446">
              <a:spcBef>
                <a:spcPts val="9"/>
              </a:spcBef>
              <a:buClr>
                <a:srgbClr val="008CBA"/>
              </a:buClr>
              <a:buSzPct val="125000"/>
              <a:buFont typeface="Lucida Grande"/>
              <a:buChar char="-"/>
              <a:tabLst>
                <a:tab pos="491030" algn="l"/>
              </a:tabLst>
            </a:pPr>
            <a:r>
              <a:rPr sz="2400" dirty="0">
                <a:latin typeface="Tahoma"/>
                <a:cs typeface="Tahoma"/>
              </a:rPr>
              <a:t>racks</a:t>
            </a:r>
            <a:r>
              <a:rPr sz="2400" spc="-41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of</a:t>
            </a:r>
            <a:r>
              <a:rPr sz="2400" spc="-41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pizza</a:t>
            </a:r>
            <a:r>
              <a:rPr sz="2400" spc="-36" dirty="0">
                <a:latin typeface="Tahoma"/>
                <a:cs typeface="Tahoma"/>
              </a:rPr>
              <a:t> </a:t>
            </a:r>
            <a:r>
              <a:rPr sz="2400" spc="-18" dirty="0">
                <a:latin typeface="Tahoma"/>
                <a:cs typeface="Tahoma"/>
              </a:rPr>
              <a:t>boxes</a:t>
            </a:r>
            <a:endParaRPr sz="2400" dirty="0">
              <a:latin typeface="Tahoma"/>
              <a:cs typeface="Tahoma"/>
            </a:endParaRPr>
          </a:p>
          <a:p>
            <a:pPr marL="491030" indent="-237446">
              <a:buClr>
                <a:srgbClr val="008CBA"/>
              </a:buClr>
              <a:buSzPct val="125000"/>
              <a:buFont typeface="Lucida Grande"/>
              <a:buChar char="-"/>
              <a:tabLst>
                <a:tab pos="491030" algn="l"/>
              </a:tabLst>
            </a:pPr>
            <a:r>
              <a:rPr sz="2400" spc="-9" dirty="0">
                <a:latin typeface="Tahoma"/>
                <a:cs typeface="Tahoma"/>
              </a:rPr>
              <a:t>Ethernet</a:t>
            </a:r>
            <a:endParaRPr sz="2400" dirty="0">
              <a:latin typeface="Tahoma"/>
              <a:cs typeface="Tahoma"/>
            </a:endParaRPr>
          </a:p>
          <a:p>
            <a:pPr marL="491030" indent="-237446">
              <a:buClr>
                <a:srgbClr val="008CBA"/>
              </a:buClr>
              <a:buSzPct val="125000"/>
              <a:buFont typeface="Lucida Grande"/>
              <a:buChar char="-"/>
              <a:tabLst>
                <a:tab pos="491030" algn="l"/>
              </a:tabLst>
            </a:pPr>
            <a:r>
              <a:rPr sz="2400" spc="-18" dirty="0">
                <a:latin typeface="Tahoma"/>
                <a:cs typeface="Tahoma"/>
              </a:rPr>
              <a:t>JBOD</a:t>
            </a:r>
            <a:endParaRPr sz="2400" dirty="0">
              <a:latin typeface="Tahoma"/>
              <a:cs typeface="Tahoma"/>
            </a:endParaRPr>
          </a:p>
          <a:p>
            <a:pPr marL="150997" marR="929614">
              <a:lnSpc>
                <a:spcPts val="236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Unreliable</a:t>
            </a:r>
            <a:r>
              <a:rPr sz="2400" spc="-113" dirty="0">
                <a:latin typeface="Tahoma"/>
                <a:cs typeface="Tahoma"/>
              </a:rPr>
              <a:t> </a:t>
            </a:r>
            <a:r>
              <a:rPr sz="2400" spc="-23" dirty="0">
                <a:latin typeface="Tahoma"/>
                <a:cs typeface="Tahoma"/>
              </a:rPr>
              <a:t>HW </a:t>
            </a:r>
            <a:r>
              <a:rPr sz="2400" dirty="0">
                <a:latin typeface="Tahoma"/>
                <a:cs typeface="Tahoma"/>
              </a:rPr>
              <a:t>Scales</a:t>
            </a:r>
            <a:r>
              <a:rPr sz="2400" spc="-59" dirty="0">
                <a:latin typeface="Tahoma"/>
                <a:cs typeface="Tahoma"/>
              </a:rPr>
              <a:t> </a:t>
            </a:r>
            <a:r>
              <a:rPr sz="2400" spc="-9" dirty="0">
                <a:latin typeface="Tahoma"/>
                <a:cs typeface="Tahoma"/>
              </a:rPr>
              <a:t>further</a:t>
            </a:r>
            <a:endParaRPr sz="2400" dirty="0">
              <a:latin typeface="Tahoma"/>
              <a:cs typeface="Tahoma"/>
            </a:endParaRPr>
          </a:p>
          <a:p>
            <a:pPr marL="150997">
              <a:spcBef>
                <a:spcPts val="163"/>
              </a:spcBef>
            </a:pPr>
            <a:r>
              <a:rPr sz="2400" dirty="0">
                <a:latin typeface="Tahoma"/>
                <a:cs typeface="Tahoma"/>
              </a:rPr>
              <a:t>Cost</a:t>
            </a:r>
            <a:r>
              <a:rPr sz="2400" spc="-54" dirty="0">
                <a:latin typeface="Tahoma"/>
                <a:cs typeface="Tahoma"/>
              </a:rPr>
              <a:t> </a:t>
            </a:r>
            <a:r>
              <a:rPr sz="2400" spc="-9" dirty="0">
                <a:latin typeface="Tahoma"/>
                <a:cs typeface="Tahoma"/>
              </a:rPr>
              <a:t>effective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59752912-003F-0FB0-6ABE-A49EAFF02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45203" y="3475728"/>
            <a:ext cx="4298997" cy="307747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3824" y="3959233"/>
            <a:ext cx="4669775" cy="274636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10880" y="1093926"/>
            <a:ext cx="2682384" cy="2350322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934676" y="1175881"/>
            <a:ext cx="8309130" cy="534859"/>
          </a:xfrm>
          <a:prstGeom prst="rect">
            <a:avLst/>
          </a:prstGeom>
        </p:spPr>
        <p:txBody>
          <a:bodyPr vert="horz" wrap="square" lIns="0" tIns="11526" rIns="0" bIns="0" rtlCol="0" anchor="ctr">
            <a:spAutoFit/>
          </a:bodyPr>
          <a:lstStyle/>
          <a:p>
            <a:pPr marL="11527">
              <a:lnSpc>
                <a:spcPct val="100000"/>
              </a:lnSpc>
              <a:spcBef>
                <a:spcPts val="91"/>
              </a:spcBef>
              <a:tabLst>
                <a:tab pos="474893" algn="l"/>
                <a:tab pos="8297365" algn="l"/>
              </a:tabLst>
            </a:pPr>
            <a:r>
              <a:rPr sz="3400" b="1" u="none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New</a:t>
            </a:r>
            <a:r>
              <a:rPr sz="3400" b="1" spc="-45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400" b="1" u="none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  <a:r>
              <a:rPr sz="3400" b="1" spc="-32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400" b="1" spc="-9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Approac</a:t>
            </a:r>
            <a:r>
              <a:rPr lang="en-US" sz="3400" b="1" spc="-9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sz="3400" b="1" u="none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250012" y="1985006"/>
            <a:ext cx="3566735" cy="197422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50997" marR="579208" indent="-140047">
              <a:lnSpc>
                <a:spcPct val="129700"/>
              </a:lnSpc>
              <a:spcBef>
                <a:spcPts val="91"/>
              </a:spcBef>
            </a:pPr>
            <a:r>
              <a:rPr sz="2400" spc="-9" dirty="0">
                <a:latin typeface="Arial"/>
                <a:cs typeface="Arial"/>
              </a:rPr>
              <a:t>Traditional Monolotic</a:t>
            </a:r>
            <a:endParaRPr sz="2400" dirty="0">
              <a:latin typeface="Arial"/>
              <a:cs typeface="Arial"/>
            </a:endParaRPr>
          </a:p>
          <a:p>
            <a:pPr marL="546357" indent="-258194">
              <a:spcBef>
                <a:spcPts val="123"/>
              </a:spcBef>
              <a:buClr>
                <a:srgbClr val="008CBA"/>
              </a:buClr>
              <a:buSzPct val="125000"/>
              <a:buFont typeface="Lucida Grande"/>
              <a:buChar char="-"/>
              <a:tabLst>
                <a:tab pos="546357" algn="l"/>
              </a:tabLst>
            </a:pPr>
            <a:r>
              <a:rPr sz="2400" spc="-9" dirty="0">
                <a:latin typeface="Arial"/>
                <a:cs typeface="Arial"/>
              </a:rPr>
              <a:t>Centralized</a:t>
            </a:r>
            <a:endParaRPr sz="2400" dirty="0">
              <a:latin typeface="Arial"/>
              <a:cs typeface="Arial"/>
            </a:endParaRPr>
          </a:p>
          <a:p>
            <a:pPr marL="546357" indent="-258194">
              <a:buClr>
                <a:srgbClr val="008CBA"/>
              </a:buClr>
              <a:buSzPct val="125000"/>
              <a:buFont typeface="Lucida Grande"/>
              <a:buChar char="-"/>
              <a:tabLst>
                <a:tab pos="546357" algn="l"/>
              </a:tabLst>
            </a:pPr>
            <a:r>
              <a:rPr sz="2400" spc="-9" dirty="0">
                <a:latin typeface="Arial"/>
                <a:cs typeface="Arial"/>
              </a:rPr>
              <a:t>RDBMS</a:t>
            </a:r>
            <a:endParaRPr sz="2400" dirty="0">
              <a:latin typeface="Arial"/>
              <a:cs typeface="Arial"/>
            </a:endParaRPr>
          </a:p>
          <a:p>
            <a:pPr marL="150997" marR="284705">
              <a:lnSpc>
                <a:spcPts val="2814"/>
              </a:lnSpc>
              <a:spcBef>
                <a:spcPts val="59"/>
              </a:spcBef>
            </a:pPr>
            <a:r>
              <a:rPr sz="2400" dirty="0">
                <a:latin typeface="Arial"/>
                <a:cs typeface="Arial"/>
              </a:rPr>
              <a:t>Schema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9" dirty="0">
                <a:latin typeface="Arial"/>
                <a:cs typeface="Arial"/>
              </a:rPr>
              <a:t>first Proprietary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73105" y="1985006"/>
            <a:ext cx="6437523" cy="1216456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50997" marR="1847125" indent="-140047">
              <a:lnSpc>
                <a:spcPct val="128699"/>
              </a:lnSpc>
              <a:spcBef>
                <a:spcPts val="91"/>
              </a:spcBef>
            </a:pPr>
            <a:r>
              <a:rPr sz="2400" dirty="0">
                <a:latin typeface="Tahoma"/>
                <a:cs typeface="Tahoma"/>
              </a:rPr>
              <a:t>Big</a:t>
            </a:r>
            <a:r>
              <a:rPr sz="2400" spc="-18" dirty="0">
                <a:latin typeface="Tahoma"/>
                <a:cs typeface="Tahoma"/>
              </a:rPr>
              <a:t> Data </a:t>
            </a:r>
            <a:r>
              <a:rPr sz="2400" spc="-9" dirty="0">
                <a:latin typeface="Tahoma"/>
                <a:cs typeface="Tahoma"/>
              </a:rPr>
              <a:t>Distributed</a:t>
            </a:r>
            <a:endParaRPr sz="2400" dirty="0">
              <a:latin typeface="Tahoma"/>
              <a:cs typeface="Tahoma"/>
            </a:endParaRPr>
          </a:p>
          <a:p>
            <a:pPr marL="150997" marR="4611" indent="102010">
              <a:lnSpc>
                <a:spcPts val="2441"/>
              </a:lnSpc>
              <a:spcBef>
                <a:spcPts val="326"/>
              </a:spcBef>
            </a:pPr>
            <a:r>
              <a:rPr sz="2400" dirty="0">
                <a:solidFill>
                  <a:srgbClr val="008CBA"/>
                </a:solidFill>
                <a:latin typeface="Lucida Grande"/>
                <a:cs typeface="Lucida Grande"/>
              </a:rPr>
              <a:t>-</a:t>
            </a:r>
            <a:r>
              <a:rPr sz="2400" spc="-182" dirty="0">
                <a:solidFill>
                  <a:srgbClr val="008CBA"/>
                </a:solidFill>
                <a:latin typeface="Lucida Grande"/>
                <a:cs typeface="Lucida Grande"/>
              </a:rPr>
              <a:t> </a:t>
            </a:r>
            <a:r>
              <a:rPr sz="2400" dirty="0">
                <a:latin typeface="Tahoma"/>
                <a:cs typeface="Tahoma"/>
              </a:rPr>
              <a:t>storage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&amp;</a:t>
            </a:r>
            <a:r>
              <a:rPr sz="2400" spc="-32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compute</a:t>
            </a:r>
            <a:r>
              <a:rPr sz="2400" spc="-41" dirty="0">
                <a:latin typeface="Tahoma"/>
                <a:cs typeface="Tahoma"/>
              </a:rPr>
              <a:t> </a:t>
            </a:r>
            <a:r>
              <a:rPr sz="2400" spc="-9" dirty="0">
                <a:latin typeface="Tahoma"/>
                <a:cs typeface="Tahoma"/>
              </a:rPr>
              <a:t>nodes </a:t>
            </a:r>
            <a:r>
              <a:rPr sz="2400" dirty="0">
                <a:latin typeface="Tahoma"/>
                <a:cs typeface="Tahoma"/>
              </a:rPr>
              <a:t>Raw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spc="-18" dirty="0">
                <a:latin typeface="Tahoma"/>
                <a:cs typeface="Tahoma"/>
              </a:rPr>
              <a:t>data</a:t>
            </a:r>
            <a:endParaRPr sz="2400" dirty="0">
              <a:latin typeface="Tahoma"/>
              <a:cs typeface="Tahoma"/>
            </a:endParaRPr>
          </a:p>
          <a:p>
            <a:pPr marL="150997">
              <a:spcBef>
                <a:spcPts val="54"/>
              </a:spcBef>
            </a:pPr>
            <a:r>
              <a:rPr sz="2400" dirty="0">
                <a:latin typeface="Tahoma"/>
                <a:cs typeface="Tahoma"/>
              </a:rPr>
              <a:t>Open </a:t>
            </a:r>
            <a:r>
              <a:rPr sz="2400" spc="-9" dirty="0">
                <a:latin typeface="Tahoma"/>
                <a:cs typeface="Tahoma"/>
              </a:rPr>
              <a:t>source</a:t>
            </a:r>
            <a:endParaRPr sz="24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10880" y="1093926"/>
            <a:ext cx="2682384" cy="235032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941435" y="1025784"/>
            <a:ext cx="8309130" cy="534859"/>
          </a:xfrm>
          <a:prstGeom prst="rect">
            <a:avLst/>
          </a:prstGeom>
        </p:spPr>
        <p:txBody>
          <a:bodyPr vert="horz" wrap="square" lIns="0" tIns="11526" rIns="0" bIns="0" rtlCol="0" anchor="ctr">
            <a:spAutoFit/>
          </a:bodyPr>
          <a:lstStyle/>
          <a:p>
            <a:pPr marL="11527">
              <a:lnSpc>
                <a:spcPct val="100000"/>
              </a:lnSpc>
              <a:spcBef>
                <a:spcPts val="91"/>
              </a:spcBef>
              <a:tabLst>
                <a:tab pos="474893" algn="l"/>
                <a:tab pos="8297365" algn="l"/>
              </a:tabLst>
            </a:pPr>
            <a:r>
              <a:rPr sz="3400" b="1" u="none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3400" b="1" spc="-9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Hadoop</a:t>
            </a:r>
            <a:r>
              <a:rPr sz="3400" b="1" u="none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07400" y="1821021"/>
            <a:ext cx="8813000" cy="4088139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73193" marR="1509974">
              <a:lnSpc>
                <a:spcPct val="129700"/>
              </a:lnSpc>
              <a:spcBef>
                <a:spcPts val="91"/>
              </a:spcBef>
            </a:pPr>
            <a:r>
              <a:rPr sz="2400" dirty="0">
                <a:latin typeface="Arial"/>
                <a:cs typeface="Arial"/>
              </a:rPr>
              <a:t>De</a:t>
            </a:r>
            <a:r>
              <a:rPr sz="2400" spc="-2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facto</a:t>
            </a:r>
            <a:r>
              <a:rPr sz="2400" spc="-2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big</a:t>
            </a:r>
            <a:r>
              <a:rPr sz="2400" spc="-18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data</a:t>
            </a:r>
            <a:r>
              <a:rPr sz="2400" spc="-2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industry</a:t>
            </a:r>
            <a:r>
              <a:rPr sz="2400" spc="-18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standard</a:t>
            </a:r>
            <a:r>
              <a:rPr sz="2400" spc="-23" dirty="0">
                <a:latin typeface="Arial"/>
                <a:cs typeface="Arial"/>
              </a:rPr>
              <a:t> </a:t>
            </a:r>
            <a:r>
              <a:rPr sz="2400" spc="-9" dirty="0">
                <a:latin typeface="Arial"/>
                <a:cs typeface="Arial"/>
              </a:rPr>
              <a:t>(batch) </a:t>
            </a:r>
            <a:r>
              <a:rPr sz="2400" dirty="0">
                <a:latin typeface="Arial"/>
                <a:cs typeface="Arial"/>
              </a:rPr>
              <a:t>Vendor</a:t>
            </a:r>
            <a:r>
              <a:rPr sz="2400" spc="-59" dirty="0">
                <a:latin typeface="Arial"/>
                <a:cs typeface="Arial"/>
              </a:rPr>
              <a:t> </a:t>
            </a:r>
            <a:r>
              <a:rPr sz="2400" spc="-9" dirty="0">
                <a:latin typeface="Arial"/>
                <a:cs typeface="Arial"/>
              </a:rPr>
              <a:t>adoption</a:t>
            </a:r>
            <a:endParaRPr sz="2400" dirty="0">
              <a:latin typeface="Arial"/>
              <a:cs typeface="Arial"/>
            </a:endParaRPr>
          </a:p>
          <a:p>
            <a:pPr marL="73193" marR="2427485" indent="-62243">
              <a:lnSpc>
                <a:spcPts val="2777"/>
              </a:lnSpc>
              <a:spcBef>
                <a:spcPts val="172"/>
              </a:spcBef>
              <a:buClr>
                <a:srgbClr val="008CBA"/>
              </a:buClr>
              <a:buSzPct val="125000"/>
              <a:buFont typeface="Lucida Grande"/>
              <a:buChar char="-"/>
              <a:tabLst>
                <a:tab pos="73193" algn="l"/>
                <a:tab pos="269144" algn="l"/>
              </a:tabLst>
            </a:pPr>
            <a:r>
              <a:rPr sz="2400" dirty="0">
                <a:latin typeface="Arial"/>
                <a:cs typeface="Arial"/>
              </a:rPr>
              <a:t>	IBM, Microsoft, Oracle, EMC, </a:t>
            </a:r>
            <a:r>
              <a:rPr sz="2400" spc="-23" dirty="0">
                <a:latin typeface="Arial"/>
                <a:cs typeface="Arial"/>
              </a:rPr>
              <a:t>...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collection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projects</a:t>
            </a:r>
            <a:r>
              <a:rPr sz="2400" spc="-2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at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spc="-9" dirty="0">
                <a:latin typeface="Arial"/>
                <a:cs typeface="Arial"/>
              </a:rPr>
              <a:t>Apache</a:t>
            </a:r>
            <a:endParaRPr sz="2400" dirty="0">
              <a:latin typeface="Arial"/>
              <a:cs typeface="Arial"/>
            </a:endParaRPr>
          </a:p>
          <a:p>
            <a:pPr marL="269721" indent="-258194">
              <a:lnSpc>
                <a:spcPts val="2659"/>
              </a:lnSpc>
              <a:buClr>
                <a:srgbClr val="008CBA"/>
              </a:buClr>
              <a:buSzPct val="125000"/>
              <a:buFont typeface="Lucida Grande"/>
              <a:buChar char="-"/>
              <a:tabLst>
                <a:tab pos="269721" algn="l"/>
              </a:tabLst>
            </a:pPr>
            <a:r>
              <a:rPr sz="2400" dirty="0">
                <a:latin typeface="Arial"/>
                <a:cs typeface="Arial"/>
              </a:rPr>
              <a:t>HDFS,</a:t>
            </a:r>
            <a:r>
              <a:rPr sz="2400" spc="-18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MapReduce,</a:t>
            </a:r>
            <a:r>
              <a:rPr sz="2400" spc="-2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Hive,</a:t>
            </a:r>
            <a:r>
              <a:rPr sz="2400" spc="-18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Pig,</a:t>
            </a:r>
            <a:r>
              <a:rPr sz="2400" spc="-18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Hbase,</a:t>
            </a:r>
            <a:r>
              <a:rPr sz="2400" spc="-18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Flume,</a:t>
            </a:r>
            <a:r>
              <a:rPr sz="2400" spc="-18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Oozie,</a:t>
            </a:r>
            <a:r>
              <a:rPr sz="2400" spc="-18" dirty="0">
                <a:latin typeface="Arial"/>
                <a:cs typeface="Arial"/>
              </a:rPr>
              <a:t> </a:t>
            </a:r>
            <a:r>
              <a:rPr sz="2400" spc="-23" dirty="0">
                <a:latin typeface="Arial"/>
                <a:cs typeface="Arial"/>
              </a:rPr>
              <a:t>...</a:t>
            </a:r>
            <a:endParaRPr sz="2400" dirty="0">
              <a:latin typeface="Arial"/>
              <a:cs typeface="Arial"/>
            </a:endParaRPr>
          </a:p>
          <a:p>
            <a:pPr marL="73193">
              <a:spcBef>
                <a:spcPts val="599"/>
              </a:spcBef>
            </a:pPr>
            <a:r>
              <a:rPr sz="2400" dirty="0">
                <a:latin typeface="Arial"/>
                <a:cs typeface="Arial"/>
              </a:rPr>
              <a:t>Main</a:t>
            </a:r>
            <a:r>
              <a:rPr sz="2400" spc="-54" dirty="0">
                <a:latin typeface="Arial"/>
                <a:cs typeface="Arial"/>
              </a:rPr>
              <a:t> </a:t>
            </a:r>
            <a:r>
              <a:rPr sz="2400" spc="-9" dirty="0">
                <a:latin typeface="Arial"/>
                <a:cs typeface="Arial"/>
              </a:rPr>
              <a:t>components</a:t>
            </a:r>
            <a:endParaRPr sz="2400" dirty="0">
              <a:latin typeface="Arial"/>
              <a:cs typeface="Arial"/>
            </a:endParaRPr>
          </a:p>
          <a:p>
            <a:pPr marL="269721" indent="-258194">
              <a:spcBef>
                <a:spcPts val="127"/>
              </a:spcBef>
              <a:buClr>
                <a:srgbClr val="008CBA"/>
              </a:buClr>
              <a:buSzPct val="125000"/>
              <a:buFont typeface="Lucida Grande"/>
              <a:buChar char="-"/>
              <a:tabLst>
                <a:tab pos="269721" algn="l"/>
              </a:tabLst>
            </a:pPr>
            <a:r>
              <a:rPr sz="2400" spc="-18" dirty="0">
                <a:latin typeface="Arial"/>
                <a:cs typeface="Arial"/>
              </a:rPr>
              <a:t>HDFS</a:t>
            </a:r>
            <a:endParaRPr sz="2400" dirty="0">
              <a:latin typeface="Arial"/>
              <a:cs typeface="Arial"/>
            </a:endParaRPr>
          </a:p>
          <a:p>
            <a:pPr marL="269721" indent="-258194">
              <a:buClr>
                <a:srgbClr val="008CBA"/>
              </a:buClr>
              <a:buSzPct val="125000"/>
              <a:buFont typeface="Lucida Grande"/>
              <a:buChar char="-"/>
              <a:tabLst>
                <a:tab pos="269721" algn="l"/>
              </a:tabLst>
            </a:pPr>
            <a:r>
              <a:rPr sz="2400" spc="-9" dirty="0">
                <a:latin typeface="Arial"/>
                <a:cs typeface="Arial"/>
              </a:rPr>
              <a:t>MapReduce</a:t>
            </a:r>
            <a:endParaRPr sz="2400" dirty="0">
              <a:latin typeface="Arial"/>
              <a:cs typeface="Arial"/>
            </a:endParaRPr>
          </a:p>
          <a:p>
            <a:pPr marL="73193">
              <a:spcBef>
                <a:spcPts val="599"/>
              </a:spcBef>
            </a:pPr>
            <a:r>
              <a:rPr sz="2400" spc="-9" dirty="0">
                <a:latin typeface="Arial"/>
                <a:cs typeface="Arial"/>
              </a:rPr>
              <a:t>Cluster</a:t>
            </a:r>
            <a:endParaRPr sz="2400" dirty="0">
              <a:latin typeface="Arial"/>
              <a:cs typeface="Arial"/>
            </a:endParaRPr>
          </a:p>
          <a:p>
            <a:pPr marL="269721" indent="-258194">
              <a:spcBef>
                <a:spcPts val="127"/>
              </a:spcBef>
              <a:buClr>
                <a:srgbClr val="008CBA"/>
              </a:buClr>
              <a:buSzPct val="125000"/>
              <a:buFont typeface="Lucida Grande"/>
              <a:buChar char="-"/>
              <a:tabLst>
                <a:tab pos="269721" algn="l"/>
              </a:tabLst>
            </a:pPr>
            <a:r>
              <a:rPr sz="2400" dirty="0">
                <a:latin typeface="Arial"/>
                <a:cs typeface="Arial"/>
              </a:rPr>
              <a:t>Set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1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machines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running</a:t>
            </a:r>
            <a:r>
              <a:rPr sz="2400" spc="-41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HDFS</a:t>
            </a:r>
            <a:r>
              <a:rPr sz="2400" spc="-41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9" dirty="0">
                <a:latin typeface="Arial"/>
                <a:cs typeface="Arial"/>
              </a:rPr>
              <a:t>MapReduce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04252" y="665460"/>
            <a:ext cx="9543570" cy="534859"/>
          </a:xfrm>
          <a:prstGeom prst="rect">
            <a:avLst/>
          </a:prstGeom>
        </p:spPr>
        <p:txBody>
          <a:bodyPr vert="horz" wrap="square" lIns="0" tIns="11526" rIns="0" bIns="0" rtlCol="0" anchor="ctr">
            <a:spAutoFit/>
          </a:bodyPr>
          <a:lstStyle/>
          <a:p>
            <a:pPr marL="11527">
              <a:lnSpc>
                <a:spcPct val="100000"/>
              </a:lnSpc>
              <a:spcBef>
                <a:spcPts val="91"/>
              </a:spcBef>
              <a:tabLst>
                <a:tab pos="474893" algn="l"/>
                <a:tab pos="8297365" algn="l"/>
              </a:tabLst>
            </a:pPr>
            <a:r>
              <a:rPr sz="3400" b="1" u="none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3400" b="1" spc="-9" dirty="0">
                <a:latin typeface="Arial" panose="020B0604020202020204" pitchFamily="34" charset="0"/>
                <a:cs typeface="Arial" panose="020B0604020202020204" pitchFamily="34" charset="0"/>
              </a:rPr>
              <a:t>Distributions</a:t>
            </a:r>
            <a:r>
              <a:rPr sz="3400" b="1" u="none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71600" y="1744921"/>
            <a:ext cx="8915399" cy="4420517"/>
          </a:xfrm>
          <a:prstGeom prst="rect">
            <a:avLst/>
          </a:prstGeom>
        </p:spPr>
        <p:txBody>
          <a:bodyPr vert="horz" wrap="square" lIns="0" tIns="24205" rIns="0" bIns="0" rtlCol="0">
            <a:spAutoFit/>
          </a:bodyPr>
          <a:lstStyle/>
          <a:p>
            <a:pPr marL="96246">
              <a:spcBef>
                <a:spcPts val="191"/>
              </a:spcBef>
            </a:pPr>
            <a:r>
              <a:rPr sz="2400" spc="-9" dirty="0">
                <a:latin typeface="Arial"/>
                <a:cs typeface="Arial"/>
              </a:rPr>
              <a:t>Cloudera</a:t>
            </a:r>
            <a:endParaRPr sz="2400">
              <a:latin typeface="Arial"/>
              <a:cs typeface="Arial"/>
            </a:endParaRPr>
          </a:p>
          <a:p>
            <a:pPr marL="292197" indent="-280671">
              <a:spcBef>
                <a:spcPts val="127"/>
              </a:spcBef>
              <a:buClr>
                <a:srgbClr val="008CBA"/>
              </a:buClr>
              <a:buSzPct val="125000"/>
              <a:buFont typeface="Lucida Grande"/>
              <a:buChar char="-"/>
              <a:tabLst>
                <a:tab pos="292197" algn="l"/>
              </a:tabLst>
            </a:pPr>
            <a:r>
              <a:rPr sz="2400" spc="-9" dirty="0">
                <a:latin typeface="Arial"/>
                <a:cs typeface="Arial"/>
                <a:hlinkClick r:id="rId2"/>
              </a:rPr>
              <a:t>www.cloudera.com</a:t>
            </a:r>
            <a:endParaRPr sz="2400">
              <a:latin typeface="Arial"/>
              <a:cs typeface="Arial"/>
            </a:endParaRPr>
          </a:p>
          <a:p>
            <a:pPr marL="292197" indent="-280671">
              <a:spcBef>
                <a:spcPts val="91"/>
              </a:spcBef>
              <a:buClr>
                <a:srgbClr val="008CBA"/>
              </a:buClr>
              <a:buSzPct val="125000"/>
              <a:buFont typeface="Lucida Grande"/>
              <a:buChar char="-"/>
              <a:tabLst>
                <a:tab pos="292197" algn="l"/>
              </a:tabLst>
            </a:pPr>
            <a:r>
              <a:rPr sz="2400" dirty="0">
                <a:latin typeface="Arial"/>
                <a:cs typeface="Arial"/>
              </a:rPr>
              <a:t>Cloudera</a:t>
            </a:r>
            <a:r>
              <a:rPr sz="2400" spc="-36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Enterprise</a:t>
            </a:r>
            <a:r>
              <a:rPr sz="2400" spc="-36" dirty="0">
                <a:latin typeface="Arial"/>
                <a:cs typeface="Arial"/>
              </a:rPr>
              <a:t> </a:t>
            </a:r>
            <a:r>
              <a:rPr sz="2400" spc="-9" dirty="0">
                <a:latin typeface="Arial"/>
                <a:cs typeface="Arial"/>
              </a:rPr>
              <a:t>subscription</a:t>
            </a:r>
            <a:endParaRPr sz="2400">
              <a:latin typeface="Arial"/>
              <a:cs typeface="Arial"/>
            </a:endParaRPr>
          </a:p>
          <a:p>
            <a:pPr marL="292197" indent="-280671">
              <a:spcBef>
                <a:spcPts val="91"/>
              </a:spcBef>
              <a:buClr>
                <a:srgbClr val="008CBA"/>
              </a:buClr>
              <a:buSzPct val="125000"/>
              <a:buFont typeface="Lucida Grande"/>
              <a:buChar char="-"/>
              <a:tabLst>
                <a:tab pos="292197" algn="l"/>
              </a:tabLst>
            </a:pPr>
            <a:r>
              <a:rPr sz="2400" dirty="0">
                <a:latin typeface="Arial"/>
                <a:cs typeface="Arial"/>
              </a:rPr>
              <a:t>Currently </a:t>
            </a:r>
            <a:r>
              <a:rPr sz="2400" spc="-18" dirty="0">
                <a:latin typeface="Arial"/>
                <a:cs typeface="Arial"/>
              </a:rPr>
              <a:t>CDH3</a:t>
            </a:r>
            <a:endParaRPr sz="2400">
              <a:latin typeface="Arial"/>
              <a:cs typeface="Arial"/>
            </a:endParaRPr>
          </a:p>
          <a:p>
            <a:pPr marL="418989" lvl="1" indent="-131402">
              <a:spcBef>
                <a:spcPts val="386"/>
              </a:spcBef>
              <a:buClr>
                <a:srgbClr val="008CBA"/>
              </a:buClr>
              <a:buSzPct val="83333"/>
              <a:buChar char="■"/>
              <a:tabLst>
                <a:tab pos="418989" algn="l"/>
              </a:tabLst>
            </a:pPr>
            <a:r>
              <a:rPr sz="2400" dirty="0">
                <a:latin typeface="Arial"/>
                <a:cs typeface="Arial"/>
              </a:rPr>
              <a:t>Linux </a:t>
            </a:r>
            <a:r>
              <a:rPr sz="2400" spc="-9" dirty="0">
                <a:latin typeface="Arial"/>
                <a:cs typeface="Arial"/>
              </a:rPr>
              <a:t>package</a:t>
            </a:r>
            <a:endParaRPr sz="2400">
              <a:latin typeface="Arial"/>
              <a:cs typeface="Arial"/>
            </a:endParaRPr>
          </a:p>
          <a:p>
            <a:pPr marL="418989" lvl="1" indent="-131402">
              <a:spcBef>
                <a:spcPts val="490"/>
              </a:spcBef>
              <a:buClr>
                <a:srgbClr val="008CBA"/>
              </a:buClr>
              <a:buSzPct val="83333"/>
              <a:buChar char="■"/>
              <a:tabLst>
                <a:tab pos="418989" algn="l"/>
              </a:tabLst>
            </a:pPr>
            <a:r>
              <a:rPr sz="2400" dirty="0">
                <a:latin typeface="Arial"/>
                <a:cs typeface="Arial"/>
              </a:rPr>
              <a:t>Virtual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spc="-9" dirty="0">
                <a:latin typeface="Arial"/>
                <a:cs typeface="Arial"/>
              </a:rPr>
              <a:t>machine</a:t>
            </a:r>
            <a:endParaRPr sz="2400">
              <a:latin typeface="Arial"/>
              <a:cs typeface="Arial"/>
            </a:endParaRPr>
          </a:p>
          <a:p>
            <a:pPr marL="418989" lvl="1" indent="-131402">
              <a:spcBef>
                <a:spcPts val="490"/>
              </a:spcBef>
              <a:buClr>
                <a:srgbClr val="008CBA"/>
              </a:buClr>
              <a:buSzPct val="83333"/>
              <a:buChar char="■"/>
              <a:tabLst>
                <a:tab pos="418989" algn="l"/>
              </a:tabLst>
            </a:pPr>
            <a:r>
              <a:rPr sz="2400" spc="-9" dirty="0">
                <a:latin typeface="Arial"/>
                <a:cs typeface="Arial"/>
              </a:rPr>
              <a:t>Cloud</a:t>
            </a:r>
            <a:endParaRPr sz="2400">
              <a:latin typeface="Arial"/>
              <a:cs typeface="Arial"/>
            </a:endParaRPr>
          </a:p>
          <a:p>
            <a:pPr marL="292197" indent="-280671">
              <a:spcBef>
                <a:spcPts val="195"/>
              </a:spcBef>
              <a:buClr>
                <a:srgbClr val="008CBA"/>
              </a:buClr>
              <a:buSzPct val="125000"/>
              <a:buFont typeface="Lucida Grande"/>
              <a:buChar char="-"/>
              <a:tabLst>
                <a:tab pos="292197" algn="l"/>
              </a:tabLst>
            </a:pPr>
            <a:r>
              <a:rPr sz="2400" spc="-9" dirty="0">
                <a:latin typeface="Arial"/>
                <a:cs typeface="Arial"/>
              </a:rPr>
              <a:t>Stack</a:t>
            </a:r>
            <a:endParaRPr sz="2400">
              <a:latin typeface="Arial"/>
              <a:cs typeface="Arial"/>
            </a:endParaRPr>
          </a:p>
          <a:p>
            <a:pPr marL="418989" lvl="1" indent="-131402">
              <a:spcBef>
                <a:spcPts val="386"/>
              </a:spcBef>
              <a:buClr>
                <a:srgbClr val="008CBA"/>
              </a:buClr>
              <a:buSzPct val="83333"/>
              <a:buChar char="■"/>
              <a:tabLst>
                <a:tab pos="418989" algn="l"/>
              </a:tabLst>
            </a:pPr>
            <a:r>
              <a:rPr sz="2400" dirty="0">
                <a:latin typeface="Arial"/>
                <a:cs typeface="Arial"/>
              </a:rPr>
              <a:t>hadoop, hbase, hive, pig, mahout, flume, </a:t>
            </a:r>
            <a:r>
              <a:rPr sz="2400" spc="-23" dirty="0">
                <a:latin typeface="Arial"/>
                <a:cs typeface="Arial"/>
              </a:rPr>
              <a:t>...</a:t>
            </a:r>
            <a:endParaRPr sz="2400">
              <a:latin typeface="Arial"/>
              <a:cs typeface="Arial"/>
            </a:endParaRPr>
          </a:p>
          <a:p>
            <a:pPr marL="292197" indent="-280671">
              <a:spcBef>
                <a:spcPts val="195"/>
              </a:spcBef>
              <a:buClr>
                <a:srgbClr val="008CBA"/>
              </a:buClr>
              <a:buSzPct val="125000"/>
              <a:buFont typeface="Lucida Grande"/>
              <a:buChar char="-"/>
              <a:tabLst>
                <a:tab pos="292197" algn="l"/>
              </a:tabLst>
            </a:pPr>
            <a:r>
              <a:rPr sz="2400" dirty="0">
                <a:latin typeface="Arial"/>
                <a:cs typeface="Arial"/>
              </a:rPr>
              <a:t>Cloudera</a:t>
            </a:r>
            <a:r>
              <a:rPr sz="2400" spc="-32" dirty="0">
                <a:latin typeface="Arial"/>
                <a:cs typeface="Arial"/>
              </a:rPr>
              <a:t> </a:t>
            </a:r>
            <a:r>
              <a:rPr sz="2400" spc="-23" dirty="0">
                <a:latin typeface="Arial"/>
                <a:cs typeface="Arial"/>
              </a:rPr>
              <a:t>SCM</a:t>
            </a:r>
            <a:endParaRPr sz="2400">
              <a:latin typeface="Arial"/>
              <a:cs typeface="Arial"/>
            </a:endParaRPr>
          </a:p>
          <a:p>
            <a:pPr marL="292197" indent="-280671">
              <a:spcBef>
                <a:spcPts val="91"/>
              </a:spcBef>
              <a:buClr>
                <a:srgbClr val="008CBA"/>
              </a:buClr>
              <a:buSzPct val="125000"/>
              <a:buFont typeface="Lucida Grande"/>
              <a:buChar char="-"/>
              <a:tabLst>
                <a:tab pos="292197" algn="l"/>
              </a:tabLst>
            </a:pPr>
            <a:r>
              <a:rPr sz="2400" dirty="0">
                <a:latin typeface="Arial"/>
                <a:cs typeface="Arial"/>
              </a:rPr>
              <a:t>Connectors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 Teradata, Netezza,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Microstrategy and </a:t>
            </a:r>
            <a:r>
              <a:rPr sz="2400" spc="-9" dirty="0">
                <a:latin typeface="Arial"/>
                <a:cs typeface="Arial"/>
              </a:rPr>
              <a:t>Quest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04252" y="665460"/>
            <a:ext cx="9543570" cy="534859"/>
          </a:xfrm>
          <a:prstGeom prst="rect">
            <a:avLst/>
          </a:prstGeom>
        </p:spPr>
        <p:txBody>
          <a:bodyPr vert="horz" wrap="square" lIns="0" tIns="11526" rIns="0" bIns="0" rtlCol="0" anchor="ctr">
            <a:spAutoFit/>
          </a:bodyPr>
          <a:lstStyle/>
          <a:p>
            <a:pPr marL="11527">
              <a:lnSpc>
                <a:spcPct val="100000"/>
              </a:lnSpc>
              <a:spcBef>
                <a:spcPts val="91"/>
              </a:spcBef>
              <a:tabLst>
                <a:tab pos="474893" algn="l"/>
                <a:tab pos="8297365" algn="l"/>
              </a:tabLst>
            </a:pPr>
            <a:r>
              <a:rPr sz="3400" b="1" u="none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3400" b="1" spc="-9" dirty="0">
                <a:latin typeface="Arial" panose="020B0604020202020204" pitchFamily="34" charset="0"/>
                <a:cs typeface="Arial" panose="020B0604020202020204" pitchFamily="34" charset="0"/>
              </a:rPr>
              <a:t>Distributions</a:t>
            </a:r>
            <a:r>
              <a:rPr sz="3400" b="1" u="none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04252" y="1371600"/>
            <a:ext cx="9044748" cy="4225591"/>
          </a:xfrm>
          <a:prstGeom prst="rect">
            <a:avLst/>
          </a:prstGeom>
        </p:spPr>
        <p:txBody>
          <a:bodyPr vert="horz" wrap="square" lIns="0" tIns="24205" rIns="0" bIns="0" rtlCol="0">
            <a:spAutoFit/>
          </a:bodyPr>
          <a:lstStyle/>
          <a:p>
            <a:pPr marL="96246">
              <a:spcBef>
                <a:spcPts val="191"/>
              </a:spcBef>
            </a:pPr>
            <a:r>
              <a:rPr sz="2400" spc="-9" dirty="0">
                <a:latin typeface="Arial"/>
                <a:cs typeface="Arial"/>
              </a:rPr>
              <a:t>Hortonworks</a:t>
            </a:r>
            <a:endParaRPr sz="2400" dirty="0">
              <a:latin typeface="Arial"/>
              <a:cs typeface="Arial"/>
            </a:endParaRPr>
          </a:p>
          <a:p>
            <a:pPr marL="292197" indent="-280671">
              <a:spcBef>
                <a:spcPts val="127"/>
              </a:spcBef>
              <a:buClr>
                <a:srgbClr val="008CBA"/>
              </a:buClr>
              <a:buSzPct val="125000"/>
              <a:buFont typeface="Lucida Grande"/>
              <a:buChar char="-"/>
              <a:tabLst>
                <a:tab pos="292197" algn="l"/>
              </a:tabLst>
            </a:pPr>
            <a:r>
              <a:rPr sz="2400" u="sng" spc="-9" dirty="0">
                <a:solidFill>
                  <a:srgbClr val="009999"/>
                </a:solidFill>
                <a:uFill>
                  <a:solidFill>
                    <a:srgbClr val="00A8A9"/>
                  </a:solidFill>
                </a:uFill>
                <a:latin typeface="Arial"/>
                <a:cs typeface="Arial"/>
                <a:hlinkClick r:id="rId2"/>
              </a:rPr>
              <a:t>www.hortonworks.com</a:t>
            </a:r>
            <a:endParaRPr sz="2400" dirty="0">
              <a:latin typeface="Arial"/>
              <a:cs typeface="Arial"/>
            </a:endParaRPr>
          </a:p>
          <a:p>
            <a:pPr marL="287587" marR="189034" indent="-276636">
              <a:lnSpc>
                <a:spcPct val="95500"/>
              </a:lnSpc>
              <a:spcBef>
                <a:spcPts val="200"/>
              </a:spcBef>
              <a:buChar char="-"/>
              <a:tabLst>
                <a:tab pos="287587" algn="l"/>
                <a:tab pos="292197" algn="l"/>
              </a:tabLst>
            </a:pPr>
            <a:r>
              <a:rPr sz="2400" dirty="0">
                <a:solidFill>
                  <a:srgbClr val="008CBA"/>
                </a:solidFill>
                <a:latin typeface="Lucida Grande"/>
                <a:cs typeface="Lucida Grande"/>
              </a:rPr>
              <a:t>	</a:t>
            </a:r>
            <a:r>
              <a:rPr sz="2400" dirty="0">
                <a:latin typeface="Arial"/>
                <a:cs typeface="Arial"/>
              </a:rPr>
              <a:t>Hortonworks</a:t>
            </a:r>
            <a:r>
              <a:rPr sz="2400" spc="-14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Data</a:t>
            </a:r>
            <a:r>
              <a:rPr sz="2400" spc="-9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Platform</a:t>
            </a:r>
            <a:r>
              <a:rPr sz="2400" spc="-9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Powered</a:t>
            </a:r>
            <a:r>
              <a:rPr sz="2400" spc="-9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by</a:t>
            </a:r>
            <a:r>
              <a:rPr sz="2400" spc="-9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Apache</a:t>
            </a:r>
            <a:r>
              <a:rPr sz="2400" spc="-9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Hadoop,</a:t>
            </a:r>
            <a:r>
              <a:rPr sz="2400" spc="-14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100%</a:t>
            </a:r>
            <a:r>
              <a:rPr sz="2400" spc="-9" dirty="0">
                <a:latin typeface="Arial"/>
                <a:cs typeface="Arial"/>
              </a:rPr>
              <a:t> opensource solution</a:t>
            </a:r>
            <a:endParaRPr sz="2400" dirty="0">
              <a:latin typeface="Arial"/>
              <a:cs typeface="Arial"/>
            </a:endParaRPr>
          </a:p>
          <a:p>
            <a:pPr marL="96246">
              <a:spcBef>
                <a:spcPts val="685"/>
              </a:spcBef>
            </a:pPr>
            <a:r>
              <a:rPr sz="2400" spc="-23" dirty="0">
                <a:latin typeface="Arial"/>
                <a:cs typeface="Arial"/>
              </a:rPr>
              <a:t>IBM</a:t>
            </a:r>
            <a:endParaRPr sz="2400" dirty="0">
              <a:latin typeface="Arial"/>
              <a:cs typeface="Arial"/>
            </a:endParaRPr>
          </a:p>
          <a:p>
            <a:pPr marL="287587" marR="4611" indent="-276636">
              <a:lnSpc>
                <a:spcPct val="95500"/>
              </a:lnSpc>
              <a:spcBef>
                <a:spcPts val="318"/>
              </a:spcBef>
              <a:buChar char="-"/>
              <a:tabLst>
                <a:tab pos="287587" algn="l"/>
                <a:tab pos="292197" algn="l"/>
              </a:tabLst>
            </a:pPr>
            <a:r>
              <a:rPr sz="2400" dirty="0">
                <a:solidFill>
                  <a:srgbClr val="008CBA"/>
                </a:solidFill>
                <a:latin typeface="Lucida Grande"/>
                <a:cs typeface="Lucida Grande"/>
              </a:rPr>
              <a:t>	</a:t>
            </a:r>
            <a:r>
              <a:rPr sz="2400" dirty="0">
                <a:latin typeface="Arial"/>
                <a:cs typeface="Arial"/>
              </a:rPr>
              <a:t>Offers</a:t>
            </a:r>
            <a:r>
              <a:rPr sz="2400" spc="-9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9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derivative</a:t>
            </a:r>
            <a:r>
              <a:rPr sz="2400" spc="-9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version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9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Apache</a:t>
            </a:r>
            <a:r>
              <a:rPr sz="2400" spc="-9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Hadoop</a:t>
            </a:r>
            <a:r>
              <a:rPr sz="2400" spc="-9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IBM</a:t>
            </a:r>
            <a:r>
              <a:rPr sz="2400" spc="-9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supports</a:t>
            </a:r>
            <a:r>
              <a:rPr sz="2400" spc="-9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</a:t>
            </a:r>
            <a:r>
              <a:rPr sz="2400" spc="-9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IBM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8" dirty="0">
                <a:latin typeface="Arial"/>
                <a:cs typeface="Arial"/>
              </a:rPr>
              <a:t>JVMs </a:t>
            </a:r>
            <a:r>
              <a:rPr sz="2400" dirty="0">
                <a:latin typeface="Arial"/>
                <a:cs typeface="Arial"/>
              </a:rPr>
              <a:t>on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 number of </a:t>
            </a:r>
            <a:r>
              <a:rPr sz="2400" spc="-9" dirty="0">
                <a:latin typeface="Arial"/>
                <a:cs typeface="Arial"/>
              </a:rPr>
              <a:t>platforms</a:t>
            </a:r>
            <a:endParaRPr sz="2400" dirty="0">
              <a:latin typeface="Arial"/>
              <a:cs typeface="Arial"/>
            </a:endParaRPr>
          </a:p>
          <a:p>
            <a:pPr marL="96246">
              <a:spcBef>
                <a:spcPts val="594"/>
              </a:spcBef>
            </a:pPr>
            <a:r>
              <a:rPr sz="2400" spc="-9" dirty="0">
                <a:latin typeface="Arial"/>
                <a:cs typeface="Arial"/>
              </a:rPr>
              <a:t>Microsoft</a:t>
            </a:r>
            <a:endParaRPr sz="2400" dirty="0">
              <a:latin typeface="Arial"/>
              <a:cs typeface="Arial"/>
            </a:endParaRPr>
          </a:p>
          <a:p>
            <a:pPr marL="96246" marR="3463719" indent="-85296">
              <a:lnSpc>
                <a:spcPts val="2596"/>
              </a:lnSpc>
              <a:spcBef>
                <a:spcPts val="168"/>
              </a:spcBef>
              <a:buClr>
                <a:srgbClr val="008CBA"/>
              </a:buClr>
              <a:buSzPct val="125000"/>
              <a:buFont typeface="Lucida Grande"/>
              <a:buChar char="-"/>
              <a:tabLst>
                <a:tab pos="96246" algn="l"/>
                <a:tab pos="292197" algn="l"/>
              </a:tabLst>
            </a:pPr>
            <a:r>
              <a:rPr sz="2400" dirty="0">
                <a:latin typeface="Arial"/>
                <a:cs typeface="Arial"/>
              </a:rPr>
              <a:t>	Hadoop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Azure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&amp;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Hadoop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9" dirty="0">
                <a:latin typeface="Arial"/>
                <a:cs typeface="Arial"/>
              </a:rPr>
              <a:t>Premise </a:t>
            </a:r>
            <a:r>
              <a:rPr sz="2400" dirty="0">
                <a:latin typeface="Arial"/>
                <a:cs typeface="Arial"/>
              </a:rPr>
              <a:t>Apache</a:t>
            </a:r>
            <a:r>
              <a:rPr sz="2400" spc="-23" dirty="0">
                <a:latin typeface="Arial"/>
                <a:cs typeface="Arial"/>
              </a:rPr>
              <a:t> </a:t>
            </a:r>
            <a:r>
              <a:rPr sz="2400" spc="-9" dirty="0">
                <a:latin typeface="Arial"/>
                <a:cs typeface="Arial"/>
              </a:rPr>
              <a:t>Hadoop</a:t>
            </a:r>
            <a:endParaRPr sz="2400" dirty="0">
              <a:latin typeface="Arial"/>
              <a:cs typeface="Arial"/>
            </a:endParaRPr>
          </a:p>
          <a:p>
            <a:pPr marL="292197" indent="-280671">
              <a:spcBef>
                <a:spcPts val="18"/>
              </a:spcBef>
              <a:buClr>
                <a:srgbClr val="008CBA"/>
              </a:buClr>
              <a:buSzPct val="125000"/>
              <a:buFont typeface="Lucida Grande"/>
              <a:buChar char="-"/>
              <a:tabLst>
                <a:tab pos="292197" algn="l"/>
              </a:tabLst>
            </a:pPr>
            <a:r>
              <a:rPr sz="2400" dirty="0">
                <a:latin typeface="Arial"/>
                <a:cs typeface="Arial"/>
              </a:rPr>
              <a:t>Distribution</a:t>
            </a:r>
            <a:r>
              <a:rPr sz="2400" spc="-2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2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individual</a:t>
            </a:r>
            <a:r>
              <a:rPr sz="2400" spc="-2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components</a:t>
            </a:r>
            <a:r>
              <a:rPr sz="2400" spc="-23" dirty="0">
                <a:latin typeface="Arial"/>
                <a:cs typeface="Arial"/>
              </a:rPr>
              <a:t> </a:t>
            </a:r>
            <a:r>
              <a:rPr sz="2400" spc="-18" dirty="0">
                <a:latin typeface="Arial"/>
                <a:cs typeface="Arial"/>
              </a:rPr>
              <a:t>only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04253" y="1093926"/>
            <a:ext cx="8511348" cy="5175558"/>
            <a:chOff x="2136317" y="1205344"/>
            <a:chExt cx="7394575" cy="415162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75132" y="1205344"/>
              <a:ext cx="2955590" cy="258970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36317" y="2376920"/>
              <a:ext cx="6616693" cy="2979736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004252" y="588516"/>
            <a:ext cx="9543570" cy="688747"/>
          </a:xfrm>
          <a:prstGeom prst="rect">
            <a:avLst/>
          </a:prstGeom>
        </p:spPr>
        <p:txBody>
          <a:bodyPr vert="horz" wrap="square" lIns="0" tIns="11526" rIns="0" bIns="0" rtlCol="0" anchor="ctr">
            <a:spAutoFit/>
          </a:bodyPr>
          <a:lstStyle/>
          <a:p>
            <a:pPr marL="11527">
              <a:lnSpc>
                <a:spcPct val="100000"/>
              </a:lnSpc>
              <a:spcBef>
                <a:spcPts val="91"/>
              </a:spcBef>
              <a:tabLst>
                <a:tab pos="474893" algn="l"/>
                <a:tab pos="8297365" algn="l"/>
              </a:tabLst>
            </a:pPr>
            <a:r>
              <a:rPr u="none" dirty="0"/>
              <a:t>	</a:t>
            </a:r>
            <a:r>
              <a:rPr spc="-18" dirty="0"/>
              <a:t>HDFS</a:t>
            </a:r>
            <a:r>
              <a:rPr u="none" dirty="0"/>
              <a:t>	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34676" y="1175881"/>
            <a:ext cx="8309130" cy="534859"/>
          </a:xfrm>
          <a:prstGeom prst="rect">
            <a:avLst/>
          </a:prstGeom>
        </p:spPr>
        <p:txBody>
          <a:bodyPr vert="horz" wrap="square" lIns="0" tIns="11526" rIns="0" bIns="0" rtlCol="0" anchor="ctr">
            <a:spAutoFit/>
          </a:bodyPr>
          <a:lstStyle/>
          <a:p>
            <a:pPr marL="11527">
              <a:lnSpc>
                <a:spcPct val="100000"/>
              </a:lnSpc>
              <a:spcBef>
                <a:spcPts val="91"/>
              </a:spcBef>
              <a:tabLst>
                <a:tab pos="474893" algn="l"/>
                <a:tab pos="8297365" algn="l"/>
              </a:tabLst>
            </a:pPr>
            <a:r>
              <a:rPr sz="3400" b="1" u="none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Access</a:t>
            </a:r>
            <a:r>
              <a:rPr sz="3400" b="1" spc="-5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400" b="1" u="none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sz="3400" b="1" spc="-18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HDFS</a:t>
            </a:r>
            <a:r>
              <a:rPr sz="3400" b="1" u="none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34676" y="2057400"/>
            <a:ext cx="9571524" cy="1903171"/>
          </a:xfrm>
          <a:prstGeom prst="rect">
            <a:avLst/>
          </a:prstGeom>
        </p:spPr>
        <p:txBody>
          <a:bodyPr vert="horz" wrap="square" lIns="0" tIns="86445" rIns="0" bIns="0" rtlCol="0">
            <a:spAutoFit/>
          </a:bodyPr>
          <a:lstStyle/>
          <a:p>
            <a:pPr marL="354427" indent="-342900">
              <a:spcBef>
                <a:spcPts val="681"/>
              </a:spcBef>
              <a:buFont typeface="Arial" panose="020B0604020202020204" pitchFamily="34" charset="0"/>
              <a:buChar char="•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2400" spc="-1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HDFS</a:t>
            </a:r>
            <a:r>
              <a:rPr sz="2400" spc="-1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java</a:t>
            </a:r>
            <a:r>
              <a:rPr sz="2400" spc="-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client</a:t>
            </a:r>
            <a:r>
              <a:rPr sz="2400" spc="-1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api’s</a:t>
            </a:r>
            <a:r>
              <a:rPr sz="2400" spc="-1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sz="2400" spc="-1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sz="2400" spc="-1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8" dirty="0">
                <a:latin typeface="Arial" panose="020B0604020202020204" pitchFamily="34" charset="0"/>
                <a:cs typeface="Arial" panose="020B0604020202020204" pitchFamily="34" charset="0"/>
              </a:rPr>
              <a:t>used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4427" marR="4611" indent="-342900">
              <a:lnSpc>
                <a:spcPts val="2632"/>
              </a:lnSpc>
              <a:spcBef>
                <a:spcPts val="123"/>
              </a:spcBef>
              <a:buFont typeface="Arial" panose="020B0604020202020204" pitchFamily="34" charset="0"/>
              <a:buChar char="•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Typically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2400" spc="-4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files</a:t>
            </a:r>
            <a:r>
              <a:rPr sz="2400" spc="-3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sz="2400" spc="-4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moved</a:t>
            </a:r>
            <a:r>
              <a:rPr sz="2400" spc="-32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sz="2400" spc="-3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local</a:t>
            </a:r>
            <a:r>
              <a:rPr sz="2400" spc="-3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filesystem</a:t>
            </a:r>
            <a:r>
              <a:rPr sz="2400" spc="-32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into</a:t>
            </a:r>
            <a:r>
              <a:rPr sz="2400" spc="-3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8" dirty="0">
                <a:latin typeface="Arial" panose="020B0604020202020204" pitchFamily="34" charset="0"/>
                <a:cs typeface="Arial" panose="020B0604020202020204" pitchFamily="34" charset="0"/>
              </a:rPr>
              <a:t>HDFS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Using</a:t>
            </a:r>
            <a:r>
              <a:rPr sz="2400" spc="-27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hadoop</a:t>
            </a:r>
            <a:r>
              <a:rPr sz="2400" spc="-27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fs</a:t>
            </a:r>
            <a:r>
              <a:rPr sz="2400" spc="-27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9" dirty="0">
                <a:latin typeface="Arial" panose="020B0604020202020204" pitchFamily="34" charset="0"/>
                <a:cs typeface="Arial" panose="020B0604020202020204" pitchFamily="34" charset="0"/>
              </a:rPr>
              <a:t>commands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4427" marR="2486847" indent="-342900">
              <a:lnSpc>
                <a:spcPts val="2541"/>
              </a:lnSpc>
              <a:spcBef>
                <a:spcPts val="73"/>
              </a:spcBef>
              <a:buFont typeface="Arial" panose="020B0604020202020204" pitchFamily="34" charset="0"/>
              <a:buChar char="•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Through</a:t>
            </a:r>
            <a:r>
              <a:rPr sz="2400" spc="-23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Hue</a:t>
            </a:r>
            <a:r>
              <a:rPr sz="2400" spc="-23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(Cloudera</a:t>
            </a:r>
            <a:r>
              <a:rPr sz="2400" spc="-23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8" dirty="0">
                <a:latin typeface="Arial" panose="020B0604020202020204" pitchFamily="34" charset="0"/>
                <a:cs typeface="Arial" panose="020B0604020202020204" pitchFamily="34" charset="0"/>
              </a:rPr>
              <a:t>SCM) Fuse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4427" indent="-342900">
              <a:spcBef>
                <a:spcPts val="490"/>
              </a:spcBef>
              <a:buFont typeface="Arial" panose="020B0604020202020204" pitchFamily="34" charset="0"/>
              <a:buChar char="•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HDFS </a:t>
            </a:r>
            <a:r>
              <a:rPr sz="2400" spc="-23" dirty="0">
                <a:latin typeface="Arial" panose="020B0604020202020204" pitchFamily="34" charset="0"/>
                <a:cs typeface="Arial" panose="020B0604020202020204" pitchFamily="34" charset="0"/>
              </a:rPr>
              <a:t>DAV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04252" y="588516"/>
            <a:ext cx="9543570" cy="688747"/>
          </a:xfrm>
          <a:prstGeom prst="rect">
            <a:avLst/>
          </a:prstGeom>
        </p:spPr>
        <p:txBody>
          <a:bodyPr vert="horz" wrap="square" lIns="0" tIns="11526" rIns="0" bIns="0" rtlCol="0" anchor="ctr">
            <a:spAutoFit/>
          </a:bodyPr>
          <a:lstStyle/>
          <a:p>
            <a:pPr marL="11527">
              <a:lnSpc>
                <a:spcPct val="100000"/>
              </a:lnSpc>
              <a:spcBef>
                <a:spcPts val="91"/>
              </a:spcBef>
              <a:tabLst>
                <a:tab pos="474893" algn="l"/>
                <a:tab pos="8297365" algn="l"/>
              </a:tabLst>
            </a:pPr>
            <a:r>
              <a:rPr b="1" u="none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b="1" u="none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b="1" u="none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adoop</a:t>
            </a:r>
            <a:r>
              <a:rPr b="1" spc="-23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u="none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fs</a:t>
            </a:r>
            <a:r>
              <a:rPr b="1" spc="-9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examples</a:t>
            </a:r>
            <a:r>
              <a:rPr b="1" u="none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9524" y="1871662"/>
            <a:ext cx="82106" cy="8210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4400" y="1736622"/>
            <a:ext cx="10515600" cy="4275356"/>
          </a:xfrm>
          <a:prstGeom prst="rect">
            <a:avLst/>
          </a:prstGeom>
        </p:spPr>
        <p:txBody>
          <a:bodyPr vert="horz" wrap="square" lIns="0" tIns="32848" rIns="0" bIns="0" rtlCol="0">
            <a:spAutoFit/>
          </a:bodyPr>
          <a:lstStyle/>
          <a:p>
            <a:pPr marL="96246">
              <a:spcBef>
                <a:spcPts val="258"/>
              </a:spcBef>
            </a:pPr>
            <a:r>
              <a:rPr sz="2400" dirty="0">
                <a:latin typeface="Arial"/>
                <a:cs typeface="Arial"/>
              </a:rPr>
              <a:t>Get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directory</a:t>
            </a:r>
            <a:r>
              <a:rPr sz="2400" spc="-2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listing</a:t>
            </a:r>
            <a:r>
              <a:rPr sz="2400" spc="-2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user</a:t>
            </a:r>
            <a:r>
              <a:rPr sz="2400" spc="-2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home</a:t>
            </a:r>
            <a:r>
              <a:rPr sz="2400" spc="-2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directory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23" dirty="0">
                <a:latin typeface="Arial"/>
                <a:cs typeface="Arial"/>
              </a:rPr>
              <a:t> </a:t>
            </a:r>
            <a:r>
              <a:rPr sz="2400" spc="-18" dirty="0">
                <a:latin typeface="Arial"/>
                <a:cs typeface="Arial"/>
              </a:rPr>
              <a:t>hdfs</a:t>
            </a:r>
            <a:endParaRPr sz="2400" dirty="0">
              <a:latin typeface="Arial"/>
              <a:cs typeface="Arial"/>
            </a:endParaRPr>
          </a:p>
          <a:p>
            <a:pPr marL="292197" indent="-280671">
              <a:spcBef>
                <a:spcPts val="208"/>
              </a:spcBef>
              <a:buClr>
                <a:srgbClr val="008CBA"/>
              </a:buClr>
              <a:buSzPct val="125000"/>
              <a:buFont typeface="Lucida Grande"/>
              <a:buChar char="-"/>
              <a:tabLst>
                <a:tab pos="292197" algn="l"/>
              </a:tabLst>
            </a:pPr>
            <a:r>
              <a:rPr sz="2400" dirty="0">
                <a:latin typeface="Arial"/>
                <a:cs typeface="Arial"/>
              </a:rPr>
              <a:t>hadoop</a:t>
            </a:r>
            <a:r>
              <a:rPr sz="2400" spc="3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fs</a:t>
            </a:r>
            <a:r>
              <a:rPr sz="2400" spc="3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-</a:t>
            </a:r>
            <a:r>
              <a:rPr sz="2400" spc="-23" dirty="0">
                <a:latin typeface="Arial"/>
                <a:cs typeface="Arial"/>
              </a:rPr>
              <a:t>ls</a:t>
            </a:r>
            <a:endParaRPr sz="2400" dirty="0">
              <a:latin typeface="Arial"/>
              <a:cs typeface="Arial"/>
            </a:endParaRPr>
          </a:p>
          <a:p>
            <a:pPr marL="96246">
              <a:spcBef>
                <a:spcPts val="508"/>
              </a:spcBef>
            </a:pPr>
            <a:r>
              <a:rPr sz="2400" dirty="0">
                <a:latin typeface="Arial"/>
                <a:cs typeface="Arial"/>
              </a:rPr>
              <a:t>Get</a:t>
            </a:r>
            <a:r>
              <a:rPr sz="2400" spc="-32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directory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listing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32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root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spc="-9" dirty="0">
                <a:latin typeface="Arial"/>
                <a:cs typeface="Arial"/>
              </a:rPr>
              <a:t>directory</a:t>
            </a:r>
            <a:endParaRPr sz="2400" dirty="0">
              <a:latin typeface="Arial"/>
              <a:cs typeface="Arial"/>
            </a:endParaRPr>
          </a:p>
          <a:p>
            <a:pPr marL="292197" indent="-280671">
              <a:spcBef>
                <a:spcPts val="286"/>
              </a:spcBef>
              <a:buClr>
                <a:srgbClr val="008CBA"/>
              </a:buClr>
              <a:buSzPct val="125000"/>
              <a:buFont typeface="Lucida Grande"/>
              <a:buChar char="-"/>
              <a:tabLst>
                <a:tab pos="292197" algn="l"/>
              </a:tabLst>
            </a:pPr>
            <a:r>
              <a:rPr sz="2400" dirty="0">
                <a:latin typeface="Arial"/>
                <a:cs typeface="Arial"/>
              </a:rPr>
              <a:t>hadoop</a:t>
            </a:r>
            <a:r>
              <a:rPr sz="2400" spc="394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fs</a:t>
            </a:r>
            <a:r>
              <a:rPr sz="2400" spc="399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-ls</a:t>
            </a:r>
            <a:r>
              <a:rPr sz="2400" spc="394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/</a:t>
            </a:r>
            <a:endParaRPr sz="2400" dirty="0">
              <a:latin typeface="Arial"/>
              <a:cs typeface="Arial"/>
            </a:endParaRPr>
          </a:p>
          <a:p>
            <a:pPr marL="96246">
              <a:spcBef>
                <a:spcPts val="513"/>
              </a:spcBef>
            </a:pPr>
            <a:r>
              <a:rPr sz="2400" dirty="0">
                <a:latin typeface="Arial"/>
                <a:cs typeface="Arial"/>
              </a:rPr>
              <a:t>Copy</a:t>
            </a:r>
            <a:r>
              <a:rPr sz="2400" spc="-18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14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local</a:t>
            </a:r>
            <a:r>
              <a:rPr sz="2400" spc="-18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file</a:t>
            </a:r>
            <a:r>
              <a:rPr sz="2400" spc="-14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14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hdfs</a:t>
            </a:r>
            <a:r>
              <a:rPr sz="2400" spc="-18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(user</a:t>
            </a:r>
            <a:r>
              <a:rPr sz="2400" spc="-14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home</a:t>
            </a:r>
            <a:r>
              <a:rPr sz="2400" spc="-18" dirty="0">
                <a:latin typeface="Arial"/>
                <a:cs typeface="Arial"/>
              </a:rPr>
              <a:t> </a:t>
            </a:r>
            <a:r>
              <a:rPr sz="2400" spc="-9" dirty="0">
                <a:latin typeface="Arial"/>
                <a:cs typeface="Arial"/>
              </a:rPr>
              <a:t>directory)</a:t>
            </a:r>
            <a:endParaRPr sz="2400" dirty="0">
              <a:latin typeface="Arial"/>
              <a:cs typeface="Arial"/>
            </a:endParaRPr>
          </a:p>
          <a:p>
            <a:pPr marL="96246" marR="774006" indent="-85296">
              <a:lnSpc>
                <a:spcPts val="2323"/>
              </a:lnSpc>
              <a:spcBef>
                <a:spcPts val="245"/>
              </a:spcBef>
              <a:buClr>
                <a:srgbClr val="008CBA"/>
              </a:buClr>
              <a:buSzPct val="125000"/>
              <a:buFont typeface="Lucida Grande"/>
              <a:buChar char="-"/>
              <a:tabLst>
                <a:tab pos="96246" algn="l"/>
                <a:tab pos="292197" algn="l"/>
              </a:tabLst>
            </a:pPr>
            <a:r>
              <a:rPr sz="2400" dirty="0">
                <a:latin typeface="Arial"/>
                <a:cs typeface="Arial"/>
              </a:rPr>
              <a:t>	hadoop</a:t>
            </a:r>
            <a:r>
              <a:rPr sz="2400" spc="37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fs</a:t>
            </a:r>
            <a:r>
              <a:rPr sz="2400" spc="377" dirty="0">
                <a:latin typeface="Arial"/>
                <a:cs typeface="Arial"/>
              </a:rPr>
              <a:t> </a:t>
            </a:r>
            <a:r>
              <a:rPr sz="2400" spc="-9" dirty="0">
                <a:latin typeface="Arial"/>
                <a:cs typeface="Arial"/>
              </a:rPr>
              <a:t>-</a:t>
            </a:r>
            <a:r>
              <a:rPr sz="2400" dirty="0">
                <a:latin typeface="Arial"/>
                <a:cs typeface="Arial"/>
              </a:rPr>
              <a:t>copyFromLocal</a:t>
            </a:r>
            <a:r>
              <a:rPr sz="2400" spc="37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foo.txt</a:t>
            </a:r>
            <a:r>
              <a:rPr sz="2400" spc="377" dirty="0">
                <a:latin typeface="Arial"/>
                <a:cs typeface="Arial"/>
              </a:rPr>
              <a:t> </a:t>
            </a:r>
            <a:r>
              <a:rPr sz="2400" spc="-9" dirty="0">
                <a:latin typeface="Arial"/>
                <a:cs typeface="Arial"/>
              </a:rPr>
              <a:t>foo.txt </a:t>
            </a:r>
            <a:r>
              <a:rPr sz="2400" dirty="0">
                <a:latin typeface="Arial"/>
                <a:cs typeface="Arial"/>
              </a:rPr>
              <a:t>Move</a:t>
            </a:r>
            <a:r>
              <a:rPr sz="2400" spc="-18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18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file</a:t>
            </a:r>
            <a:r>
              <a:rPr sz="2400" spc="-18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14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hdfs</a:t>
            </a:r>
            <a:r>
              <a:rPr sz="2400" spc="-18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18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local</a:t>
            </a:r>
            <a:r>
              <a:rPr sz="2400" spc="-18" dirty="0">
                <a:latin typeface="Arial"/>
                <a:cs typeface="Arial"/>
              </a:rPr>
              <a:t> disk</a:t>
            </a:r>
            <a:endParaRPr sz="2400" dirty="0">
              <a:latin typeface="Arial"/>
              <a:cs typeface="Arial"/>
            </a:endParaRPr>
          </a:p>
          <a:p>
            <a:pPr marL="96246" marR="4611" indent="-85296">
              <a:lnSpc>
                <a:spcPts val="2323"/>
              </a:lnSpc>
              <a:spcBef>
                <a:spcPts val="73"/>
              </a:spcBef>
              <a:buClr>
                <a:srgbClr val="008CBA"/>
              </a:buClr>
              <a:buSzPct val="125000"/>
              <a:buFont typeface="Lucida Grande"/>
              <a:buChar char="-"/>
              <a:tabLst>
                <a:tab pos="96246" algn="l"/>
                <a:tab pos="292197" algn="l"/>
                <a:tab pos="1307107" algn="l"/>
              </a:tabLst>
            </a:pPr>
            <a:r>
              <a:rPr sz="2400" dirty="0">
                <a:latin typeface="Arial"/>
                <a:cs typeface="Arial"/>
              </a:rPr>
              <a:t>	hadoop</a:t>
            </a:r>
            <a:r>
              <a:rPr sz="2400" spc="386" dirty="0">
                <a:latin typeface="Arial"/>
                <a:cs typeface="Arial"/>
              </a:rPr>
              <a:t> </a:t>
            </a:r>
            <a:r>
              <a:rPr sz="2400" spc="-23" dirty="0">
                <a:latin typeface="Arial"/>
                <a:cs typeface="Arial"/>
              </a:rPr>
              <a:t>fs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9" dirty="0">
                <a:latin typeface="Arial"/>
                <a:cs typeface="Arial"/>
              </a:rPr>
              <a:t>-</a:t>
            </a:r>
            <a:r>
              <a:rPr sz="2400" dirty="0">
                <a:latin typeface="Arial"/>
                <a:cs typeface="Arial"/>
              </a:rPr>
              <a:t>copyToLocal</a:t>
            </a:r>
            <a:r>
              <a:rPr sz="2400" spc="331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/user/geert/foo.txt</a:t>
            </a:r>
            <a:r>
              <a:rPr sz="2400" spc="331" dirty="0">
                <a:latin typeface="Arial"/>
                <a:cs typeface="Arial"/>
              </a:rPr>
              <a:t> </a:t>
            </a:r>
            <a:r>
              <a:rPr sz="2400" spc="-9" dirty="0">
                <a:latin typeface="Arial"/>
                <a:cs typeface="Arial"/>
              </a:rPr>
              <a:t>foo.txt </a:t>
            </a:r>
            <a:r>
              <a:rPr sz="2400" dirty="0">
                <a:latin typeface="Arial"/>
                <a:cs typeface="Arial"/>
              </a:rPr>
              <a:t>Display</a:t>
            </a:r>
            <a:r>
              <a:rPr sz="2400" spc="-2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18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contents</a:t>
            </a:r>
            <a:r>
              <a:rPr sz="2400" spc="-18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18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23" dirty="0">
                <a:latin typeface="Arial"/>
                <a:cs typeface="Arial"/>
              </a:rPr>
              <a:t> </a:t>
            </a:r>
            <a:r>
              <a:rPr sz="2400" spc="-18" dirty="0">
                <a:latin typeface="Arial"/>
                <a:cs typeface="Arial"/>
              </a:rPr>
              <a:t>file</a:t>
            </a:r>
            <a:endParaRPr sz="2400" dirty="0">
              <a:latin typeface="Arial"/>
              <a:cs typeface="Arial"/>
            </a:endParaRPr>
          </a:p>
          <a:p>
            <a:pPr marL="96246" marR="783227" indent="-85296">
              <a:lnSpc>
                <a:spcPts val="2414"/>
              </a:lnSpc>
              <a:buClr>
                <a:srgbClr val="008CBA"/>
              </a:buClr>
              <a:buSzPct val="125000"/>
              <a:buFont typeface="Lucida Grande"/>
              <a:buChar char="-"/>
              <a:tabLst>
                <a:tab pos="96246" algn="l"/>
                <a:tab pos="292197" algn="l"/>
              </a:tabLst>
            </a:pPr>
            <a:r>
              <a:rPr sz="2400" dirty="0">
                <a:latin typeface="Arial"/>
                <a:cs typeface="Arial"/>
              </a:rPr>
              <a:t>	hadoop</a:t>
            </a:r>
            <a:r>
              <a:rPr sz="2400" spc="3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fs</a:t>
            </a:r>
            <a:r>
              <a:rPr sz="2400" spc="390" dirty="0">
                <a:latin typeface="Arial"/>
                <a:cs typeface="Arial"/>
              </a:rPr>
              <a:t> </a:t>
            </a:r>
            <a:r>
              <a:rPr sz="2400" spc="-9" dirty="0">
                <a:latin typeface="Arial"/>
                <a:cs typeface="Arial"/>
              </a:rPr>
              <a:t>-</a:t>
            </a:r>
            <a:r>
              <a:rPr sz="2400" dirty="0">
                <a:latin typeface="Arial"/>
                <a:cs typeface="Arial"/>
              </a:rPr>
              <a:t>cat</a:t>
            </a:r>
            <a:r>
              <a:rPr sz="2400" spc="394" dirty="0">
                <a:latin typeface="Arial"/>
                <a:cs typeface="Arial"/>
              </a:rPr>
              <a:t> </a:t>
            </a:r>
            <a:r>
              <a:rPr sz="2400" spc="-9" dirty="0">
                <a:latin typeface="Arial"/>
                <a:cs typeface="Arial"/>
              </a:rPr>
              <a:t>/data/as400/customers.txt </a:t>
            </a:r>
            <a:r>
              <a:rPr sz="2400" dirty="0">
                <a:latin typeface="Arial"/>
                <a:cs typeface="Arial"/>
              </a:rPr>
              <a:t>Make</a:t>
            </a:r>
            <a:r>
              <a:rPr sz="2400" spc="-2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2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new</a:t>
            </a:r>
            <a:r>
              <a:rPr sz="2400" spc="-18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directory</a:t>
            </a:r>
            <a:r>
              <a:rPr sz="2400" spc="-2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(user</a:t>
            </a:r>
            <a:r>
              <a:rPr sz="2400" spc="-18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home</a:t>
            </a:r>
            <a:r>
              <a:rPr sz="2400" spc="-23" dirty="0">
                <a:latin typeface="Arial"/>
                <a:cs typeface="Arial"/>
              </a:rPr>
              <a:t> </a:t>
            </a:r>
            <a:r>
              <a:rPr sz="2400" spc="-9" dirty="0">
                <a:latin typeface="Arial"/>
                <a:cs typeface="Arial"/>
              </a:rPr>
              <a:t>directory)</a:t>
            </a:r>
            <a:endParaRPr sz="2400" dirty="0">
              <a:latin typeface="Arial"/>
              <a:cs typeface="Arial"/>
            </a:endParaRPr>
          </a:p>
          <a:p>
            <a:pPr marL="292197" indent="-280671">
              <a:spcBef>
                <a:spcPts val="5"/>
              </a:spcBef>
              <a:buClr>
                <a:srgbClr val="008CBA"/>
              </a:buClr>
              <a:buSzPct val="125000"/>
              <a:buFont typeface="Lucida Grande"/>
              <a:buChar char="-"/>
              <a:tabLst>
                <a:tab pos="292197" algn="l"/>
              </a:tabLst>
            </a:pPr>
            <a:r>
              <a:rPr sz="2400" dirty="0">
                <a:latin typeface="Arial"/>
                <a:cs typeface="Arial"/>
              </a:rPr>
              <a:t>hadoop</a:t>
            </a:r>
            <a:r>
              <a:rPr sz="2400" spc="386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fs</a:t>
            </a:r>
            <a:r>
              <a:rPr sz="2400" spc="386" dirty="0">
                <a:latin typeface="Arial"/>
                <a:cs typeface="Arial"/>
              </a:rPr>
              <a:t> </a:t>
            </a:r>
            <a:r>
              <a:rPr sz="2400" spc="-9" dirty="0">
                <a:latin typeface="Arial"/>
                <a:cs typeface="Arial"/>
              </a:rPr>
              <a:t>-</a:t>
            </a:r>
            <a:r>
              <a:rPr sz="2400" dirty="0">
                <a:latin typeface="Arial"/>
                <a:cs typeface="Arial"/>
              </a:rPr>
              <a:t>mkdir</a:t>
            </a:r>
            <a:r>
              <a:rPr sz="2400" spc="386" dirty="0">
                <a:latin typeface="Arial"/>
                <a:cs typeface="Arial"/>
              </a:rPr>
              <a:t> </a:t>
            </a:r>
            <a:r>
              <a:rPr sz="2400" spc="-9" dirty="0">
                <a:latin typeface="Arial"/>
                <a:cs typeface="Arial"/>
              </a:rPr>
              <a:t>output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04252" y="665460"/>
            <a:ext cx="9543570" cy="534859"/>
          </a:xfrm>
          <a:prstGeom prst="rect">
            <a:avLst/>
          </a:prstGeom>
        </p:spPr>
        <p:txBody>
          <a:bodyPr vert="horz" wrap="square" lIns="0" tIns="11526" rIns="0" bIns="0" rtlCol="0" anchor="ctr">
            <a:spAutoFit/>
          </a:bodyPr>
          <a:lstStyle/>
          <a:p>
            <a:pPr marL="11527">
              <a:lnSpc>
                <a:spcPct val="100000"/>
              </a:lnSpc>
              <a:spcBef>
                <a:spcPts val="91"/>
              </a:spcBef>
              <a:tabLst>
                <a:tab pos="474893" algn="l"/>
                <a:tab pos="8297365" algn="l"/>
              </a:tabLst>
            </a:pPr>
            <a:r>
              <a:rPr sz="3400" b="1" u="none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3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sz="3400" b="1" u="none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adoop</a:t>
            </a:r>
            <a:r>
              <a:rPr sz="3400" b="1" spc="-23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400" b="1" u="none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fs</a:t>
            </a:r>
            <a:r>
              <a:rPr sz="3400" b="1" spc="-9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examples</a:t>
            </a:r>
            <a:r>
              <a:rPr sz="3400" b="1" u="none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43001" y="1744921"/>
            <a:ext cx="7629218" cy="2827773"/>
          </a:xfrm>
          <a:prstGeom prst="rect">
            <a:avLst/>
          </a:prstGeom>
        </p:spPr>
        <p:txBody>
          <a:bodyPr vert="horz" wrap="square" lIns="0" tIns="24205" rIns="0" bIns="0" rtlCol="0">
            <a:spAutoFit/>
          </a:bodyPr>
          <a:lstStyle/>
          <a:p>
            <a:pPr marL="96246">
              <a:spcBef>
                <a:spcPts val="191"/>
              </a:spcBef>
            </a:pPr>
            <a:r>
              <a:rPr sz="2400" dirty="0">
                <a:latin typeface="Arial"/>
                <a:cs typeface="Arial"/>
              </a:rPr>
              <a:t>Remove</a:t>
            </a:r>
            <a:r>
              <a:rPr sz="2400" spc="-14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9" dirty="0">
                <a:latin typeface="Arial"/>
                <a:cs typeface="Arial"/>
              </a:rPr>
              <a:t> directory</a:t>
            </a:r>
            <a:endParaRPr sz="2400" dirty="0">
              <a:latin typeface="Arial"/>
              <a:cs typeface="Arial"/>
            </a:endParaRPr>
          </a:p>
          <a:p>
            <a:pPr marL="292197" indent="-280671">
              <a:spcBef>
                <a:spcPts val="127"/>
              </a:spcBef>
              <a:buClr>
                <a:srgbClr val="008CBA"/>
              </a:buClr>
              <a:buSzPct val="125000"/>
              <a:buFont typeface="Lucida Grande"/>
              <a:buChar char="-"/>
              <a:tabLst>
                <a:tab pos="292197" algn="l"/>
                <a:tab pos="1099630" algn="l"/>
                <a:tab pos="1376266" algn="l"/>
              </a:tabLst>
            </a:pPr>
            <a:r>
              <a:rPr sz="2400" spc="-9" dirty="0">
                <a:latin typeface="Arial"/>
                <a:cs typeface="Arial"/>
              </a:rPr>
              <a:t>hadoop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23" dirty="0">
                <a:latin typeface="Arial"/>
                <a:cs typeface="Arial"/>
              </a:rPr>
              <a:t>fs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9" dirty="0">
                <a:latin typeface="Arial"/>
                <a:cs typeface="Arial"/>
              </a:rPr>
              <a:t>-</a:t>
            </a:r>
            <a:r>
              <a:rPr sz="2400" dirty="0">
                <a:latin typeface="Arial"/>
                <a:cs typeface="Arial"/>
              </a:rPr>
              <a:t>rm</a:t>
            </a:r>
            <a:r>
              <a:rPr sz="2400" spc="-18" dirty="0">
                <a:latin typeface="Arial"/>
                <a:cs typeface="Arial"/>
              </a:rPr>
              <a:t> </a:t>
            </a:r>
            <a:r>
              <a:rPr sz="2400" spc="-9" dirty="0">
                <a:latin typeface="Arial"/>
                <a:cs typeface="Arial"/>
              </a:rPr>
              <a:t>/business/data</a:t>
            </a:r>
            <a:endParaRPr sz="2400" dirty="0">
              <a:latin typeface="Arial"/>
              <a:cs typeface="Arial"/>
            </a:endParaRPr>
          </a:p>
          <a:p>
            <a:pPr marL="96246">
              <a:spcBef>
                <a:spcPts val="558"/>
              </a:spcBef>
            </a:pPr>
            <a:r>
              <a:rPr sz="2400" dirty="0">
                <a:latin typeface="Arial"/>
                <a:cs typeface="Arial"/>
              </a:rPr>
              <a:t>Remove</a:t>
            </a:r>
            <a:r>
              <a:rPr sz="2400" spc="-9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directory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9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all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content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9" dirty="0">
                <a:latin typeface="Arial"/>
                <a:cs typeface="Arial"/>
              </a:rPr>
              <a:t>(recursive)</a:t>
            </a:r>
            <a:endParaRPr sz="2400" dirty="0">
              <a:latin typeface="Arial"/>
              <a:cs typeface="Arial"/>
            </a:endParaRPr>
          </a:p>
          <a:p>
            <a:pPr marL="292197" indent="-280671">
              <a:spcBef>
                <a:spcPts val="204"/>
              </a:spcBef>
              <a:buClr>
                <a:srgbClr val="008CBA"/>
              </a:buClr>
              <a:buSzPct val="125000"/>
              <a:buFont typeface="Lucida Grande"/>
              <a:buChar char="-"/>
              <a:tabLst>
                <a:tab pos="292197" algn="l"/>
                <a:tab pos="1099630" algn="l"/>
                <a:tab pos="1376266" algn="l"/>
                <a:tab pos="1871907" algn="l"/>
              </a:tabLst>
            </a:pPr>
            <a:r>
              <a:rPr sz="2400" spc="-9" dirty="0">
                <a:latin typeface="Arial"/>
                <a:cs typeface="Arial"/>
              </a:rPr>
              <a:t>hadoop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23" dirty="0">
                <a:latin typeface="Arial"/>
                <a:cs typeface="Arial"/>
              </a:rPr>
              <a:t>fs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9" dirty="0">
                <a:latin typeface="Arial"/>
                <a:cs typeface="Arial"/>
              </a:rPr>
              <a:t>-</a:t>
            </a:r>
            <a:r>
              <a:rPr sz="2400" spc="-23" dirty="0">
                <a:latin typeface="Arial"/>
                <a:cs typeface="Arial"/>
              </a:rPr>
              <a:t>rmr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9" dirty="0">
                <a:latin typeface="Arial"/>
                <a:cs typeface="Arial"/>
              </a:rPr>
              <a:t>/business/data</a:t>
            </a:r>
            <a:endParaRPr sz="2400" dirty="0">
              <a:latin typeface="Arial"/>
              <a:cs typeface="Arial"/>
            </a:endParaRPr>
          </a:p>
          <a:p>
            <a:pPr marL="96246">
              <a:spcBef>
                <a:spcPts val="558"/>
              </a:spcBef>
            </a:pPr>
            <a:r>
              <a:rPr sz="2400" dirty="0">
                <a:latin typeface="Arial"/>
                <a:cs typeface="Arial"/>
              </a:rPr>
              <a:t>More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information</a:t>
            </a:r>
            <a:r>
              <a:rPr sz="2400" spc="-18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about</a:t>
            </a:r>
            <a:r>
              <a:rPr sz="2400" spc="-18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hadoop</a:t>
            </a:r>
            <a:r>
              <a:rPr sz="2400" spc="-18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fs</a:t>
            </a:r>
            <a:r>
              <a:rPr sz="2400" spc="-18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command</a:t>
            </a:r>
            <a:r>
              <a:rPr sz="2400" spc="-18" dirty="0">
                <a:latin typeface="Arial"/>
                <a:cs typeface="Arial"/>
              </a:rPr>
              <a:t> </a:t>
            </a:r>
            <a:r>
              <a:rPr sz="2400" spc="-9" dirty="0">
                <a:latin typeface="Arial"/>
                <a:cs typeface="Arial"/>
              </a:rPr>
              <a:t>options</a:t>
            </a:r>
            <a:endParaRPr sz="2400" dirty="0">
              <a:latin typeface="Arial"/>
              <a:cs typeface="Arial"/>
            </a:endParaRPr>
          </a:p>
          <a:p>
            <a:pPr marL="292197" indent="-280671">
              <a:spcBef>
                <a:spcPts val="204"/>
              </a:spcBef>
              <a:buClr>
                <a:srgbClr val="008CBA"/>
              </a:buClr>
              <a:buSzPct val="125000"/>
              <a:buFont typeface="Lucida Grande"/>
              <a:buChar char="-"/>
              <a:tabLst>
                <a:tab pos="292197" algn="l"/>
              </a:tabLst>
            </a:pPr>
            <a:r>
              <a:rPr sz="2400" u="sng" spc="-9" dirty="0">
                <a:solidFill>
                  <a:srgbClr val="009999"/>
                </a:solidFill>
                <a:uFill>
                  <a:solidFill>
                    <a:srgbClr val="00A8A9"/>
                  </a:solidFill>
                </a:uFill>
                <a:latin typeface="Arial"/>
                <a:cs typeface="Arial"/>
                <a:hlinkClick r:id="rId2"/>
              </a:rPr>
              <a:t>http://hadoop.apache.org/common/docs/r0.20.2/hdfs_shell.html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768931" y="2767105"/>
            <a:ext cx="2293164" cy="3071907"/>
          </a:xfrm>
          <a:prstGeom prst="rect">
            <a:avLst/>
          </a:prstGeom>
        </p:spPr>
        <p:txBody>
          <a:bodyPr vert="horz" lIns="82988" tIns="41494" rIns="82988" bIns="41494" rtlCol="0" anchor="t">
            <a:normAutofit/>
          </a:bodyPr>
          <a:lstStyle/>
          <a:p>
            <a:pPr marL="11527">
              <a:tabLst>
                <a:tab pos="474893" algn="l"/>
                <a:tab pos="8297365" algn="l"/>
              </a:tabLst>
            </a:pPr>
            <a:r>
              <a:rPr lang="en-US" sz="3540">
                <a:solidFill>
                  <a:srgbClr val="FFFFFF"/>
                </a:solidFill>
              </a:rPr>
              <a:t>	hadoop</a:t>
            </a:r>
            <a:r>
              <a:rPr lang="en-US" sz="3540" spc="-23">
                <a:solidFill>
                  <a:srgbClr val="FFFFFF"/>
                </a:solidFill>
              </a:rPr>
              <a:t> </a:t>
            </a:r>
            <a:r>
              <a:rPr lang="en-US" sz="3540">
                <a:solidFill>
                  <a:srgbClr val="FFFFFF"/>
                </a:solidFill>
              </a:rPr>
              <a:t>fs</a:t>
            </a:r>
            <a:r>
              <a:rPr lang="en-US" sz="3540" spc="-9">
                <a:solidFill>
                  <a:srgbClr val="FFFFFF"/>
                </a:solidFill>
              </a:rPr>
              <a:t> examples</a:t>
            </a:r>
            <a:r>
              <a:rPr lang="en-US" sz="3540">
                <a:solidFill>
                  <a:srgbClr val="FFFFFF"/>
                </a:solidFill>
              </a:rPr>
              <a:t>	</a:t>
            </a: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00" y="525576"/>
            <a:ext cx="9534990" cy="5646624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60075" y="5482132"/>
            <a:ext cx="113532" cy="125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817" spc="-23" dirty="0">
                <a:solidFill>
                  <a:srgbClr val="008CBA"/>
                </a:solidFill>
                <a:latin typeface="Tahoma"/>
                <a:cs typeface="Tahoma"/>
              </a:rPr>
              <a:t>32</a:t>
            </a:r>
            <a:endParaRPr sz="817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66800" y="1772524"/>
            <a:ext cx="8983661" cy="4496960"/>
            <a:chOff x="1318755" y="1953058"/>
            <a:chExt cx="8385175" cy="43262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8755" y="1953058"/>
              <a:ext cx="5465757" cy="276224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25380" y="3157970"/>
              <a:ext cx="6178544" cy="3121023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2004252" y="588516"/>
            <a:ext cx="9543570" cy="688747"/>
          </a:xfrm>
          <a:prstGeom prst="rect">
            <a:avLst/>
          </a:prstGeom>
        </p:spPr>
        <p:txBody>
          <a:bodyPr vert="horz" wrap="square" lIns="0" tIns="11526" rIns="0" bIns="0" rtlCol="0" anchor="ctr">
            <a:spAutoFit/>
          </a:bodyPr>
          <a:lstStyle/>
          <a:p>
            <a:pPr marL="11527">
              <a:lnSpc>
                <a:spcPct val="100000"/>
              </a:lnSpc>
              <a:spcBef>
                <a:spcPts val="91"/>
              </a:spcBef>
              <a:tabLst>
                <a:tab pos="474893" algn="l"/>
                <a:tab pos="8297365" algn="l"/>
              </a:tabLst>
            </a:pPr>
            <a:r>
              <a:rPr u="none" dirty="0"/>
              <a:t>	Hadoop</a:t>
            </a:r>
            <a:r>
              <a:rPr spc="-27" dirty="0"/>
              <a:t> </a:t>
            </a:r>
            <a:r>
              <a:rPr u="none" dirty="0"/>
              <a:t>Namenode</a:t>
            </a:r>
            <a:r>
              <a:rPr spc="-27" dirty="0"/>
              <a:t> </a:t>
            </a:r>
            <a:r>
              <a:rPr spc="-9" dirty="0"/>
              <a:t>webpage</a:t>
            </a:r>
            <a:r>
              <a:rPr u="none" dirty="0"/>
              <a:t>	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19200" y="1748030"/>
            <a:ext cx="8733577" cy="4424169"/>
            <a:chOff x="1310817" y="1926070"/>
            <a:chExt cx="8285480" cy="397382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0817" y="1926070"/>
              <a:ext cx="6342057" cy="320674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88917" y="3005570"/>
              <a:ext cx="5707057" cy="2894011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004252" y="588516"/>
            <a:ext cx="9543570" cy="688747"/>
          </a:xfrm>
          <a:prstGeom prst="rect">
            <a:avLst/>
          </a:prstGeom>
        </p:spPr>
        <p:txBody>
          <a:bodyPr vert="horz" wrap="square" lIns="0" tIns="11526" rIns="0" bIns="0" rtlCol="0" anchor="ctr">
            <a:spAutoFit/>
          </a:bodyPr>
          <a:lstStyle/>
          <a:p>
            <a:pPr marL="11527">
              <a:lnSpc>
                <a:spcPct val="100000"/>
              </a:lnSpc>
              <a:spcBef>
                <a:spcPts val="91"/>
              </a:spcBef>
              <a:tabLst>
                <a:tab pos="474893" algn="l"/>
                <a:tab pos="8297365" algn="l"/>
              </a:tabLst>
            </a:pPr>
            <a:r>
              <a:rPr u="none" dirty="0"/>
              <a:t>	Hadoop</a:t>
            </a:r>
            <a:r>
              <a:rPr spc="-27" dirty="0"/>
              <a:t> </a:t>
            </a:r>
            <a:r>
              <a:rPr u="none" dirty="0"/>
              <a:t>Namenode</a:t>
            </a:r>
            <a:r>
              <a:rPr spc="-27" dirty="0"/>
              <a:t> </a:t>
            </a:r>
            <a:r>
              <a:rPr spc="-9" dirty="0"/>
              <a:t>webpage</a:t>
            </a:r>
            <a:r>
              <a:rPr u="none" dirty="0"/>
              <a:t>	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0600" y="1768200"/>
            <a:ext cx="9829800" cy="4327800"/>
            <a:chOff x="1352092" y="1948295"/>
            <a:chExt cx="8147050" cy="3530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2092" y="1948295"/>
              <a:ext cx="5484807" cy="277971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90617" y="2349934"/>
              <a:ext cx="4708519" cy="3128959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004252" y="588516"/>
            <a:ext cx="9543570" cy="688747"/>
          </a:xfrm>
          <a:prstGeom prst="rect">
            <a:avLst/>
          </a:prstGeom>
        </p:spPr>
        <p:txBody>
          <a:bodyPr vert="horz" wrap="square" lIns="0" tIns="11526" rIns="0" bIns="0" rtlCol="0" anchor="ctr">
            <a:spAutoFit/>
          </a:bodyPr>
          <a:lstStyle/>
          <a:p>
            <a:pPr marL="11527">
              <a:lnSpc>
                <a:spcPct val="100000"/>
              </a:lnSpc>
              <a:spcBef>
                <a:spcPts val="91"/>
              </a:spcBef>
              <a:tabLst>
                <a:tab pos="474893" algn="l"/>
                <a:tab pos="8297365" algn="l"/>
              </a:tabLst>
            </a:pPr>
            <a:r>
              <a:rPr u="none" dirty="0"/>
              <a:t>	Hadoop</a:t>
            </a:r>
            <a:r>
              <a:rPr spc="-27" dirty="0"/>
              <a:t> </a:t>
            </a:r>
            <a:r>
              <a:rPr u="none" dirty="0"/>
              <a:t>Namenode</a:t>
            </a:r>
            <a:r>
              <a:rPr spc="-27" dirty="0"/>
              <a:t> </a:t>
            </a:r>
            <a:r>
              <a:rPr spc="-9" dirty="0"/>
              <a:t>webpage</a:t>
            </a:r>
            <a:r>
              <a:rPr u="none" dirty="0"/>
              <a:t>	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34676" y="1098937"/>
            <a:ext cx="8309130" cy="688747"/>
          </a:xfrm>
          <a:prstGeom prst="rect">
            <a:avLst/>
          </a:prstGeom>
        </p:spPr>
        <p:txBody>
          <a:bodyPr vert="horz" wrap="square" lIns="0" tIns="11526" rIns="0" bIns="0" rtlCol="0" anchor="ctr">
            <a:spAutoFit/>
          </a:bodyPr>
          <a:lstStyle/>
          <a:p>
            <a:pPr marL="11527">
              <a:lnSpc>
                <a:spcPct val="100000"/>
              </a:lnSpc>
              <a:spcBef>
                <a:spcPts val="91"/>
              </a:spcBef>
              <a:tabLst>
                <a:tab pos="474893" algn="l"/>
                <a:tab pos="8297365" algn="l"/>
              </a:tabLst>
            </a:pPr>
            <a:r>
              <a:rPr u="none" dirty="0"/>
              <a:t>	</a:t>
            </a:r>
            <a:r>
              <a:rPr spc="-9" dirty="0"/>
              <a:t>MapReduce</a:t>
            </a:r>
            <a:r>
              <a:rPr u="none" dirty="0"/>
              <a:t>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3499" y="1857076"/>
            <a:ext cx="92371" cy="9237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3499" y="2181304"/>
            <a:ext cx="92371" cy="9237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3499" y="3161018"/>
            <a:ext cx="92371" cy="9237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3499" y="4140733"/>
            <a:ext cx="92371" cy="92370"/>
          </a:xfrm>
          <a:prstGeom prst="rect">
            <a:avLst/>
          </a:prstGeom>
        </p:spPr>
      </p:pic>
      <p:graphicFrame>
        <p:nvGraphicFramePr>
          <p:cNvPr id="10" name="object 4">
            <a:extLst>
              <a:ext uri="{FF2B5EF4-FFF2-40B4-BE49-F238E27FC236}">
                <a16:creationId xmlns:a16="http://schemas.microsoft.com/office/drawing/2014/main" id="{8AFB5D01-C815-2350-6B12-C1B499524B2E}"/>
              </a:ext>
            </a:extLst>
          </p:cNvPr>
          <p:cNvGraphicFramePr/>
          <p:nvPr/>
        </p:nvGraphicFramePr>
        <p:xfrm>
          <a:off x="2470352" y="1655190"/>
          <a:ext cx="7468150" cy="4401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68931" y="2767105"/>
            <a:ext cx="2293164" cy="3071907"/>
          </a:xfrm>
          <a:prstGeom prst="rect">
            <a:avLst/>
          </a:prstGeom>
        </p:spPr>
        <p:txBody>
          <a:bodyPr vert="horz" lIns="82988" tIns="41494" rIns="82988" bIns="41494" rtlCol="0" anchor="t">
            <a:normAutofit/>
          </a:bodyPr>
          <a:lstStyle/>
          <a:p>
            <a:pPr marL="11527">
              <a:tabLst>
                <a:tab pos="474893" algn="l"/>
                <a:tab pos="8297365" algn="l"/>
              </a:tabLst>
            </a:pPr>
            <a:r>
              <a:rPr lang="en-US" sz="3540">
                <a:solidFill>
                  <a:srgbClr val="FFFFFF"/>
                </a:solidFill>
              </a:rPr>
              <a:t>	</a:t>
            </a:r>
            <a:r>
              <a:rPr lang="en-US" sz="3540" spc="-9">
                <a:solidFill>
                  <a:srgbClr val="FFFFFF"/>
                </a:solidFill>
              </a:rPr>
              <a:t>MapReduce</a:t>
            </a:r>
            <a:r>
              <a:rPr lang="en-US" sz="3540">
                <a:solidFill>
                  <a:srgbClr val="FFFFFF"/>
                </a:solidFill>
              </a:rPr>
              <a:t>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400" y="838200"/>
            <a:ext cx="9283859" cy="5369255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68931" y="2767105"/>
            <a:ext cx="2293164" cy="3071907"/>
          </a:xfrm>
          <a:prstGeom prst="rect">
            <a:avLst/>
          </a:prstGeom>
        </p:spPr>
        <p:txBody>
          <a:bodyPr vert="horz" lIns="82988" tIns="41494" rIns="82988" bIns="41494" rtlCol="0" anchor="t">
            <a:normAutofit/>
          </a:bodyPr>
          <a:lstStyle/>
          <a:p>
            <a:pPr marL="11527">
              <a:tabLst>
                <a:tab pos="474893" algn="l"/>
                <a:tab pos="8297365" algn="l"/>
              </a:tabLst>
            </a:pPr>
            <a:r>
              <a:rPr lang="en-US" sz="3540">
                <a:solidFill>
                  <a:srgbClr val="FFFFFF"/>
                </a:solidFill>
              </a:rPr>
              <a:t>	</a:t>
            </a:r>
            <a:r>
              <a:rPr lang="en-US" sz="3540" spc="-9">
                <a:solidFill>
                  <a:srgbClr val="FFFFFF"/>
                </a:solidFill>
              </a:rPr>
              <a:t>MapReduce</a:t>
            </a:r>
            <a:r>
              <a:rPr lang="en-US" sz="3540">
                <a:solidFill>
                  <a:srgbClr val="FFFFFF"/>
                </a:solidFill>
              </a:rPr>
              <a:t>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228600"/>
            <a:ext cx="10045859" cy="53340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68931" y="2767105"/>
            <a:ext cx="2293164" cy="3071907"/>
          </a:xfrm>
          <a:prstGeom prst="rect">
            <a:avLst/>
          </a:prstGeom>
        </p:spPr>
        <p:txBody>
          <a:bodyPr vert="horz" lIns="82988" tIns="41494" rIns="82988" bIns="41494" rtlCol="0" anchor="t">
            <a:normAutofit/>
          </a:bodyPr>
          <a:lstStyle/>
          <a:p>
            <a:pPr marL="11527">
              <a:tabLst>
                <a:tab pos="474893" algn="l"/>
                <a:tab pos="8297365" algn="l"/>
              </a:tabLst>
            </a:pPr>
            <a:r>
              <a:rPr lang="en-US" sz="3540">
                <a:solidFill>
                  <a:srgbClr val="FFFFFF"/>
                </a:solidFill>
              </a:rPr>
              <a:t>	</a:t>
            </a:r>
            <a:r>
              <a:rPr lang="en-US" sz="3540" spc="-9">
                <a:solidFill>
                  <a:srgbClr val="FFFFFF"/>
                </a:solidFill>
              </a:rPr>
              <a:t>MapReduce</a:t>
            </a:r>
            <a:r>
              <a:rPr lang="en-US" sz="3540">
                <a:solidFill>
                  <a:srgbClr val="FFFFFF"/>
                </a:solidFill>
              </a:rPr>
              <a:t>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533400"/>
            <a:ext cx="9753600" cy="57912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68931" y="2767105"/>
            <a:ext cx="2293164" cy="3071907"/>
          </a:xfrm>
          <a:prstGeom prst="rect">
            <a:avLst/>
          </a:prstGeom>
        </p:spPr>
        <p:txBody>
          <a:bodyPr vert="horz" lIns="82988" tIns="41494" rIns="82988" bIns="41494" rtlCol="0" anchor="t">
            <a:normAutofit/>
          </a:bodyPr>
          <a:lstStyle/>
          <a:p>
            <a:pPr marL="11527">
              <a:tabLst>
                <a:tab pos="474893" algn="l"/>
                <a:tab pos="8297365" algn="l"/>
              </a:tabLst>
            </a:pPr>
            <a:r>
              <a:rPr lang="en-US" sz="3540">
                <a:solidFill>
                  <a:srgbClr val="FFFFFF"/>
                </a:solidFill>
              </a:rPr>
              <a:t>	</a:t>
            </a:r>
            <a:r>
              <a:rPr lang="en-US" sz="3540" spc="-9">
                <a:solidFill>
                  <a:srgbClr val="FFFFFF"/>
                </a:solidFill>
              </a:rPr>
              <a:t>MapReduce</a:t>
            </a:r>
            <a:r>
              <a:rPr lang="en-US" sz="3540">
                <a:solidFill>
                  <a:srgbClr val="FFFFFF"/>
                </a:solidFill>
              </a:rPr>
              <a:t>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800" y="304800"/>
            <a:ext cx="9131459" cy="5902656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68931" y="2767105"/>
            <a:ext cx="2293164" cy="3071907"/>
          </a:xfrm>
          <a:prstGeom prst="rect">
            <a:avLst/>
          </a:prstGeom>
        </p:spPr>
        <p:txBody>
          <a:bodyPr vert="horz" lIns="82988" tIns="41494" rIns="82988" bIns="41494" rtlCol="0" anchor="t">
            <a:normAutofit/>
          </a:bodyPr>
          <a:lstStyle/>
          <a:p>
            <a:pPr marL="11527">
              <a:tabLst>
                <a:tab pos="474893" algn="l"/>
                <a:tab pos="8297365" algn="l"/>
              </a:tabLst>
            </a:pPr>
            <a:r>
              <a:rPr lang="en-US" sz="3540">
                <a:solidFill>
                  <a:srgbClr val="FFFFFF"/>
                </a:solidFill>
              </a:rPr>
              <a:t>	Hadoop</a:t>
            </a:r>
            <a:r>
              <a:rPr lang="en-US" sz="3540" spc="-32">
                <a:solidFill>
                  <a:srgbClr val="FFFFFF"/>
                </a:solidFill>
              </a:rPr>
              <a:t> </a:t>
            </a:r>
            <a:r>
              <a:rPr lang="en-US" sz="3540" spc="-9">
                <a:solidFill>
                  <a:srgbClr val="FFFFFF"/>
                </a:solidFill>
              </a:rPr>
              <a:t>Architecture</a:t>
            </a:r>
            <a:r>
              <a:rPr lang="en-US" sz="3540">
                <a:solidFill>
                  <a:srgbClr val="FFFFFF"/>
                </a:solidFill>
              </a:rPr>
              <a:t>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1067295"/>
            <a:ext cx="9512459" cy="5409705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8895" y="1927413"/>
            <a:ext cx="148821" cy="14881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934676" y="1249832"/>
            <a:ext cx="8309130" cy="1168339"/>
          </a:xfrm>
          <a:prstGeom prst="rect">
            <a:avLst/>
          </a:prstGeom>
        </p:spPr>
        <p:txBody>
          <a:bodyPr vert="horz" wrap="square" lIns="0" tIns="54172" rIns="0" bIns="0" rtlCol="0" anchor="ctr">
            <a:spAutoFit/>
          </a:bodyPr>
          <a:lstStyle/>
          <a:p>
            <a:pPr marL="627619" marR="4611" indent="-616669">
              <a:lnSpc>
                <a:spcPct val="103800"/>
              </a:lnSpc>
              <a:spcBef>
                <a:spcPts val="427"/>
              </a:spcBef>
              <a:tabLst>
                <a:tab pos="474893" algn="l"/>
                <a:tab pos="8297365" algn="l"/>
              </a:tabLst>
            </a:pPr>
            <a:r>
              <a:rPr u="none" dirty="0"/>
              <a:t>	MapReduce</a:t>
            </a:r>
            <a:r>
              <a:rPr spc="-32" dirty="0"/>
              <a:t> </a:t>
            </a:r>
            <a:r>
              <a:rPr u="none" dirty="0"/>
              <a:t>In</a:t>
            </a:r>
            <a:r>
              <a:rPr spc="-18" dirty="0"/>
              <a:t> </a:t>
            </a:r>
            <a:r>
              <a:rPr spc="-9" dirty="0"/>
              <a:t>Action</a:t>
            </a:r>
            <a:r>
              <a:rPr u="none" dirty="0"/>
              <a:t>	 </a:t>
            </a:r>
            <a:r>
              <a:rPr sz="2632" dirty="0"/>
              <a:t>Calculate</a:t>
            </a:r>
            <a:r>
              <a:rPr sz="2632" spc="-41" dirty="0"/>
              <a:t> </a:t>
            </a:r>
            <a:r>
              <a:rPr sz="2632" dirty="0"/>
              <a:t>average</a:t>
            </a:r>
            <a:r>
              <a:rPr sz="2632" spc="-36" dirty="0"/>
              <a:t> </a:t>
            </a:r>
            <a:r>
              <a:rPr sz="2632" dirty="0"/>
              <a:t>word</a:t>
            </a:r>
            <a:r>
              <a:rPr sz="2632" spc="-41" dirty="0"/>
              <a:t> </a:t>
            </a:r>
            <a:r>
              <a:rPr sz="2632" dirty="0"/>
              <a:t>length</a:t>
            </a:r>
            <a:r>
              <a:rPr sz="2632" spc="-36" dirty="0"/>
              <a:t> </a:t>
            </a:r>
            <a:r>
              <a:rPr sz="2632" dirty="0"/>
              <a:t>per</a:t>
            </a:r>
            <a:r>
              <a:rPr sz="2632" spc="-36" dirty="0"/>
              <a:t> </a:t>
            </a:r>
            <a:r>
              <a:rPr sz="2632" dirty="0"/>
              <a:t>first</a:t>
            </a:r>
            <a:r>
              <a:rPr sz="2632" spc="-41" dirty="0"/>
              <a:t> </a:t>
            </a:r>
            <a:r>
              <a:rPr sz="2632" dirty="0"/>
              <a:t>letter</a:t>
            </a:r>
            <a:r>
              <a:rPr sz="2632" spc="-36" dirty="0"/>
              <a:t> </a:t>
            </a:r>
            <a:r>
              <a:rPr sz="2632" spc="-23" dirty="0"/>
              <a:t>of</a:t>
            </a:r>
            <a:r>
              <a:rPr sz="2632" spc="658" dirty="0"/>
              <a:t> </a:t>
            </a:r>
            <a:r>
              <a:rPr sz="2632" spc="-18" dirty="0"/>
              <a:t>word</a:t>
            </a:r>
            <a:endParaRPr sz="2632" dirty="0"/>
          </a:p>
        </p:txBody>
      </p:sp>
      <p:sp>
        <p:nvSpPr>
          <p:cNvPr id="4" name="object 4"/>
          <p:cNvSpPr txBox="1"/>
          <p:nvPr/>
        </p:nvSpPr>
        <p:spPr>
          <a:xfrm>
            <a:off x="2470351" y="2600672"/>
            <a:ext cx="5760144" cy="948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774" indent="-281247">
              <a:lnSpc>
                <a:spcPts val="2587"/>
              </a:lnSpc>
              <a:buClr>
                <a:srgbClr val="008CBA"/>
              </a:buClr>
              <a:buSzPct val="125000"/>
              <a:buFont typeface="Lucida Grande"/>
              <a:buChar char="-"/>
              <a:tabLst>
                <a:tab pos="292774" algn="l"/>
              </a:tabLst>
            </a:pPr>
            <a:r>
              <a:rPr sz="1997" spc="-9" dirty="0">
                <a:latin typeface="Arial"/>
                <a:cs typeface="Arial"/>
              </a:rPr>
              <a:t>AverageWordLength.java:</a:t>
            </a:r>
            <a:r>
              <a:rPr sz="1997" spc="-54" dirty="0">
                <a:latin typeface="Arial"/>
                <a:cs typeface="Arial"/>
              </a:rPr>
              <a:t> </a:t>
            </a:r>
            <a:r>
              <a:rPr sz="1997" dirty="0">
                <a:latin typeface="Arial"/>
                <a:cs typeface="Arial"/>
              </a:rPr>
              <a:t>launches</a:t>
            </a:r>
            <a:r>
              <a:rPr sz="1997" spc="-50" dirty="0">
                <a:latin typeface="Arial"/>
                <a:cs typeface="Arial"/>
              </a:rPr>
              <a:t> </a:t>
            </a:r>
            <a:r>
              <a:rPr sz="1997" spc="-23" dirty="0">
                <a:latin typeface="Arial"/>
                <a:cs typeface="Arial"/>
              </a:rPr>
              <a:t>job</a:t>
            </a:r>
            <a:endParaRPr sz="1997" dirty="0">
              <a:latin typeface="Arial"/>
              <a:cs typeface="Arial"/>
            </a:endParaRPr>
          </a:p>
          <a:p>
            <a:pPr marL="292774" indent="-281247">
              <a:buClr>
                <a:srgbClr val="008CBA"/>
              </a:buClr>
              <a:buSzPct val="125000"/>
              <a:buFont typeface="Lucida Grande"/>
              <a:buChar char="-"/>
              <a:tabLst>
                <a:tab pos="292774" algn="l"/>
              </a:tabLst>
            </a:pPr>
            <a:r>
              <a:rPr sz="1997" spc="-9" dirty="0">
                <a:latin typeface="Arial"/>
                <a:cs typeface="Arial"/>
              </a:rPr>
              <a:t>LetterMapper.java:</a:t>
            </a:r>
            <a:r>
              <a:rPr sz="1997" spc="-36" dirty="0">
                <a:latin typeface="Arial"/>
                <a:cs typeface="Arial"/>
              </a:rPr>
              <a:t> </a:t>
            </a:r>
            <a:r>
              <a:rPr sz="1997" dirty="0">
                <a:latin typeface="Arial"/>
                <a:cs typeface="Arial"/>
              </a:rPr>
              <a:t>mapper</a:t>
            </a:r>
            <a:r>
              <a:rPr sz="1997" spc="-32" dirty="0">
                <a:latin typeface="Arial"/>
                <a:cs typeface="Arial"/>
              </a:rPr>
              <a:t> </a:t>
            </a:r>
            <a:r>
              <a:rPr sz="1997" dirty="0">
                <a:latin typeface="Arial"/>
                <a:cs typeface="Arial"/>
              </a:rPr>
              <a:t>per</a:t>
            </a:r>
            <a:r>
              <a:rPr sz="1997" spc="-32" dirty="0">
                <a:latin typeface="Arial"/>
                <a:cs typeface="Arial"/>
              </a:rPr>
              <a:t> </a:t>
            </a:r>
            <a:r>
              <a:rPr sz="1997" dirty="0">
                <a:latin typeface="Arial"/>
                <a:cs typeface="Arial"/>
              </a:rPr>
              <a:t>first</a:t>
            </a:r>
            <a:r>
              <a:rPr sz="1997" spc="-36" dirty="0">
                <a:latin typeface="Arial"/>
                <a:cs typeface="Arial"/>
              </a:rPr>
              <a:t> </a:t>
            </a:r>
            <a:r>
              <a:rPr sz="1997" spc="-9" dirty="0">
                <a:latin typeface="Arial"/>
                <a:cs typeface="Arial"/>
              </a:rPr>
              <a:t>letter</a:t>
            </a:r>
            <a:endParaRPr sz="1997" dirty="0">
              <a:latin typeface="Arial"/>
              <a:cs typeface="Arial"/>
            </a:endParaRPr>
          </a:p>
          <a:p>
            <a:pPr marL="292774" indent="-281247">
              <a:buClr>
                <a:srgbClr val="008CBA"/>
              </a:buClr>
              <a:buSzPct val="125000"/>
              <a:buFont typeface="Lucida Grande"/>
              <a:buChar char="-"/>
              <a:tabLst>
                <a:tab pos="292774" algn="l"/>
              </a:tabLst>
            </a:pPr>
            <a:r>
              <a:rPr sz="1997" spc="-9" dirty="0">
                <a:latin typeface="Arial"/>
                <a:cs typeface="Arial"/>
              </a:rPr>
              <a:t>AverageReducer.java:</a:t>
            </a:r>
            <a:r>
              <a:rPr sz="1997" spc="-73" dirty="0">
                <a:latin typeface="Arial"/>
                <a:cs typeface="Arial"/>
              </a:rPr>
              <a:t> </a:t>
            </a:r>
            <a:r>
              <a:rPr sz="1997" dirty="0">
                <a:latin typeface="Arial"/>
                <a:cs typeface="Arial"/>
              </a:rPr>
              <a:t>calculates</a:t>
            </a:r>
            <a:r>
              <a:rPr sz="1997" spc="-68" dirty="0">
                <a:latin typeface="Arial"/>
                <a:cs typeface="Arial"/>
              </a:rPr>
              <a:t> </a:t>
            </a:r>
            <a:r>
              <a:rPr sz="1997" dirty="0">
                <a:latin typeface="Arial"/>
                <a:cs typeface="Arial"/>
              </a:rPr>
              <a:t>average</a:t>
            </a:r>
            <a:r>
              <a:rPr sz="1997" spc="-68" dirty="0">
                <a:latin typeface="Arial"/>
                <a:cs typeface="Arial"/>
              </a:rPr>
              <a:t> </a:t>
            </a:r>
            <a:r>
              <a:rPr sz="1997" spc="-9" dirty="0">
                <a:latin typeface="Arial"/>
                <a:cs typeface="Arial"/>
              </a:rPr>
              <a:t>length</a:t>
            </a:r>
            <a:endParaRPr sz="1997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768931" y="2767105"/>
            <a:ext cx="2293164" cy="3071907"/>
          </a:xfrm>
          <a:prstGeom prst="rect">
            <a:avLst/>
          </a:prstGeom>
        </p:spPr>
        <p:txBody>
          <a:bodyPr vert="horz" lIns="82988" tIns="41494" rIns="82988" bIns="41494" rtlCol="0" anchor="t">
            <a:normAutofit/>
          </a:bodyPr>
          <a:lstStyle/>
          <a:p>
            <a:pPr marL="11527">
              <a:tabLst>
                <a:tab pos="474893" algn="l"/>
                <a:tab pos="8297365" algn="l"/>
              </a:tabLst>
            </a:pPr>
            <a:r>
              <a:rPr lang="en-US" sz="3540">
                <a:solidFill>
                  <a:srgbClr val="FFFFFF"/>
                </a:solidFill>
              </a:rPr>
              <a:t>	</a:t>
            </a:r>
            <a:r>
              <a:rPr lang="en-US" sz="3540" spc="-9">
                <a:solidFill>
                  <a:srgbClr val="FFFFFF"/>
                </a:solidFill>
              </a:rPr>
              <a:t>AverageWordLength</a:t>
            </a:r>
            <a:r>
              <a:rPr lang="en-US" sz="3540">
                <a:solidFill>
                  <a:srgbClr val="FFFFFF"/>
                </a:solidFill>
              </a:rPr>
              <a:t>	</a:t>
            </a: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67060" y="467208"/>
            <a:ext cx="5272640" cy="592358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6245383" y="6025846"/>
            <a:ext cx="231775" cy="18161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kern="0"/>
            </a:defPPr>
            <a:lvl1pPr>
              <a:defRPr sz="900" b="0" i="0">
                <a:solidFill>
                  <a:srgbClr val="008CBA"/>
                </a:solidFill>
                <a:latin typeface="Tahoma"/>
                <a:cs typeface="Tahoma"/>
              </a:defRPr>
            </a:lvl1pPr>
          </a:lstStyle>
          <a:p>
            <a:pPr algn="r">
              <a:spcBef>
                <a:spcPts val="91"/>
              </a:spcBef>
            </a:pPr>
            <a:fld id="{81D60167-4931-47E6-BA6A-407CBD079E47}" type="slidenum">
              <a:rPr lang="en-US" spc="-25" smtClean="0"/>
              <a:pPr marL="53340">
                <a:spcBef>
                  <a:spcPts val="114"/>
                </a:spcBef>
              </a:pPr>
              <a:t>94</a:t>
            </a:fld>
            <a:endParaRPr lang="en-US" sz="998" spc="-23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04800" y="1122363"/>
            <a:ext cx="4521838" cy="3204134"/>
          </a:xfrm>
          <a:prstGeom prst="rect">
            <a:avLst/>
          </a:prstGeom>
        </p:spPr>
        <p:txBody>
          <a:bodyPr vert="horz" lIns="82988" tIns="41494" rIns="82988" bIns="41494" rtlCol="0" anchor="b">
            <a:normAutofit/>
          </a:bodyPr>
          <a:lstStyle/>
          <a:p>
            <a:pPr marL="11527">
              <a:tabLst>
                <a:tab pos="474893" algn="l"/>
                <a:tab pos="8297365" algn="l"/>
              </a:tabLst>
            </a:pPr>
            <a:r>
              <a:rPr lang="en-US" sz="4266" dirty="0"/>
              <a:t>	</a:t>
            </a:r>
            <a:r>
              <a:rPr lang="en-US" sz="4266" spc="-9" dirty="0" err="1"/>
              <a:t>LetterMapper</a:t>
            </a:r>
            <a:r>
              <a:rPr lang="en-US" sz="4266" dirty="0"/>
              <a:t>	</a:t>
            </a: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14800" y="597682"/>
            <a:ext cx="7225893" cy="5662636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57200" y="1066800"/>
            <a:ext cx="4826638" cy="3204134"/>
          </a:xfrm>
          <a:prstGeom prst="rect">
            <a:avLst/>
          </a:prstGeom>
        </p:spPr>
        <p:txBody>
          <a:bodyPr vert="horz" lIns="82988" tIns="41494" rIns="82988" bIns="41494" rtlCol="0" anchor="b">
            <a:normAutofit/>
          </a:bodyPr>
          <a:lstStyle/>
          <a:p>
            <a:pPr marL="11527">
              <a:tabLst>
                <a:tab pos="474893" algn="l"/>
                <a:tab pos="8297365" algn="l"/>
              </a:tabLst>
            </a:pPr>
            <a:r>
              <a:rPr lang="en-US" sz="4266" spc="-9" dirty="0" err="1"/>
              <a:t>AverageReducer</a:t>
            </a:r>
            <a:endParaRPr lang="en-US" sz="4266" dirty="0"/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1000" y="457200"/>
            <a:ext cx="7315200" cy="5867399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04252" y="588516"/>
            <a:ext cx="9543570" cy="688747"/>
          </a:xfrm>
          <a:prstGeom prst="rect">
            <a:avLst/>
          </a:prstGeom>
        </p:spPr>
        <p:txBody>
          <a:bodyPr vert="horz" wrap="square" lIns="0" tIns="11526" rIns="0" bIns="0" rtlCol="0" anchor="ctr">
            <a:spAutoFit/>
          </a:bodyPr>
          <a:lstStyle/>
          <a:p>
            <a:pPr marL="11527">
              <a:lnSpc>
                <a:spcPct val="100000"/>
              </a:lnSpc>
              <a:spcBef>
                <a:spcPts val="91"/>
              </a:spcBef>
              <a:tabLst>
                <a:tab pos="474893" algn="l"/>
                <a:tab pos="8297365" algn="l"/>
              </a:tabLst>
            </a:pPr>
            <a:r>
              <a:rPr u="none" dirty="0"/>
              <a:t>	JobTracker</a:t>
            </a:r>
            <a:r>
              <a:rPr spc="-14" dirty="0"/>
              <a:t> </a:t>
            </a:r>
            <a:r>
              <a:rPr spc="-18" dirty="0"/>
              <a:t>page</a:t>
            </a:r>
            <a:r>
              <a:rPr u="none" dirty="0"/>
              <a:t>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6077" y="1768200"/>
            <a:ext cx="7354363" cy="456536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6245383" y="6025846"/>
            <a:ext cx="231775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900" b="0" i="0">
                <a:solidFill>
                  <a:srgbClr val="008CBA"/>
                </a:solidFill>
                <a:latin typeface="Tahoma"/>
                <a:cs typeface="Tahoma"/>
              </a:defRPr>
            </a:lvl1pPr>
          </a:lstStyle>
          <a:p>
            <a:pPr marL="48411">
              <a:spcBef>
                <a:spcPts val="91"/>
              </a:spcBef>
            </a:pPr>
            <a:fld id="{81D60167-4931-47E6-BA6A-407CBD079E47}" type="slidenum">
              <a:rPr lang="en-US" spc="-25" smtClean="0"/>
              <a:pPr marL="53340">
                <a:spcBef>
                  <a:spcPts val="114"/>
                </a:spcBef>
              </a:pPr>
              <a:t>97</a:t>
            </a:fld>
            <a:endParaRPr spc="-23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2150" y="1413836"/>
            <a:ext cx="4959250" cy="325997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001000" y="2164346"/>
            <a:ext cx="5126207" cy="290946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>
              <a:spcBef>
                <a:spcPts val="91"/>
              </a:spcBef>
            </a:pPr>
            <a:r>
              <a:rPr sz="1815" dirty="0">
                <a:solidFill>
                  <a:srgbClr val="008CBA"/>
                </a:solidFill>
                <a:latin typeface="Tahoma"/>
                <a:cs typeface="Tahoma"/>
              </a:rPr>
              <a:t>The</a:t>
            </a:r>
            <a:r>
              <a:rPr sz="1815" spc="-9" dirty="0">
                <a:solidFill>
                  <a:srgbClr val="008CBA"/>
                </a:solidFill>
                <a:latin typeface="Tahoma"/>
                <a:cs typeface="Tahoma"/>
              </a:rPr>
              <a:t> </a:t>
            </a:r>
            <a:r>
              <a:rPr sz="1815" dirty="0">
                <a:solidFill>
                  <a:srgbClr val="008CBA"/>
                </a:solidFill>
                <a:latin typeface="Tahoma"/>
                <a:cs typeface="Tahoma"/>
              </a:rPr>
              <a:t>Hadoop</a:t>
            </a:r>
            <a:r>
              <a:rPr sz="1815" spc="-5" dirty="0">
                <a:solidFill>
                  <a:srgbClr val="008CBA"/>
                </a:solidFill>
                <a:latin typeface="Tahoma"/>
                <a:cs typeface="Tahoma"/>
              </a:rPr>
              <a:t> </a:t>
            </a:r>
            <a:r>
              <a:rPr sz="1815" spc="-9" dirty="0">
                <a:solidFill>
                  <a:srgbClr val="008CBA"/>
                </a:solidFill>
                <a:latin typeface="Tahoma"/>
                <a:cs typeface="Tahoma"/>
              </a:rPr>
              <a:t>Ecosystem</a:t>
            </a:r>
            <a:endParaRPr sz="1815" dirty="0">
              <a:latin typeface="Tahoma"/>
              <a:cs typeface="Tahom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004252" y="588516"/>
            <a:ext cx="9543570" cy="688747"/>
          </a:xfrm>
          <a:prstGeom prst="rect">
            <a:avLst/>
          </a:prstGeom>
        </p:spPr>
        <p:txBody>
          <a:bodyPr vert="horz" wrap="square" lIns="0" tIns="11526" rIns="0" bIns="0" rtlCol="0" anchor="ctr">
            <a:spAutoFit/>
          </a:bodyPr>
          <a:lstStyle/>
          <a:p>
            <a:pPr marL="11527">
              <a:lnSpc>
                <a:spcPct val="100000"/>
              </a:lnSpc>
              <a:spcBef>
                <a:spcPts val="91"/>
              </a:spcBef>
              <a:tabLst>
                <a:tab pos="474893" algn="l"/>
                <a:tab pos="8297365" algn="l"/>
              </a:tabLst>
            </a:pPr>
            <a:r>
              <a:rPr u="none" dirty="0"/>
              <a:t>	JobTracker</a:t>
            </a:r>
            <a:r>
              <a:rPr spc="-14" dirty="0"/>
              <a:t> </a:t>
            </a:r>
            <a:r>
              <a:rPr spc="-18" dirty="0"/>
              <a:t>page</a:t>
            </a:r>
            <a:r>
              <a:rPr u="none" dirty="0"/>
              <a:t>	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94619" y="4828583"/>
            <a:ext cx="6465105" cy="180318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6245383" y="6025846"/>
            <a:ext cx="231775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900" b="0" i="0">
                <a:solidFill>
                  <a:srgbClr val="008CBA"/>
                </a:solidFill>
                <a:latin typeface="Tahoma"/>
                <a:cs typeface="Tahoma"/>
              </a:defRPr>
            </a:lvl1pPr>
          </a:lstStyle>
          <a:p>
            <a:pPr marL="48411">
              <a:spcBef>
                <a:spcPts val="91"/>
              </a:spcBef>
            </a:pPr>
            <a:fld id="{81D60167-4931-47E6-BA6A-407CBD079E47}" type="slidenum">
              <a:rPr lang="en-US" spc="-25" smtClean="0"/>
              <a:pPr marL="53340">
                <a:spcBef>
                  <a:spcPts val="114"/>
                </a:spcBef>
              </a:pPr>
              <a:t>98</a:t>
            </a:fld>
            <a:endParaRPr spc="-23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BE067-2DB8-029D-3D0D-67F1022A1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9934" y="350196"/>
            <a:ext cx="3698975" cy="1624520"/>
          </a:xfrm>
        </p:spPr>
        <p:txBody>
          <a:bodyPr vert="horz" lIns="82988" tIns="41494" rIns="82988" bIns="41494" rtlCol="0" anchor="ctr">
            <a:normAutofit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</a:pPr>
            <a:r>
              <a:rPr lang="en-US" sz="3540"/>
              <a:t>YARN = Cluster Resource Manager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13BDBE-9859-7102-697E-5F73F50CB06E}"/>
              </a:ext>
            </a:extLst>
          </p:cNvPr>
          <p:cNvSpPr txBox="1"/>
          <p:nvPr/>
        </p:nvSpPr>
        <p:spPr>
          <a:xfrm>
            <a:off x="691010" y="1752600"/>
            <a:ext cx="4857899" cy="4603748"/>
          </a:xfrm>
          <a:prstGeom prst="rect">
            <a:avLst/>
          </a:prstGeom>
        </p:spPr>
        <p:txBody>
          <a:bodyPr vert="horz" lIns="82988" tIns="41494" rIns="82988" bIns="41494" rtlCol="0" anchor="ctr">
            <a:noAutofit/>
          </a:bodyPr>
          <a:lstStyle/>
          <a:p>
            <a:pPr indent="-207477">
              <a:lnSpc>
                <a:spcPct val="90000"/>
              </a:lnSpc>
              <a:spcBef>
                <a:spcPts val="545"/>
              </a:spcBef>
              <a:spcAft>
                <a:spcPts val="545"/>
              </a:spcAft>
              <a:buFont typeface="Arial" panose="020B0604020202020204" pitchFamily="34" charset="0"/>
              <a:buChar char="•"/>
            </a:pPr>
            <a:r>
              <a:rPr lang="en-US" dirty="0"/>
              <a:t>YARN stands for </a:t>
            </a:r>
            <a:r>
              <a:rPr lang="en-US" b="1" dirty="0"/>
              <a:t>Yet Another Resource Negotiator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is the </a:t>
            </a:r>
            <a:r>
              <a:rPr lang="en-US" b="1" dirty="0"/>
              <a:t>operating system</a:t>
            </a:r>
            <a:r>
              <a:rPr lang="en-US" dirty="0"/>
              <a:t> of a Hadoop cluster.</a:t>
            </a:r>
          </a:p>
          <a:p>
            <a:pPr indent="-207477">
              <a:lnSpc>
                <a:spcPct val="90000"/>
              </a:lnSpc>
              <a:spcBef>
                <a:spcPts val="545"/>
              </a:spcBef>
              <a:spcAft>
                <a:spcPts val="545"/>
              </a:spcAft>
              <a:buFont typeface="Arial" panose="020B0604020202020204" pitchFamily="34" charset="0"/>
              <a:buChar char="•"/>
            </a:pPr>
            <a:r>
              <a:rPr lang="en-US" b="1" dirty="0"/>
              <a:t>What YARN does:</a:t>
            </a:r>
          </a:p>
          <a:p>
            <a:pPr indent="-207477">
              <a:lnSpc>
                <a:spcPct val="90000"/>
              </a:lnSpc>
              <a:spcBef>
                <a:spcPts val="545"/>
              </a:spcBef>
              <a:spcAft>
                <a:spcPts val="545"/>
              </a:spcAft>
              <a:buFont typeface="Arial" panose="020B0604020202020204" pitchFamily="34" charset="0"/>
              <a:buChar char="•"/>
            </a:pPr>
            <a:r>
              <a:rPr lang="en-US" dirty="0"/>
              <a:t>Allocates CPU, memory, and containers to applications</a:t>
            </a:r>
          </a:p>
          <a:p>
            <a:pPr indent="-207477">
              <a:lnSpc>
                <a:spcPct val="90000"/>
              </a:lnSpc>
              <a:spcBef>
                <a:spcPts val="545"/>
              </a:spcBef>
              <a:spcAft>
                <a:spcPts val="545"/>
              </a:spcAft>
              <a:buFont typeface="Arial" panose="020B0604020202020204" pitchFamily="34" charset="0"/>
              <a:buChar char="•"/>
            </a:pPr>
            <a:r>
              <a:rPr lang="en-US" dirty="0"/>
              <a:t>Schedules and manages tasks in the cluster</a:t>
            </a:r>
          </a:p>
          <a:p>
            <a:pPr indent="-207477">
              <a:lnSpc>
                <a:spcPct val="90000"/>
              </a:lnSpc>
              <a:spcBef>
                <a:spcPts val="545"/>
              </a:spcBef>
              <a:spcAft>
                <a:spcPts val="545"/>
              </a:spcAft>
              <a:buFont typeface="Arial" panose="020B0604020202020204" pitchFamily="34" charset="0"/>
              <a:buChar char="•"/>
            </a:pPr>
            <a:r>
              <a:rPr lang="en-US" dirty="0"/>
              <a:t>Allows multiple processing engines to run on Hadoop (Spark, Hive, MapReduce, Tez, etc.)</a:t>
            </a:r>
          </a:p>
          <a:p>
            <a:pPr indent="-207477">
              <a:lnSpc>
                <a:spcPct val="90000"/>
              </a:lnSpc>
              <a:spcBef>
                <a:spcPts val="545"/>
              </a:spcBef>
              <a:spcAft>
                <a:spcPts val="545"/>
              </a:spcAft>
              <a:buFont typeface="Arial" panose="020B0604020202020204" pitchFamily="34" charset="0"/>
              <a:buChar char="•"/>
            </a:pPr>
            <a:r>
              <a:rPr lang="en-US" dirty="0"/>
              <a:t>Tracks failures, retries, and container usage</a:t>
            </a:r>
          </a:p>
          <a:p>
            <a:pPr indent="-207477">
              <a:lnSpc>
                <a:spcPct val="90000"/>
              </a:lnSpc>
              <a:spcBef>
                <a:spcPts val="545"/>
              </a:spcBef>
              <a:spcAft>
                <a:spcPts val="545"/>
              </a:spcAft>
              <a:buFont typeface="Arial" panose="020B0604020202020204" pitchFamily="34" charset="0"/>
              <a:buChar char="•"/>
            </a:pPr>
            <a:r>
              <a:rPr lang="en-US" b="1" dirty="0"/>
              <a:t>Think of YARN like:</a:t>
            </a:r>
          </a:p>
          <a:p>
            <a:pPr indent="-207477">
              <a:lnSpc>
                <a:spcPct val="90000"/>
              </a:lnSpc>
              <a:spcBef>
                <a:spcPts val="545"/>
              </a:spcBef>
              <a:spcAft>
                <a:spcPts val="545"/>
              </a:spcAft>
              <a:buFont typeface="Arial" panose="020B0604020202020204" pitchFamily="34" charset="0"/>
              <a:buChar char="•"/>
            </a:pPr>
            <a:r>
              <a:rPr lang="en-US" b="1" dirty="0"/>
              <a:t>Air Traffic Control</a:t>
            </a:r>
            <a:r>
              <a:rPr lang="en-US" dirty="0"/>
              <a:t> — it decides </a:t>
            </a:r>
            <a:r>
              <a:rPr lang="en-US" i="1" dirty="0"/>
              <a:t>which job gets resources</a:t>
            </a:r>
            <a:r>
              <a:rPr lang="en-US" dirty="0"/>
              <a:t>, </a:t>
            </a:r>
            <a:r>
              <a:rPr lang="en-US" i="1" dirty="0"/>
              <a:t>when</a:t>
            </a:r>
            <a:r>
              <a:rPr lang="en-US" dirty="0"/>
              <a:t>, and </a:t>
            </a:r>
            <a:r>
              <a:rPr lang="en-US" i="1" dirty="0"/>
              <a:t>where</a:t>
            </a:r>
            <a:r>
              <a:rPr lang="en-US" dirty="0"/>
              <a:t>.</a:t>
            </a:r>
          </a:p>
          <a:p>
            <a:pPr indent="-207477">
              <a:lnSpc>
                <a:spcPct val="90000"/>
              </a:lnSpc>
              <a:spcBef>
                <a:spcPts val="545"/>
              </a:spcBef>
              <a:spcAft>
                <a:spcPts val="545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 descr="Electronics protoboard">
            <a:extLst>
              <a:ext uri="{FF2B5EF4-FFF2-40B4-BE49-F238E27FC236}">
                <a16:creationId xmlns:a16="http://schemas.microsoft.com/office/drawing/2014/main" id="{CAB34F38-943F-E784-8DB7-8CD969D4F7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56" r="43360" b="-2"/>
          <a:stretch>
            <a:fillRect/>
          </a:stretch>
        </p:blipFill>
        <p:spPr>
          <a:xfrm>
            <a:off x="6096000" y="1"/>
            <a:ext cx="48579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29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38A86-A447-0D39-C996-E7A03BA44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9958E-8A11-2F1B-984E-6EAC95C4F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8343" y="548464"/>
            <a:ext cx="5411696" cy="1675623"/>
          </a:xfrm>
        </p:spPr>
        <p:txBody>
          <a:bodyPr vert="horz" lIns="82988" tIns="41494" rIns="82988" bIns="41494" rtlCol="0" anchor="b">
            <a:normAutofit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</a:pPr>
            <a:r>
              <a:rPr lang="en-US" sz="3540"/>
              <a:t>2. MapReduce = A Data Processing Model / Framework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D939-4BC0-E7E4-3D56-8F98E51666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309" r="35024" b="1"/>
          <a:stretch>
            <a:fillRect/>
          </a:stretch>
        </p:blipFill>
        <p:spPr>
          <a:xfrm>
            <a:off x="1243551" y="9"/>
            <a:ext cx="3340428" cy="6857991"/>
          </a:xfrm>
          <a:prstGeom prst="rect">
            <a:avLst/>
          </a:prstGeom>
          <a:effectLst/>
        </p:spPr>
      </p:pic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00300203-4591-C39E-CB49-D29DEF2763A3}"/>
              </a:ext>
            </a:extLst>
          </p:cNvPr>
          <p:cNvGraphicFramePr/>
          <p:nvPr/>
        </p:nvGraphicFramePr>
        <p:xfrm>
          <a:off x="4868343" y="2409829"/>
          <a:ext cx="5653660" cy="40620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9334594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A75DB-D3A0-5159-8CC3-BC326B27E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1B13FBC-3CB7-8022-608D-E87657A0345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5539" b="-2"/>
          <a:stretch>
            <a:fillRect/>
          </a:stretch>
        </p:blipFill>
        <p:spPr>
          <a:xfrm>
            <a:off x="1243551" y="355247"/>
            <a:ext cx="9704916" cy="68579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C6AAE3-E5AA-F226-EC62-E8632BF8E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0747" y="365124"/>
            <a:ext cx="8370506" cy="1325563"/>
          </a:xfrm>
        </p:spPr>
        <p:txBody>
          <a:bodyPr vert="horz" lIns="82988" tIns="41494" rIns="82988" bIns="41494" rtlCol="0" anchor="ctr">
            <a:normAutofit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</a:pPr>
            <a:r>
              <a:rPr lang="en-US" sz="3993"/>
              <a:t>How They Work Together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E020D67F-6552-D4EF-EB91-C9FCD3FA9FB3}"/>
              </a:ext>
            </a:extLst>
          </p:cNvPr>
          <p:cNvGraphicFramePr/>
          <p:nvPr/>
        </p:nvGraphicFramePr>
        <p:xfrm>
          <a:off x="1910747" y="1825625"/>
          <a:ext cx="8370506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6396243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55DF4-9491-6044-B2C5-769CB3AB5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4C410-92D6-1EE7-0406-59604455C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6056" y="174031"/>
            <a:ext cx="8099887" cy="1111843"/>
          </a:xfrm>
        </p:spPr>
        <p:txBody>
          <a:bodyPr vert="horz" lIns="82988" tIns="41494" rIns="82988" bIns="41494" rtlCol="0" anchor="ctr">
            <a:normAutofit/>
          </a:bodyPr>
          <a:lstStyle/>
          <a:p>
            <a:pPr algn="ctr" rtl="0">
              <a:lnSpc>
                <a:spcPct val="90000"/>
              </a:lnSpc>
              <a:spcBef>
                <a:spcPct val="0"/>
              </a:spcBef>
            </a:pPr>
            <a:r>
              <a:rPr lang="en-US" sz="3540"/>
              <a:t>Quick Summary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CDC08D-E8CF-49DB-78FD-E00AC8031B19}"/>
              </a:ext>
            </a:extLst>
          </p:cNvPr>
          <p:cNvSpPr txBox="1"/>
          <p:nvPr/>
        </p:nvSpPr>
        <p:spPr>
          <a:xfrm>
            <a:off x="2046056" y="1459907"/>
            <a:ext cx="8099887" cy="767904"/>
          </a:xfrm>
          <a:prstGeom prst="rect">
            <a:avLst/>
          </a:prstGeom>
        </p:spPr>
        <p:txBody>
          <a:bodyPr vert="horz" lIns="82988" tIns="41494" rIns="82988" bIns="41494" rtlCol="0" anchor="ctr">
            <a:normAutofit/>
          </a:bodyPr>
          <a:lstStyle/>
          <a:p>
            <a:pPr indent="-207477" algn="ctr">
              <a:lnSpc>
                <a:spcPct val="90000"/>
              </a:lnSpc>
              <a:spcAft>
                <a:spcPts val="545"/>
              </a:spcAft>
              <a:buFont typeface="Arial" panose="020B0604020202020204" pitchFamily="34" charset="0"/>
              <a:buChar char="•"/>
            </a:pPr>
            <a:r>
              <a:rPr lang="en-US" sz="1271" b="1"/>
              <a:t>Modern clusters mostly use:</a:t>
            </a:r>
          </a:p>
          <a:p>
            <a:pPr indent="-207477" algn="ctr">
              <a:lnSpc>
                <a:spcPct val="90000"/>
              </a:lnSpc>
              <a:spcAft>
                <a:spcPts val="545"/>
              </a:spcAft>
              <a:buFont typeface="Arial" panose="020B0604020202020204" pitchFamily="34" charset="0"/>
              <a:buChar char="•"/>
            </a:pPr>
            <a:r>
              <a:rPr lang="en-US" sz="1271" b="1"/>
              <a:t>Spark on YARN</a:t>
            </a:r>
            <a:r>
              <a:rPr lang="en-US" sz="1271"/>
              <a:t> (faster, in-memory)</a:t>
            </a:r>
          </a:p>
          <a:p>
            <a:pPr indent="-207477" algn="ctr">
              <a:lnSpc>
                <a:spcPct val="90000"/>
              </a:lnSpc>
              <a:spcAft>
                <a:spcPts val="545"/>
              </a:spcAft>
              <a:buFont typeface="Arial" panose="020B0604020202020204" pitchFamily="34" charset="0"/>
              <a:buChar char="•"/>
            </a:pPr>
            <a:r>
              <a:rPr lang="en-US" sz="1271"/>
              <a:t>But MapReduce still exists for legacy, reliability, and heavy batch workloads.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AD1CDED-A0D0-335C-54FC-B40CE555A01E}"/>
              </a:ext>
            </a:extLst>
          </p:cNvPr>
          <p:cNvGraphicFramePr>
            <a:graphicFrameLocks noGrp="1"/>
          </p:cNvGraphicFramePr>
          <p:nvPr/>
        </p:nvGraphicFramePr>
        <p:xfrm>
          <a:off x="1908322" y="2434376"/>
          <a:ext cx="8370504" cy="384093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46403">
                  <a:extLst>
                    <a:ext uri="{9D8B030D-6E8A-4147-A177-3AD203B41FA5}">
                      <a16:colId xmlns:a16="http://schemas.microsoft.com/office/drawing/2014/main" val="3431180644"/>
                    </a:ext>
                  </a:extLst>
                </a:gridCol>
                <a:gridCol w="1933088">
                  <a:extLst>
                    <a:ext uri="{9D8B030D-6E8A-4147-A177-3AD203B41FA5}">
                      <a16:colId xmlns:a16="http://schemas.microsoft.com/office/drawing/2014/main" val="2170515115"/>
                    </a:ext>
                  </a:extLst>
                </a:gridCol>
                <a:gridCol w="2162535">
                  <a:extLst>
                    <a:ext uri="{9D8B030D-6E8A-4147-A177-3AD203B41FA5}">
                      <a16:colId xmlns:a16="http://schemas.microsoft.com/office/drawing/2014/main" val="3855173628"/>
                    </a:ext>
                  </a:extLst>
                </a:gridCol>
                <a:gridCol w="2128478">
                  <a:extLst>
                    <a:ext uri="{9D8B030D-6E8A-4147-A177-3AD203B41FA5}">
                      <a16:colId xmlns:a16="http://schemas.microsoft.com/office/drawing/2014/main" val="685211113"/>
                    </a:ext>
                  </a:extLst>
                </a:gridCol>
              </a:tblGrid>
              <a:tr h="5231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Component</a:t>
                      </a:r>
                    </a:p>
                  </a:txBody>
                  <a:tcPr marL="103251" marR="103251" marT="51626" marB="516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What It Is</a:t>
                      </a:r>
                    </a:p>
                  </a:txBody>
                  <a:tcPr marL="103251" marR="103251" marT="51626" marB="516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What It Does</a:t>
                      </a:r>
                    </a:p>
                  </a:txBody>
                  <a:tcPr marL="103251" marR="103251" marT="51626" marB="516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Analogy</a:t>
                      </a:r>
                    </a:p>
                  </a:txBody>
                  <a:tcPr marL="103251" marR="103251" marT="51626" marB="51626" anchor="ctr"/>
                </a:tc>
                <a:extLst>
                  <a:ext uri="{0D108BD9-81ED-4DB2-BD59-A6C34878D82A}">
                    <a16:rowId xmlns:a16="http://schemas.microsoft.com/office/drawing/2014/main" val="479691648"/>
                  </a:ext>
                </a:extLst>
              </a:tr>
              <a:tr h="20374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YARN</a:t>
                      </a:r>
                      <a:endParaRPr lang="en-US" sz="2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3251" marR="103251" marT="51626" marB="516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Resource manager</a:t>
                      </a:r>
                    </a:p>
                  </a:txBody>
                  <a:tcPr marL="103251" marR="103251" marT="51626" marB="516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Assigns cluster resources, schedules jobs</a:t>
                      </a:r>
                    </a:p>
                  </a:txBody>
                  <a:tcPr marL="103251" marR="103251" marT="51626" marB="516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Air traffic controller</a:t>
                      </a:r>
                    </a:p>
                  </a:txBody>
                  <a:tcPr marL="103251" marR="103251" marT="51626" marB="51626" anchor="ctr"/>
                </a:tc>
                <a:extLst>
                  <a:ext uri="{0D108BD9-81ED-4DB2-BD59-A6C34878D82A}">
                    <a16:rowId xmlns:a16="http://schemas.microsoft.com/office/drawing/2014/main" val="1320683986"/>
                  </a:ext>
                </a:extLst>
              </a:tr>
              <a:tr h="12803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MapReduce</a:t>
                      </a:r>
                      <a:endParaRPr lang="en-US" sz="2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3251" marR="103251" marT="51626" marB="516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Processing model</a:t>
                      </a:r>
                    </a:p>
                  </a:txBody>
                  <a:tcPr marL="103251" marR="103251" marT="51626" marB="516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Executes map and reduce tasks</a:t>
                      </a:r>
                    </a:p>
                  </a:txBody>
                  <a:tcPr marL="103251" marR="103251" marT="51626" marB="516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airplane doing the work</a:t>
                      </a:r>
                    </a:p>
                  </a:txBody>
                  <a:tcPr marL="103251" marR="103251" marT="51626" marB="51626" anchor="ctr"/>
                </a:tc>
                <a:extLst>
                  <a:ext uri="{0D108BD9-81ED-4DB2-BD59-A6C34878D82A}">
                    <a16:rowId xmlns:a16="http://schemas.microsoft.com/office/drawing/2014/main" val="4162353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778870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DF2DD8-662F-2371-B501-E213610AF39F}"/>
              </a:ext>
            </a:extLst>
          </p:cNvPr>
          <p:cNvSpPr txBox="1"/>
          <p:nvPr/>
        </p:nvSpPr>
        <p:spPr>
          <a:xfrm>
            <a:off x="1747761" y="640081"/>
            <a:ext cx="5223616" cy="3849244"/>
          </a:xfrm>
          <a:prstGeom prst="rect">
            <a:avLst/>
          </a:prstGeom>
          <a:noFill/>
        </p:spPr>
        <p:txBody>
          <a:bodyPr vert="horz" lIns="82988" tIns="41494" rIns="82988" bIns="41494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545"/>
              </a:spcAft>
            </a:pPr>
            <a:r>
              <a:rPr lang="en-US" sz="5446" b="1">
                <a:latin typeface="+mj-lt"/>
                <a:ea typeface="+mj-ea"/>
                <a:cs typeface="+mj-cs"/>
              </a:rPr>
              <a:t>YARN + MapReduce Fit in This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5FB404-9BF5-85C0-27E5-444ADB1B4C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18" r="10967" b="-1"/>
          <a:stretch>
            <a:fillRect/>
          </a:stretch>
        </p:blipFill>
        <p:spPr>
          <a:xfrm>
            <a:off x="7255740" y="9"/>
            <a:ext cx="3690301" cy="685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14764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 + Development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Goal: Prepare modern big data development environment</a:t>
            </a:r>
          </a:p>
          <a:p>
            <a:pPr>
              <a:defRPr sz="20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Hands-on activities:</a:t>
            </a:r>
          </a:p>
          <a:p>
            <a:pPr lvl="1">
              <a:defRPr sz="18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Install Docker Desktop</a:t>
            </a:r>
          </a:p>
          <a:p>
            <a:pPr lvl="1">
              <a:defRPr sz="18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Run first containers</a:t>
            </a:r>
          </a:p>
          <a:p>
            <a:pPr lvl="1">
              <a:defRPr sz="18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Open VS Code project</a:t>
            </a:r>
          </a:p>
          <a:p>
            <a:pPr lvl="1">
              <a:defRPr sz="18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Connect GitHub repository</a:t>
            </a:r>
          </a:p>
          <a:p>
            <a:pPr>
              <a:defRPr sz="20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Industry tools:</a:t>
            </a:r>
          </a:p>
          <a:p>
            <a:pPr lvl="1">
              <a:defRPr sz="18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Docker Desktop</a:t>
            </a:r>
          </a:p>
          <a:p>
            <a:pPr lvl="1">
              <a:defRPr sz="18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VS Code</a:t>
            </a:r>
          </a:p>
          <a:p>
            <a:pPr lvl="1">
              <a:defRPr sz="18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Docker Matters in Data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Containers provide consistent environments</a:t>
            </a:r>
          </a:p>
          <a:p>
            <a:pPr>
              <a:defRPr sz="20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Eliminates 'works on my machine' problems</a:t>
            </a:r>
          </a:p>
          <a:p>
            <a:pPr>
              <a:defRPr sz="20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Used heavily in production pipelines</a:t>
            </a:r>
          </a:p>
          <a:p>
            <a:pPr>
              <a:defRPr sz="20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Supports:</a:t>
            </a:r>
          </a:p>
          <a:p>
            <a:pPr lvl="1">
              <a:defRPr sz="18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Spark</a:t>
            </a:r>
          </a:p>
          <a:p>
            <a:pPr lvl="1">
              <a:defRPr sz="18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Airflow</a:t>
            </a:r>
          </a:p>
          <a:p>
            <a:pPr lvl="1">
              <a:defRPr sz="18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Kafka</a:t>
            </a:r>
          </a:p>
          <a:p>
            <a:pPr lvl="1">
              <a:defRPr sz="18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</a:p>
          <a:p>
            <a:pPr>
              <a:defRPr sz="20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Foundation for modern cloud deployments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 Hands-On 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Step 1: Install Docker Desktop</a:t>
            </a:r>
          </a:p>
          <a:p>
            <a:pPr>
              <a:defRPr sz="20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Step 2: Verify Docker works</a:t>
            </a:r>
          </a:p>
          <a:p>
            <a:pPr lvl="1">
              <a:defRPr sz="18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docker --version</a:t>
            </a:r>
          </a:p>
          <a:p>
            <a:pPr>
              <a:defRPr sz="20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Step 3: Pull first container</a:t>
            </a:r>
          </a:p>
          <a:p>
            <a:pPr lvl="1">
              <a:defRPr sz="18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docker pull hello-world</a:t>
            </a:r>
          </a:p>
          <a:p>
            <a:pPr>
              <a:defRPr sz="20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Step 4: Run container</a:t>
            </a:r>
          </a:p>
          <a:p>
            <a:pPr lvl="1">
              <a:defRPr sz="18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docker run hello-world</a:t>
            </a:r>
          </a:p>
          <a:p>
            <a:pPr>
              <a:defRPr sz="20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Step 5: Open VS Code project folder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 + VS Code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Students learn professional development workflow</a:t>
            </a:r>
          </a:p>
          <a:p>
            <a:pPr>
              <a:defRPr sz="20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Clone repository from GitHub</a:t>
            </a:r>
          </a:p>
          <a:p>
            <a:pPr>
              <a:defRPr sz="20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Open project in VS Code</a:t>
            </a:r>
          </a:p>
          <a:p>
            <a:pPr>
              <a:defRPr sz="20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Track changes with Git</a:t>
            </a:r>
          </a:p>
          <a:p>
            <a:pPr>
              <a:defRPr sz="2000"/>
            </a:pP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20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Key commands:</a:t>
            </a:r>
          </a:p>
          <a:p>
            <a:pPr lvl="1">
              <a:defRPr sz="18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git clone &lt;repo&gt;</a:t>
            </a:r>
          </a:p>
          <a:p>
            <a:pPr lvl="1">
              <a:defRPr sz="18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git add .</a:t>
            </a:r>
          </a:p>
          <a:p>
            <a:pPr lvl="1">
              <a:defRPr sz="18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git commit -m 'initial setup'</a:t>
            </a:r>
          </a:p>
          <a:p>
            <a:pPr lvl="1">
              <a:defRPr sz="18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git push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Hadoop + HDFS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Goal: Understand distributed storage systems</a:t>
            </a:r>
          </a:p>
          <a:p>
            <a:pPr>
              <a:defRPr sz="20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Topics:</a:t>
            </a:r>
          </a:p>
          <a:p>
            <a:pPr lvl="1">
              <a:defRPr sz="18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Distributed storage</a:t>
            </a:r>
          </a:p>
          <a:p>
            <a:pPr lvl="1">
              <a:defRPr sz="18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Replication</a:t>
            </a:r>
          </a:p>
          <a:p>
            <a:pPr lvl="1">
              <a:defRPr sz="1800"/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Namenode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Datanode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defRPr sz="18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Why Hadoop mattered</a:t>
            </a:r>
          </a:p>
          <a:p>
            <a:pPr>
              <a:defRPr sz="20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Hands-on:</a:t>
            </a:r>
          </a:p>
          <a:p>
            <a:pPr lvl="1">
              <a:defRPr sz="18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Single-node Hadoop</a:t>
            </a:r>
          </a:p>
          <a:p>
            <a:pPr lvl="1">
              <a:defRPr sz="18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HDFS commands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HDFS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HDFS = Hadoop Distributed File System</a:t>
            </a:r>
          </a:p>
          <a:p>
            <a:pPr>
              <a:defRPr sz="20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Designed for large-scale storage</a:t>
            </a:r>
          </a:p>
          <a:p>
            <a:pPr>
              <a:defRPr sz="2000"/>
            </a:pP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20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Core components:</a:t>
            </a:r>
          </a:p>
          <a:p>
            <a:pPr lvl="1">
              <a:defRPr sz="1800"/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Namenode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→ metadata manager</a:t>
            </a:r>
          </a:p>
          <a:p>
            <a:pPr lvl="1">
              <a:defRPr sz="1800"/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Datanode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→ stores data blocks</a:t>
            </a:r>
          </a:p>
          <a:p>
            <a:pPr>
              <a:defRPr sz="2000"/>
            </a:pP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20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Files are split into blocks across many machines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Replication in Hadoop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Replication improves fault tolerance</a:t>
            </a:r>
          </a:p>
          <a:p>
            <a:pPr>
              <a:defRPr sz="20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Default replication factor = 3</a:t>
            </a:r>
          </a:p>
          <a:p>
            <a:pPr>
              <a:defRPr sz="2000"/>
            </a:pP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20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Benefits:</a:t>
            </a:r>
          </a:p>
          <a:p>
            <a:pPr lvl="1">
              <a:defRPr sz="18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Protects against hardware failure</a:t>
            </a:r>
          </a:p>
          <a:p>
            <a:pPr lvl="1">
              <a:defRPr sz="18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Supports high availability</a:t>
            </a:r>
          </a:p>
          <a:p>
            <a:pPr lvl="1">
              <a:defRPr sz="18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Improves reliability</a:t>
            </a:r>
          </a:p>
          <a:p>
            <a:pPr>
              <a:defRPr sz="2000"/>
            </a:pP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20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Critical idea behind distributed systems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Single-Node Hadoop 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Step 1: Start Hadoop container</a:t>
            </a:r>
          </a:p>
          <a:p>
            <a:pPr lvl="1">
              <a:defRPr sz="18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docker compose up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hadoop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20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Step 2: Open Hadoop shell</a:t>
            </a:r>
          </a:p>
          <a:p>
            <a:pPr lvl="1">
              <a:defRPr sz="18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docker exec -it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hadoop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bash</a:t>
            </a:r>
          </a:p>
          <a:p>
            <a:pPr>
              <a:defRPr sz="20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Step 3: Create HDFS directory</a:t>
            </a:r>
          </a:p>
          <a:p>
            <a:pPr lvl="1">
              <a:defRPr sz="1800"/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hdfs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dfs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-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mkdir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/data</a:t>
            </a:r>
          </a:p>
          <a:p>
            <a:pPr>
              <a:defRPr sz="20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Step 4: Upload CSV into HDFS</a:t>
            </a:r>
          </a:p>
          <a:p>
            <a:pPr lvl="1">
              <a:defRPr sz="1800"/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hdfs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dfs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-put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sample.csv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/data</a:t>
            </a:r>
          </a:p>
          <a:p>
            <a:pPr>
              <a:defRPr sz="20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Step 5: Verify uploaded files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HDFS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List files:</a:t>
            </a:r>
          </a:p>
          <a:p>
            <a:pPr lvl="1">
              <a:defRPr sz="1800"/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hdfs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dfs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-ls /data</a:t>
            </a:r>
          </a:p>
          <a:p>
            <a:pPr>
              <a:defRPr sz="20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Read files:</a:t>
            </a:r>
          </a:p>
          <a:p>
            <a:pPr lvl="1">
              <a:defRPr sz="1800"/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hdfs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dfs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-cat /data/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sample.csv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20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Remove files:</a:t>
            </a:r>
          </a:p>
          <a:p>
            <a:pPr lvl="1">
              <a:defRPr sz="1800"/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hdfs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dfs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-rm /data/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sample.csv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20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Copy from local machine:</a:t>
            </a:r>
          </a:p>
          <a:p>
            <a:pPr lvl="1">
              <a:defRPr sz="1800"/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hdfs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dfs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-put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file.csv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/data</a:t>
            </a:r>
          </a:p>
          <a:p>
            <a:pPr>
              <a:defRPr sz="20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Students practice distributed file management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Hadoop Still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Foundation of modern big data ecosystem</a:t>
            </a:r>
          </a:p>
          <a:p>
            <a:pPr>
              <a:defRPr sz="20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Introduced distributed storage concepts</a:t>
            </a:r>
          </a:p>
          <a:p>
            <a:pPr>
              <a:defRPr sz="20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Inspired Spark, Databricks, cloud data lakes</a:t>
            </a:r>
          </a:p>
          <a:p>
            <a:pPr>
              <a:defRPr sz="2000"/>
            </a:pP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20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Industry evolution:</a:t>
            </a:r>
          </a:p>
          <a:p>
            <a:pPr lvl="1">
              <a:defRPr sz="18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Hadoop → Spark → Cloud Data Lakes</a:t>
            </a:r>
          </a:p>
          <a:p>
            <a:pPr>
              <a:defRPr sz="2000"/>
            </a:pP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20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Students understand historical and architectural importance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02AF8-DB1E-B2D4-24E3-81840E0B9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lose-up of hopscotch on a sidewalk">
            <a:extLst>
              <a:ext uri="{FF2B5EF4-FFF2-40B4-BE49-F238E27FC236}">
                <a16:creationId xmlns:a16="http://schemas.microsoft.com/office/drawing/2014/main" id="{2ABF0EDE-8CD4-9CA4-B013-F54970B419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88" r="2051" b="-2"/>
          <a:stretch>
            <a:fillRect/>
          </a:stretch>
        </p:blipFill>
        <p:spPr>
          <a:xfrm>
            <a:off x="1243542" y="9"/>
            <a:ext cx="9704916" cy="68579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C779103-83AA-6AC2-74E7-4922E0F8E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0542" y="5317240"/>
            <a:ext cx="8923990" cy="744836"/>
          </a:xfrm>
        </p:spPr>
        <p:txBody>
          <a:bodyPr vert="horz" lIns="82988" tIns="41494" rIns="82988" bIns="41494" rtlCol="0" anchor="ctr">
            <a:normAutofit/>
          </a:bodyPr>
          <a:lstStyle/>
          <a:p>
            <a:pPr algn="ctr" rtl="0">
              <a:lnSpc>
                <a:spcPct val="90000"/>
              </a:lnSpc>
              <a:spcBef>
                <a:spcPct val="0"/>
              </a:spcBef>
            </a:pPr>
            <a:r>
              <a:rPr lang="en-US" sz="2269">
                <a:solidFill>
                  <a:schemeClr val="tx1">
                    <a:lumMod val="85000"/>
                    <a:lumOff val="15000"/>
                  </a:schemeClr>
                </a:solidFill>
              </a:rPr>
              <a:t>END</a:t>
            </a:r>
            <a:br>
              <a:rPr lang="en-US" sz="2269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en-US" sz="2269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B5FCBA-2000-C960-825A-C231EFC91E03}"/>
              </a:ext>
            </a:extLst>
          </p:cNvPr>
          <p:cNvSpPr txBox="1"/>
          <p:nvPr/>
        </p:nvSpPr>
        <p:spPr>
          <a:xfrm>
            <a:off x="3962400" y="2743200"/>
            <a:ext cx="3276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437226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628</TotalTime>
  <Words>5757</Words>
  <Application>Microsoft Macintosh PowerPoint</Application>
  <PresentationFormat>Widescreen</PresentationFormat>
  <Paragraphs>810</Paragraphs>
  <Slides>114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114</vt:i4>
      </vt:variant>
    </vt:vector>
  </HeadingPairs>
  <TitlesOfParts>
    <vt:vector size="124" baseType="lpstr">
      <vt:lpstr>Aptos</vt:lpstr>
      <vt:lpstr>Aptos Display</vt:lpstr>
      <vt:lpstr>Aptos Narrow</vt:lpstr>
      <vt:lpstr>Arial</vt:lpstr>
      <vt:lpstr>Calibri</vt:lpstr>
      <vt:lpstr>Geneva</vt:lpstr>
      <vt:lpstr>Lucida Grande</vt:lpstr>
      <vt:lpstr>Tahoma</vt:lpstr>
      <vt:lpstr>Times New Roman</vt:lpstr>
      <vt:lpstr>Office Theme</vt:lpstr>
      <vt:lpstr>Big Data Analytics</vt:lpstr>
      <vt:lpstr>Overview</vt:lpstr>
      <vt:lpstr>MapReduce</vt:lpstr>
      <vt:lpstr>MapReduce Design Pattern</vt:lpstr>
      <vt:lpstr>Design Pattern Rules</vt:lpstr>
      <vt:lpstr>I. Summarization Pattern</vt:lpstr>
      <vt:lpstr>Numerical Summarization</vt:lpstr>
      <vt:lpstr>Numerical Summarization</vt:lpstr>
      <vt:lpstr>Numerical Summarization</vt:lpstr>
      <vt:lpstr>Numerical Summarization</vt:lpstr>
      <vt:lpstr>Numerical Summarization</vt:lpstr>
      <vt:lpstr>Counting with Counters</vt:lpstr>
      <vt:lpstr>Counting with Counters</vt:lpstr>
      <vt:lpstr>Counting with Counters</vt:lpstr>
      <vt:lpstr>Counting with Counters</vt:lpstr>
      <vt:lpstr>II. Filtering Pattern</vt:lpstr>
      <vt:lpstr>Filtering</vt:lpstr>
      <vt:lpstr>Filtering</vt:lpstr>
      <vt:lpstr>Filtering</vt:lpstr>
      <vt:lpstr>Filtering</vt:lpstr>
      <vt:lpstr>Filtering</vt:lpstr>
      <vt:lpstr>Top Ten</vt:lpstr>
      <vt:lpstr>Top Ten</vt:lpstr>
      <vt:lpstr>Top Ten</vt:lpstr>
      <vt:lpstr>Top Ten</vt:lpstr>
      <vt:lpstr>Top Ten</vt:lpstr>
      <vt:lpstr>Distinct</vt:lpstr>
      <vt:lpstr>Distinct</vt:lpstr>
      <vt:lpstr>Distinct</vt:lpstr>
      <vt:lpstr>Distinct</vt:lpstr>
      <vt:lpstr>III. Data Organization Pattern</vt:lpstr>
      <vt:lpstr>Structured to Hierarchical</vt:lpstr>
      <vt:lpstr>Structured to Hierarchical</vt:lpstr>
      <vt:lpstr>Structured to Hierarchical</vt:lpstr>
      <vt:lpstr>Structured to Hierarchical</vt:lpstr>
      <vt:lpstr>Partitioning</vt:lpstr>
      <vt:lpstr>Partitioning</vt:lpstr>
      <vt:lpstr>Partitioning</vt:lpstr>
      <vt:lpstr>Partitioning</vt:lpstr>
      <vt:lpstr>Shuffling</vt:lpstr>
      <vt:lpstr>Shuffling</vt:lpstr>
      <vt:lpstr>Window Function </vt:lpstr>
      <vt:lpstr>Window Function </vt:lpstr>
      <vt:lpstr>Window Function </vt:lpstr>
      <vt:lpstr>Shuffling</vt:lpstr>
      <vt:lpstr>IV. Join Pattern</vt:lpstr>
      <vt:lpstr>Refresher on Joins</vt:lpstr>
      <vt:lpstr>Refresher on Joins</vt:lpstr>
      <vt:lpstr>PowerPoint Presentation</vt:lpstr>
      <vt:lpstr>Refresher on Joins</vt:lpstr>
      <vt:lpstr>Refresher on Joins</vt:lpstr>
      <vt:lpstr>Refresher on Joins</vt:lpstr>
      <vt:lpstr>Refresher on Joins</vt:lpstr>
      <vt:lpstr>Refresher on Joins</vt:lpstr>
      <vt:lpstr>Refresher on Joins</vt:lpstr>
      <vt:lpstr>Refresher on Joins</vt:lpstr>
      <vt:lpstr>Refresher on Joins</vt:lpstr>
      <vt:lpstr>Refresher on Joins</vt:lpstr>
      <vt:lpstr>Refresher on Joins</vt:lpstr>
      <vt:lpstr>Reduce Side Join</vt:lpstr>
      <vt:lpstr>Reduce Side Join</vt:lpstr>
      <vt:lpstr>Reduce Side Join</vt:lpstr>
      <vt:lpstr>Reduce Side Join</vt:lpstr>
      <vt:lpstr>Replicated Side Join</vt:lpstr>
      <vt:lpstr>Replicated Side Join</vt:lpstr>
      <vt:lpstr>Replicated Side Join</vt:lpstr>
      <vt:lpstr>Replicated Side Join</vt:lpstr>
      <vt:lpstr>Summary</vt:lpstr>
      <vt:lpstr>Map Reduce in Practice II Design patterns</vt:lpstr>
      <vt:lpstr>PowerPoint Presentation</vt:lpstr>
      <vt:lpstr>PowerPoint Presentation</vt:lpstr>
      <vt:lpstr>Total Order</vt:lpstr>
      <vt:lpstr>Total Order</vt:lpstr>
      <vt:lpstr>PowerPoint Presentation</vt:lpstr>
      <vt:lpstr> New Software Approach </vt:lpstr>
      <vt:lpstr> Hadoop </vt:lpstr>
      <vt:lpstr> Distributions </vt:lpstr>
      <vt:lpstr> Distributions </vt:lpstr>
      <vt:lpstr> HDFS </vt:lpstr>
      <vt:lpstr> Access to HDFS </vt:lpstr>
      <vt:lpstr> Hadoop fs examples </vt:lpstr>
      <vt:lpstr> Hadoop fs examples </vt:lpstr>
      <vt:lpstr> hadoop fs examples </vt:lpstr>
      <vt:lpstr> Hadoop Namenode webpage </vt:lpstr>
      <vt:lpstr> Hadoop Namenode webpage </vt:lpstr>
      <vt:lpstr> Hadoop Namenode webpage </vt:lpstr>
      <vt:lpstr> MapReduce </vt:lpstr>
      <vt:lpstr> MapReduce </vt:lpstr>
      <vt:lpstr> MapReduce </vt:lpstr>
      <vt:lpstr> MapReduce </vt:lpstr>
      <vt:lpstr> MapReduce </vt:lpstr>
      <vt:lpstr> Hadoop Architecture </vt:lpstr>
      <vt:lpstr> MapReduce In Action  Calculate average word length per first letter of word</vt:lpstr>
      <vt:lpstr> AverageWordLength </vt:lpstr>
      <vt:lpstr> LetterMapper </vt:lpstr>
      <vt:lpstr>AverageReducer</vt:lpstr>
      <vt:lpstr> JobTracker page </vt:lpstr>
      <vt:lpstr> JobTracker page </vt:lpstr>
      <vt:lpstr>YARN = Cluster Resource Manager</vt:lpstr>
      <vt:lpstr>2. MapReduce = A Data Processing Model / Framework</vt:lpstr>
      <vt:lpstr>How They Work Together</vt:lpstr>
      <vt:lpstr>Quick Summary</vt:lpstr>
      <vt:lpstr>PowerPoint Presentation</vt:lpstr>
      <vt:lpstr>Docker + Development Environment</vt:lpstr>
      <vt:lpstr>Why Docker Matters in Data Engineering</vt:lpstr>
      <vt:lpstr>Docker Hands-On Lab</vt:lpstr>
      <vt:lpstr>GitHub + VS Code Workflow</vt:lpstr>
      <vt:lpstr>Hadoop + HDFS Basics</vt:lpstr>
      <vt:lpstr>HDFS Architecture</vt:lpstr>
      <vt:lpstr>Replication in Hadoop</vt:lpstr>
      <vt:lpstr>Single-Node Hadoop Lab</vt:lpstr>
      <vt:lpstr>Core HDFS Commands</vt:lpstr>
      <vt:lpstr>Why Hadoop Still Matters</vt:lpstr>
      <vt:lpstr>END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Dong</dc:creator>
  <cp:lastModifiedBy>Yu Zhang</cp:lastModifiedBy>
  <cp:revision>27</cp:revision>
  <dcterms:created xsi:type="dcterms:W3CDTF">2025-11-14T22:11:04Z</dcterms:created>
  <dcterms:modified xsi:type="dcterms:W3CDTF">2026-10-19T23:13:43Z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2021-01-08T00:00:00Z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2025-11-14T00:00:00Z</vt:filetime>
  </property>
  <property fmtid="{D5CDD505-2E9C-101B-9397-08002B2CF9AE}" pid="5" name="Producer">
    <vt:lpwstr>Microsoft® PowerPoint® 2013</vt:lpwstr>
  </property>
</Properties>
</file>